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15"/>
  </p:handoutMasterIdLst>
  <p:sldIdLst>
    <p:sldId id="931" r:id="rId3"/>
    <p:sldId id="957" r:id="rId4"/>
    <p:sldId id="958" r:id="rId5"/>
    <p:sldId id="825" r:id="rId6"/>
    <p:sldId id="959" r:id="rId8"/>
    <p:sldId id="829" r:id="rId9"/>
    <p:sldId id="1034" r:id="rId10"/>
    <p:sldId id="831" r:id="rId11"/>
    <p:sldId id="1035" r:id="rId12"/>
    <p:sldId id="974" r:id="rId13"/>
    <p:sldId id="1036" r:id="rId14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clrMru>
    <a:srgbClr val="FF9900"/>
    <a:srgbClr val="000000"/>
    <a:srgbClr val="00FFFF"/>
    <a:srgbClr val="85EDA0"/>
    <a:srgbClr val="00CCFF"/>
    <a:srgbClr val="FFFF99"/>
    <a:srgbClr val="FDAFB5"/>
    <a:srgbClr val="00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2273"/>
    <p:restoredTop sz="88873"/>
  </p:normalViewPr>
  <p:slideViewPr>
    <p:cSldViewPr showGuides="1">
      <p:cViewPr varScale="1">
        <p:scale>
          <a:sx n="90" d="100"/>
          <a:sy n="90" d="100"/>
        </p:scale>
        <p:origin x="134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75" d="100"/>
        <a:sy n="75" d="100"/>
      </p:scale>
      <p:origin x="0" y="2134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87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87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87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87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72ABEEF-EBDF-4588-99A3-BA46B91214B8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04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04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04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04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AFACF1A-AB68-4AA2-866F-A3610480F950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9219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1" name="Group 2"/>
          <p:cNvGrpSpPr/>
          <p:nvPr/>
        </p:nvGrpSpPr>
        <p:grpSpPr>
          <a:xfrm>
            <a:off x="0" y="0"/>
            <a:ext cx="9148763" cy="6851650"/>
            <a:chOff x="1" y="0"/>
            <a:chExt cx="5763" cy="4316"/>
          </a:xfrm>
        </p:grpSpPr>
        <p:sp>
          <p:nvSpPr>
            <p:cNvPr id="45" name="Freeform 3"/>
            <p:cNvSpPr/>
            <p:nvPr/>
          </p:nvSpPr>
          <p:spPr bwMode="hidden">
            <a:xfrm>
              <a:off x="5045" y="2626"/>
              <a:ext cx="719" cy="1690"/>
            </a:xfrm>
            <a:custGeom>
              <a:avLst/>
              <a:gdLst/>
              <a:ahLst/>
              <a:cxnLst>
                <a:cxn ang="0">
                  <a:pos x="717" y="72"/>
                </a:cxn>
                <a:cxn ang="0">
                  <a:pos x="717" y="0"/>
                </a:cxn>
                <a:cxn ang="0">
                  <a:pos x="699" y="101"/>
                </a:cxn>
                <a:cxn ang="0">
                  <a:pos x="675" y="209"/>
                </a:cxn>
                <a:cxn ang="0">
                  <a:pos x="627" y="389"/>
                </a:cxn>
                <a:cxn ang="0">
                  <a:pos x="574" y="569"/>
                </a:cxn>
                <a:cxn ang="0">
                  <a:pos x="502" y="749"/>
                </a:cxn>
                <a:cxn ang="0">
                  <a:pos x="424" y="935"/>
                </a:cxn>
                <a:cxn ang="0">
                  <a:pos x="334" y="1121"/>
                </a:cxn>
                <a:cxn ang="0">
                  <a:pos x="233" y="1312"/>
                </a:cxn>
                <a:cxn ang="0">
                  <a:pos x="125" y="1498"/>
                </a:cxn>
                <a:cxn ang="0">
                  <a:pos x="0" y="1690"/>
                </a:cxn>
                <a:cxn ang="0">
                  <a:pos x="11" y="1690"/>
                </a:cxn>
                <a:cxn ang="0">
                  <a:pos x="137" y="1498"/>
                </a:cxn>
                <a:cxn ang="0">
                  <a:pos x="245" y="1312"/>
                </a:cxn>
                <a:cxn ang="0">
                  <a:pos x="346" y="1121"/>
                </a:cxn>
                <a:cxn ang="0">
                  <a:pos x="436" y="935"/>
                </a:cxn>
                <a:cxn ang="0">
                  <a:pos x="514" y="749"/>
                </a:cxn>
                <a:cxn ang="0">
                  <a:pos x="585" y="569"/>
                </a:cxn>
                <a:cxn ang="0">
                  <a:pos x="639" y="389"/>
                </a:cxn>
                <a:cxn ang="0">
                  <a:pos x="687" y="209"/>
                </a:cxn>
                <a:cxn ang="0">
                  <a:pos x="705" y="143"/>
                </a:cxn>
                <a:cxn ang="0">
                  <a:pos x="717" y="72"/>
                </a:cxn>
                <a:cxn ang="0">
                  <a:pos x="717" y="72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" name="Freeform 4"/>
            <p:cNvSpPr/>
            <p:nvPr/>
          </p:nvSpPr>
          <p:spPr bwMode="hidden">
            <a:xfrm>
              <a:off x="5386" y="3794"/>
              <a:ext cx="378" cy="522"/>
            </a:xfrm>
            <a:custGeom>
              <a:avLst/>
              <a:gdLst/>
              <a:ahLst/>
              <a:cxnLst>
                <a:cxn ang="0">
                  <a:pos x="377" y="0"/>
                </a:cxn>
                <a:cxn ang="0">
                  <a:pos x="293" y="132"/>
                </a:cxn>
                <a:cxn ang="0">
                  <a:pos x="204" y="264"/>
                </a:cxn>
                <a:cxn ang="0">
                  <a:pos x="102" y="396"/>
                </a:cxn>
                <a:cxn ang="0">
                  <a:pos x="0" y="522"/>
                </a:cxn>
                <a:cxn ang="0">
                  <a:pos x="12" y="522"/>
                </a:cxn>
                <a:cxn ang="0">
                  <a:pos x="114" y="402"/>
                </a:cxn>
                <a:cxn ang="0">
                  <a:pos x="204" y="282"/>
                </a:cxn>
                <a:cxn ang="0">
                  <a:pos x="377" y="24"/>
                </a:cxn>
                <a:cxn ang="0">
                  <a:pos x="377" y="0"/>
                </a:cxn>
                <a:cxn ang="0">
                  <a:pos x="377" y="0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" name="Freeform 5"/>
            <p:cNvSpPr/>
            <p:nvPr/>
          </p:nvSpPr>
          <p:spPr bwMode="hidden">
            <a:xfrm>
              <a:off x="5680" y="4214"/>
              <a:ext cx="84" cy="102"/>
            </a:xfrm>
            <a:custGeom>
              <a:avLst/>
              <a:gdLst/>
              <a:ahLst/>
              <a:cxnLst>
                <a:cxn ang="0">
                  <a:pos x="0" y="102"/>
                </a:cxn>
                <a:cxn ang="0">
                  <a:pos x="18" y="102"/>
                </a:cxn>
                <a:cxn ang="0">
                  <a:pos x="48" y="60"/>
                </a:cxn>
                <a:cxn ang="0">
                  <a:pos x="84" y="24"/>
                </a:cxn>
                <a:cxn ang="0">
                  <a:pos x="84" y="0"/>
                </a:cxn>
                <a:cxn ang="0">
                  <a:pos x="42" y="54"/>
                </a:cxn>
                <a:cxn ang="0">
                  <a:pos x="0" y="102"/>
                </a:cxn>
                <a:cxn ang="0">
                  <a:pos x="0" y="102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2060" name="Group 6"/>
            <p:cNvGrpSpPr/>
            <p:nvPr/>
          </p:nvGrpSpPr>
          <p:grpSpPr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68" name="Freeform 7"/>
              <p:cNvSpPr/>
              <p:nvPr/>
            </p:nvSpPr>
            <p:spPr bwMode="hidden">
              <a:xfrm>
                <a:off x="2789" y="0"/>
                <a:ext cx="72" cy="43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0" y="4316"/>
                  </a:cxn>
                  <a:cxn ang="0">
                    <a:pos x="72" y="4316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9" name="Freeform 8"/>
              <p:cNvSpPr/>
              <p:nvPr/>
            </p:nvSpPr>
            <p:spPr bwMode="hidden">
              <a:xfrm>
                <a:off x="3089" y="0"/>
                <a:ext cx="174" cy="4316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12" y="0"/>
                  </a:cxn>
                  <a:cxn ang="0">
                    <a:pos x="42" y="216"/>
                  </a:cxn>
                  <a:cxn ang="0">
                    <a:pos x="72" y="444"/>
                  </a:cxn>
                  <a:cxn ang="0">
                    <a:pos x="96" y="689"/>
                  </a:cxn>
                  <a:cxn ang="0">
                    <a:pos x="120" y="947"/>
                  </a:cxn>
                  <a:cxn ang="0">
                    <a:pos x="132" y="1211"/>
                  </a:cxn>
                  <a:cxn ang="0">
                    <a:pos x="150" y="1487"/>
                  </a:cxn>
                  <a:cxn ang="0">
                    <a:pos x="156" y="1768"/>
                  </a:cxn>
                  <a:cxn ang="0">
                    <a:pos x="162" y="2062"/>
                  </a:cxn>
                  <a:cxn ang="0">
                    <a:pos x="156" y="2644"/>
                  </a:cxn>
                  <a:cxn ang="0">
                    <a:pos x="126" y="3225"/>
                  </a:cxn>
                  <a:cxn ang="0">
                    <a:pos x="108" y="3507"/>
                  </a:cxn>
                  <a:cxn ang="0">
                    <a:pos x="78" y="3788"/>
                  </a:cxn>
                  <a:cxn ang="0">
                    <a:pos x="42" y="4058"/>
                  </a:cxn>
                  <a:cxn ang="0">
                    <a:pos x="0" y="4316"/>
                  </a:cxn>
                  <a:cxn ang="0">
                    <a:pos x="12" y="4316"/>
                  </a:cxn>
                  <a:cxn ang="0">
                    <a:pos x="54" y="4058"/>
                  </a:cxn>
                  <a:cxn ang="0">
                    <a:pos x="90" y="3782"/>
                  </a:cxn>
                  <a:cxn ang="0">
                    <a:pos x="120" y="3507"/>
                  </a:cxn>
                  <a:cxn ang="0">
                    <a:pos x="138" y="3219"/>
                  </a:cxn>
                  <a:cxn ang="0">
                    <a:pos x="168" y="2638"/>
                  </a:cxn>
                  <a:cxn ang="0">
                    <a:pos x="174" y="2056"/>
                  </a:cxn>
                  <a:cxn ang="0">
                    <a:pos x="168" y="1768"/>
                  </a:cxn>
                  <a:cxn ang="0">
                    <a:pos x="162" y="1487"/>
                  </a:cxn>
                  <a:cxn ang="0">
                    <a:pos x="144" y="1211"/>
                  </a:cxn>
                  <a:cxn ang="0">
                    <a:pos x="132" y="941"/>
                  </a:cxn>
                  <a:cxn ang="0">
                    <a:pos x="108" y="689"/>
                  </a:cxn>
                  <a:cxn ang="0">
                    <a:pos x="84" y="444"/>
                  </a:cxn>
                  <a:cxn ang="0">
                    <a:pos x="54" y="216"/>
                  </a:cxn>
                  <a:cxn ang="0">
                    <a:pos x="24" y="0"/>
                  </a:cxn>
                  <a:cxn ang="0">
                    <a:pos x="24" y="0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0" name="Freeform 9"/>
              <p:cNvSpPr/>
              <p:nvPr/>
            </p:nvSpPr>
            <p:spPr bwMode="hidden">
              <a:xfrm>
                <a:off x="3358" y="0"/>
                <a:ext cx="337" cy="4316"/>
              </a:xfrm>
              <a:custGeom>
                <a:avLst/>
                <a:gdLst/>
                <a:ahLst/>
                <a:cxnLst>
                  <a:cxn ang="0">
                    <a:pos x="329" y="2014"/>
                  </a:cxn>
                  <a:cxn ang="0">
                    <a:pos x="317" y="1726"/>
                  </a:cxn>
                  <a:cxn ang="0">
                    <a:pos x="293" y="1445"/>
                  </a:cxn>
                  <a:cxn ang="0">
                    <a:pos x="263" y="1175"/>
                  </a:cxn>
                  <a:cxn ang="0">
                    <a:pos x="228" y="917"/>
                  </a:cxn>
                  <a:cxn ang="0">
                    <a:pos x="186" y="665"/>
                  </a:cxn>
                  <a:cxn ang="0">
                    <a:pos x="132" y="432"/>
                  </a:cxn>
                  <a:cxn ang="0">
                    <a:pos x="78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66" y="204"/>
                  </a:cxn>
                  <a:cxn ang="0">
                    <a:pos x="120" y="432"/>
                  </a:cxn>
                  <a:cxn ang="0">
                    <a:pos x="174" y="665"/>
                  </a:cxn>
                  <a:cxn ang="0">
                    <a:pos x="216" y="917"/>
                  </a:cxn>
                  <a:cxn ang="0">
                    <a:pos x="251" y="1175"/>
                  </a:cxn>
                  <a:cxn ang="0">
                    <a:pos x="281" y="1445"/>
                  </a:cxn>
                  <a:cxn ang="0">
                    <a:pos x="305" y="1726"/>
                  </a:cxn>
                  <a:cxn ang="0">
                    <a:pos x="317" y="2014"/>
                  </a:cxn>
                  <a:cxn ang="0">
                    <a:pos x="323" y="2314"/>
                  </a:cxn>
                  <a:cxn ang="0">
                    <a:pos x="317" y="2608"/>
                  </a:cxn>
                  <a:cxn ang="0">
                    <a:pos x="305" y="2907"/>
                  </a:cxn>
                  <a:cxn ang="0">
                    <a:pos x="281" y="3201"/>
                  </a:cxn>
                  <a:cxn ang="0">
                    <a:pos x="257" y="3489"/>
                  </a:cxn>
                  <a:cxn ang="0">
                    <a:pos x="216" y="3777"/>
                  </a:cxn>
                  <a:cxn ang="0">
                    <a:pos x="174" y="4052"/>
                  </a:cxn>
                  <a:cxn ang="0">
                    <a:pos x="120" y="4316"/>
                  </a:cxn>
                  <a:cxn ang="0">
                    <a:pos x="132" y="4316"/>
                  </a:cxn>
                  <a:cxn ang="0">
                    <a:pos x="186" y="4052"/>
                  </a:cxn>
                  <a:cxn ang="0">
                    <a:pos x="228" y="3777"/>
                  </a:cxn>
                  <a:cxn ang="0">
                    <a:pos x="269" y="3489"/>
                  </a:cxn>
                  <a:cxn ang="0">
                    <a:pos x="293" y="3201"/>
                  </a:cxn>
                  <a:cxn ang="0">
                    <a:pos x="317" y="2907"/>
                  </a:cxn>
                  <a:cxn ang="0">
                    <a:pos x="329" y="2608"/>
                  </a:cxn>
                  <a:cxn ang="0">
                    <a:pos x="335" y="2314"/>
                  </a:cxn>
                  <a:cxn ang="0">
                    <a:pos x="329" y="2014"/>
                  </a:cxn>
                  <a:cxn ang="0">
                    <a:pos x="329" y="2014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1" name="Freeform 10"/>
              <p:cNvSpPr/>
              <p:nvPr/>
            </p:nvSpPr>
            <p:spPr bwMode="hidden">
              <a:xfrm>
                <a:off x="3676" y="0"/>
                <a:ext cx="427" cy="4316"/>
              </a:xfrm>
              <a:custGeom>
                <a:avLst/>
                <a:gdLst/>
                <a:ahLst/>
                <a:cxnLst>
                  <a:cxn ang="0">
                    <a:pos x="413" y="1924"/>
                  </a:cxn>
                  <a:cxn ang="0">
                    <a:pos x="395" y="1690"/>
                  </a:cxn>
                  <a:cxn ang="0">
                    <a:pos x="365" y="1457"/>
                  </a:cxn>
                  <a:cxn ang="0">
                    <a:pos x="329" y="1229"/>
                  </a:cxn>
                  <a:cxn ang="0">
                    <a:pos x="281" y="1001"/>
                  </a:cxn>
                  <a:cxn ang="0">
                    <a:pos x="227" y="761"/>
                  </a:cxn>
                  <a:cxn ang="0">
                    <a:pos x="162" y="522"/>
                  </a:cxn>
                  <a:cxn ang="0">
                    <a:pos x="90" y="27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84" y="270"/>
                  </a:cxn>
                  <a:cxn ang="0">
                    <a:pos x="156" y="522"/>
                  </a:cxn>
                  <a:cxn ang="0">
                    <a:pos x="216" y="767"/>
                  </a:cxn>
                  <a:cxn ang="0">
                    <a:pos x="275" y="1001"/>
                  </a:cxn>
                  <a:cxn ang="0">
                    <a:pos x="317" y="1235"/>
                  </a:cxn>
                  <a:cxn ang="0">
                    <a:pos x="353" y="1463"/>
                  </a:cxn>
                  <a:cxn ang="0">
                    <a:pos x="383" y="1690"/>
                  </a:cxn>
                  <a:cxn ang="0">
                    <a:pos x="401" y="1924"/>
                  </a:cxn>
                  <a:cxn ang="0">
                    <a:pos x="413" y="2188"/>
                  </a:cxn>
                  <a:cxn ang="0">
                    <a:pos x="407" y="2458"/>
                  </a:cxn>
                  <a:cxn ang="0">
                    <a:pos x="395" y="2733"/>
                  </a:cxn>
                  <a:cxn ang="0">
                    <a:pos x="365" y="3021"/>
                  </a:cxn>
                  <a:cxn ang="0">
                    <a:pos x="329" y="3321"/>
                  </a:cxn>
                  <a:cxn ang="0">
                    <a:pos x="275" y="3639"/>
                  </a:cxn>
                  <a:cxn ang="0">
                    <a:pos x="204" y="3968"/>
                  </a:cxn>
                  <a:cxn ang="0">
                    <a:pos x="126" y="4316"/>
                  </a:cxn>
                  <a:cxn ang="0">
                    <a:pos x="138" y="4316"/>
                  </a:cxn>
                  <a:cxn ang="0">
                    <a:pos x="216" y="3968"/>
                  </a:cxn>
                  <a:cxn ang="0">
                    <a:pos x="287" y="3639"/>
                  </a:cxn>
                  <a:cxn ang="0">
                    <a:pos x="341" y="3321"/>
                  </a:cxn>
                  <a:cxn ang="0">
                    <a:pos x="377" y="3021"/>
                  </a:cxn>
                  <a:cxn ang="0">
                    <a:pos x="407" y="2733"/>
                  </a:cxn>
                  <a:cxn ang="0">
                    <a:pos x="419" y="2458"/>
                  </a:cxn>
                  <a:cxn ang="0">
                    <a:pos x="425" y="2188"/>
                  </a:cxn>
                  <a:cxn ang="0">
                    <a:pos x="413" y="1924"/>
                  </a:cxn>
                  <a:cxn ang="0">
                    <a:pos x="413" y="1924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2" name="Freeform 11"/>
              <p:cNvSpPr/>
              <p:nvPr/>
            </p:nvSpPr>
            <p:spPr bwMode="hidden">
              <a:xfrm>
                <a:off x="3946" y="0"/>
                <a:ext cx="558" cy="4316"/>
              </a:xfrm>
              <a:custGeom>
                <a:avLst/>
                <a:gdLst/>
                <a:ahLst/>
                <a:cxnLst>
                  <a:cxn ang="0">
                    <a:pos x="556" y="2020"/>
                  </a:cxn>
                  <a:cxn ang="0">
                    <a:pos x="538" y="1732"/>
                  </a:cxn>
                  <a:cxn ang="0">
                    <a:pos x="503" y="1445"/>
                  </a:cxn>
                  <a:cxn ang="0">
                    <a:pos x="455" y="1175"/>
                  </a:cxn>
                  <a:cxn ang="0">
                    <a:pos x="395" y="911"/>
                  </a:cxn>
                  <a:cxn ang="0">
                    <a:pos x="317" y="659"/>
                  </a:cxn>
                  <a:cxn ang="0">
                    <a:pos x="228" y="426"/>
                  </a:cxn>
                  <a:cxn ang="0">
                    <a:pos x="126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14" y="204"/>
                  </a:cxn>
                  <a:cxn ang="0">
                    <a:pos x="216" y="426"/>
                  </a:cxn>
                  <a:cxn ang="0">
                    <a:pos x="305" y="659"/>
                  </a:cxn>
                  <a:cxn ang="0">
                    <a:pos x="383" y="911"/>
                  </a:cxn>
                  <a:cxn ang="0">
                    <a:pos x="443" y="1175"/>
                  </a:cxn>
                  <a:cxn ang="0">
                    <a:pos x="491" y="1445"/>
                  </a:cxn>
                  <a:cxn ang="0">
                    <a:pos x="526" y="1732"/>
                  </a:cxn>
                  <a:cxn ang="0">
                    <a:pos x="544" y="2020"/>
                  </a:cxn>
                  <a:cxn ang="0">
                    <a:pos x="544" y="2326"/>
                  </a:cxn>
                  <a:cxn ang="0">
                    <a:pos x="532" y="2632"/>
                  </a:cxn>
                  <a:cxn ang="0">
                    <a:pos x="503" y="2931"/>
                  </a:cxn>
                  <a:cxn ang="0">
                    <a:pos x="455" y="3225"/>
                  </a:cxn>
                  <a:cxn ang="0">
                    <a:pos x="389" y="3513"/>
                  </a:cxn>
                  <a:cxn ang="0">
                    <a:pos x="311" y="3788"/>
                  </a:cxn>
                  <a:cxn ang="0">
                    <a:pos x="216" y="4058"/>
                  </a:cxn>
                  <a:cxn ang="0">
                    <a:pos x="102" y="4316"/>
                  </a:cxn>
                  <a:cxn ang="0">
                    <a:pos x="114" y="4316"/>
                  </a:cxn>
                  <a:cxn ang="0">
                    <a:pos x="228" y="4058"/>
                  </a:cxn>
                  <a:cxn ang="0">
                    <a:pos x="323" y="3788"/>
                  </a:cxn>
                  <a:cxn ang="0">
                    <a:pos x="401" y="3513"/>
                  </a:cxn>
                  <a:cxn ang="0">
                    <a:pos x="467" y="3225"/>
                  </a:cxn>
                  <a:cxn ang="0">
                    <a:pos x="515" y="2931"/>
                  </a:cxn>
                  <a:cxn ang="0">
                    <a:pos x="544" y="2632"/>
                  </a:cxn>
                  <a:cxn ang="0">
                    <a:pos x="556" y="2326"/>
                  </a:cxn>
                  <a:cxn ang="0">
                    <a:pos x="556" y="2020"/>
                  </a:cxn>
                  <a:cxn ang="0">
                    <a:pos x="556" y="2020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3" name="Freeform 12"/>
              <p:cNvSpPr/>
              <p:nvPr/>
            </p:nvSpPr>
            <p:spPr bwMode="hidden">
              <a:xfrm>
                <a:off x="4246" y="0"/>
                <a:ext cx="690" cy="4316"/>
              </a:xfrm>
              <a:custGeom>
                <a:avLst/>
                <a:gdLst/>
                <a:ahLst/>
                <a:cxnLst>
                  <a:cxn ang="0">
                    <a:pos x="688" y="2086"/>
                  </a:cxn>
                  <a:cxn ang="0">
                    <a:pos x="670" y="1810"/>
                  </a:cxn>
                  <a:cxn ang="0">
                    <a:pos x="634" y="1541"/>
                  </a:cxn>
                  <a:cxn ang="0">
                    <a:pos x="574" y="1271"/>
                  </a:cxn>
                  <a:cxn ang="0">
                    <a:pos x="497" y="1007"/>
                  </a:cxn>
                  <a:cxn ang="0">
                    <a:pos x="401" y="749"/>
                  </a:cxn>
                  <a:cxn ang="0">
                    <a:pos x="293" y="492"/>
                  </a:cxn>
                  <a:cxn ang="0">
                    <a:pos x="162" y="24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50" y="240"/>
                  </a:cxn>
                  <a:cxn ang="0">
                    <a:pos x="281" y="492"/>
                  </a:cxn>
                  <a:cxn ang="0">
                    <a:pos x="389" y="749"/>
                  </a:cxn>
                  <a:cxn ang="0">
                    <a:pos x="485" y="1007"/>
                  </a:cxn>
                  <a:cxn ang="0">
                    <a:pos x="562" y="1271"/>
                  </a:cxn>
                  <a:cxn ang="0">
                    <a:pos x="622" y="1541"/>
                  </a:cxn>
                  <a:cxn ang="0">
                    <a:pos x="658" y="1810"/>
                  </a:cxn>
                  <a:cxn ang="0">
                    <a:pos x="676" y="2086"/>
                  </a:cxn>
                  <a:cxn ang="0">
                    <a:pos x="676" y="2368"/>
                  </a:cxn>
                  <a:cxn ang="0">
                    <a:pos x="658" y="2650"/>
                  </a:cxn>
                  <a:cxn ang="0">
                    <a:pos x="616" y="2931"/>
                  </a:cxn>
                  <a:cxn ang="0">
                    <a:pos x="556" y="3213"/>
                  </a:cxn>
                  <a:cxn ang="0">
                    <a:pos x="473" y="3495"/>
                  </a:cxn>
                  <a:cxn ang="0">
                    <a:pos x="371" y="3777"/>
                  </a:cxn>
                  <a:cxn ang="0">
                    <a:pos x="251" y="4046"/>
                  </a:cxn>
                  <a:cxn ang="0">
                    <a:pos x="114" y="4316"/>
                  </a:cxn>
                  <a:cxn ang="0">
                    <a:pos x="126" y="4316"/>
                  </a:cxn>
                  <a:cxn ang="0">
                    <a:pos x="263" y="4046"/>
                  </a:cxn>
                  <a:cxn ang="0">
                    <a:pos x="383" y="3777"/>
                  </a:cxn>
                  <a:cxn ang="0">
                    <a:pos x="485" y="3495"/>
                  </a:cxn>
                  <a:cxn ang="0">
                    <a:pos x="568" y="3219"/>
                  </a:cxn>
                  <a:cxn ang="0">
                    <a:pos x="628" y="2937"/>
                  </a:cxn>
                  <a:cxn ang="0">
                    <a:pos x="670" y="2656"/>
                  </a:cxn>
                  <a:cxn ang="0">
                    <a:pos x="688" y="2368"/>
                  </a:cxn>
                  <a:cxn ang="0">
                    <a:pos x="688" y="2086"/>
                  </a:cxn>
                  <a:cxn ang="0">
                    <a:pos x="688" y="2086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4" name="Freeform 13"/>
              <p:cNvSpPr/>
              <p:nvPr/>
            </p:nvSpPr>
            <p:spPr bwMode="hidden">
              <a:xfrm>
                <a:off x="4522" y="0"/>
                <a:ext cx="864" cy="4316"/>
              </a:xfrm>
              <a:custGeom>
                <a:avLst/>
                <a:gdLst/>
                <a:ahLst/>
                <a:cxnLst>
                  <a:cxn ang="0">
                    <a:pos x="855" y="2128"/>
                  </a:cxn>
                  <a:cxn ang="0">
                    <a:pos x="831" y="1834"/>
                  </a:cxn>
                  <a:cxn ang="0">
                    <a:pos x="808" y="1684"/>
                  </a:cxn>
                  <a:cxn ang="0">
                    <a:pos x="784" y="1541"/>
                  </a:cxn>
                  <a:cxn ang="0">
                    <a:pos x="748" y="1397"/>
                  </a:cxn>
                  <a:cxn ang="0">
                    <a:pos x="712" y="1253"/>
                  </a:cxn>
                  <a:cxn ang="0">
                    <a:pos x="664" y="1115"/>
                  </a:cxn>
                  <a:cxn ang="0">
                    <a:pos x="610" y="977"/>
                  </a:cxn>
                  <a:cxn ang="0">
                    <a:pos x="491" y="719"/>
                  </a:cxn>
                  <a:cxn ang="0">
                    <a:pos x="353" y="468"/>
                  </a:cxn>
                  <a:cxn ang="0">
                    <a:pos x="192" y="228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80" y="228"/>
                  </a:cxn>
                  <a:cxn ang="0">
                    <a:pos x="341" y="468"/>
                  </a:cxn>
                  <a:cxn ang="0">
                    <a:pos x="479" y="719"/>
                  </a:cxn>
                  <a:cxn ang="0">
                    <a:pos x="598" y="983"/>
                  </a:cxn>
                  <a:cxn ang="0">
                    <a:pos x="652" y="1121"/>
                  </a:cxn>
                  <a:cxn ang="0">
                    <a:pos x="700" y="1259"/>
                  </a:cxn>
                  <a:cxn ang="0">
                    <a:pos x="736" y="1403"/>
                  </a:cxn>
                  <a:cxn ang="0">
                    <a:pos x="772" y="1547"/>
                  </a:cxn>
                  <a:cxn ang="0">
                    <a:pos x="802" y="1690"/>
                  </a:cxn>
                  <a:cxn ang="0">
                    <a:pos x="819" y="1834"/>
                  </a:cxn>
                  <a:cxn ang="0">
                    <a:pos x="837" y="1984"/>
                  </a:cxn>
                  <a:cxn ang="0">
                    <a:pos x="843" y="2128"/>
                  </a:cxn>
                  <a:cxn ang="0">
                    <a:pos x="849" y="2278"/>
                  </a:cxn>
                  <a:cxn ang="0">
                    <a:pos x="843" y="2428"/>
                  </a:cxn>
                  <a:cxn ang="0">
                    <a:pos x="831" y="2572"/>
                  </a:cxn>
                  <a:cxn ang="0">
                    <a:pos x="819" y="2721"/>
                  </a:cxn>
                  <a:cxn ang="0">
                    <a:pos x="796" y="2865"/>
                  </a:cxn>
                  <a:cxn ang="0">
                    <a:pos x="766" y="3015"/>
                  </a:cxn>
                  <a:cxn ang="0">
                    <a:pos x="724" y="3159"/>
                  </a:cxn>
                  <a:cxn ang="0">
                    <a:pos x="682" y="3303"/>
                  </a:cxn>
                  <a:cxn ang="0">
                    <a:pos x="586" y="3567"/>
                  </a:cxn>
                  <a:cxn ang="0">
                    <a:pos x="473" y="3824"/>
                  </a:cxn>
                  <a:cxn ang="0">
                    <a:pos x="335" y="4076"/>
                  </a:cxn>
                  <a:cxn ang="0">
                    <a:pos x="180" y="4316"/>
                  </a:cxn>
                  <a:cxn ang="0">
                    <a:pos x="192" y="4316"/>
                  </a:cxn>
                  <a:cxn ang="0">
                    <a:pos x="347" y="4076"/>
                  </a:cxn>
                  <a:cxn ang="0">
                    <a:pos x="485" y="3824"/>
                  </a:cxn>
                  <a:cxn ang="0">
                    <a:pos x="598" y="3573"/>
                  </a:cxn>
                  <a:cxn ang="0">
                    <a:pos x="694" y="3309"/>
                  </a:cxn>
                  <a:cxn ang="0">
                    <a:pos x="736" y="3165"/>
                  </a:cxn>
                  <a:cxn ang="0">
                    <a:pos x="778" y="3021"/>
                  </a:cxn>
                  <a:cxn ang="0">
                    <a:pos x="808" y="2871"/>
                  </a:cxn>
                  <a:cxn ang="0">
                    <a:pos x="831" y="2727"/>
                  </a:cxn>
                  <a:cxn ang="0">
                    <a:pos x="843" y="2578"/>
                  </a:cxn>
                  <a:cxn ang="0">
                    <a:pos x="855" y="2428"/>
                  </a:cxn>
                  <a:cxn ang="0">
                    <a:pos x="861" y="2278"/>
                  </a:cxn>
                  <a:cxn ang="0">
                    <a:pos x="855" y="2128"/>
                  </a:cxn>
                  <a:cxn ang="0">
                    <a:pos x="855" y="2128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5" name="Freeform 14"/>
              <p:cNvSpPr/>
              <p:nvPr/>
            </p:nvSpPr>
            <p:spPr bwMode="hidden">
              <a:xfrm>
                <a:off x="2399" y="0"/>
                <a:ext cx="150" cy="4316"/>
              </a:xfrm>
              <a:custGeom>
                <a:avLst/>
                <a:gdLst/>
                <a:ahLst/>
                <a:cxnLst>
                  <a:cxn ang="0">
                    <a:pos x="18" y="1942"/>
                  </a:cxn>
                  <a:cxn ang="0">
                    <a:pos x="30" y="1630"/>
                  </a:cxn>
                  <a:cxn ang="0">
                    <a:pos x="42" y="1331"/>
                  </a:cxn>
                  <a:cxn ang="0">
                    <a:pos x="59" y="1055"/>
                  </a:cxn>
                  <a:cxn ang="0">
                    <a:pos x="77" y="791"/>
                  </a:cxn>
                  <a:cxn ang="0">
                    <a:pos x="83" y="671"/>
                  </a:cxn>
                  <a:cxn ang="0">
                    <a:pos x="95" y="557"/>
                  </a:cxn>
                  <a:cxn ang="0">
                    <a:pos x="107" y="444"/>
                  </a:cxn>
                  <a:cxn ang="0">
                    <a:pos x="113" y="342"/>
                  </a:cxn>
                  <a:cxn ang="0">
                    <a:pos x="125" y="246"/>
                  </a:cxn>
                  <a:cxn ang="0">
                    <a:pos x="131" y="156"/>
                  </a:cxn>
                  <a:cxn ang="0">
                    <a:pos x="143" y="72"/>
                  </a:cxn>
                  <a:cxn ang="0">
                    <a:pos x="149" y="0"/>
                  </a:cxn>
                  <a:cxn ang="0">
                    <a:pos x="137" y="0"/>
                  </a:cxn>
                  <a:cxn ang="0">
                    <a:pos x="131" y="72"/>
                  </a:cxn>
                  <a:cxn ang="0">
                    <a:pos x="119" y="156"/>
                  </a:cxn>
                  <a:cxn ang="0">
                    <a:pos x="113" y="246"/>
                  </a:cxn>
                  <a:cxn ang="0">
                    <a:pos x="101" y="342"/>
                  </a:cxn>
                  <a:cxn ang="0">
                    <a:pos x="95" y="444"/>
                  </a:cxn>
                  <a:cxn ang="0">
                    <a:pos x="83" y="557"/>
                  </a:cxn>
                  <a:cxn ang="0">
                    <a:pos x="71" y="671"/>
                  </a:cxn>
                  <a:cxn ang="0">
                    <a:pos x="65" y="791"/>
                  </a:cxn>
                  <a:cxn ang="0">
                    <a:pos x="48" y="1055"/>
                  </a:cxn>
                  <a:cxn ang="0">
                    <a:pos x="30" y="1331"/>
                  </a:cxn>
                  <a:cxn ang="0">
                    <a:pos x="18" y="1630"/>
                  </a:cxn>
                  <a:cxn ang="0">
                    <a:pos x="6" y="1942"/>
                  </a:cxn>
                  <a:cxn ang="0">
                    <a:pos x="0" y="2278"/>
                  </a:cxn>
                  <a:cxn ang="0">
                    <a:pos x="6" y="2602"/>
                  </a:cxn>
                  <a:cxn ang="0">
                    <a:pos x="12" y="2919"/>
                  </a:cxn>
                  <a:cxn ang="0">
                    <a:pos x="24" y="3219"/>
                  </a:cxn>
                  <a:cxn ang="0">
                    <a:pos x="36" y="3513"/>
                  </a:cxn>
                  <a:cxn ang="0">
                    <a:pos x="59" y="3794"/>
                  </a:cxn>
                  <a:cxn ang="0">
                    <a:pos x="89" y="4058"/>
                  </a:cxn>
                  <a:cxn ang="0">
                    <a:pos x="125" y="4316"/>
                  </a:cxn>
                  <a:cxn ang="0">
                    <a:pos x="137" y="4316"/>
                  </a:cxn>
                  <a:cxn ang="0">
                    <a:pos x="101" y="4058"/>
                  </a:cxn>
                  <a:cxn ang="0">
                    <a:pos x="71" y="3794"/>
                  </a:cxn>
                  <a:cxn ang="0">
                    <a:pos x="48" y="3513"/>
                  </a:cxn>
                  <a:cxn ang="0">
                    <a:pos x="36" y="3225"/>
                  </a:cxn>
                  <a:cxn ang="0">
                    <a:pos x="24" y="2919"/>
                  </a:cxn>
                  <a:cxn ang="0">
                    <a:pos x="18" y="2608"/>
                  </a:cxn>
                  <a:cxn ang="0">
                    <a:pos x="12" y="2278"/>
                  </a:cxn>
                  <a:cxn ang="0">
                    <a:pos x="18" y="1942"/>
                  </a:cxn>
                  <a:cxn ang="0">
                    <a:pos x="18" y="1942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6" name="Freeform 15"/>
              <p:cNvSpPr/>
              <p:nvPr/>
            </p:nvSpPr>
            <p:spPr bwMode="hidden">
              <a:xfrm>
                <a:off x="1967" y="0"/>
                <a:ext cx="300" cy="4316"/>
              </a:xfrm>
              <a:custGeom>
                <a:avLst/>
                <a:gdLst/>
                <a:ahLst/>
                <a:cxnLst>
                  <a:cxn ang="0">
                    <a:pos x="18" y="2062"/>
                  </a:cxn>
                  <a:cxn ang="0">
                    <a:pos x="30" y="1750"/>
                  </a:cxn>
                  <a:cxn ang="0">
                    <a:pos x="54" y="1451"/>
                  </a:cxn>
                  <a:cxn ang="0">
                    <a:pos x="84" y="1169"/>
                  </a:cxn>
                  <a:cxn ang="0">
                    <a:pos x="126" y="899"/>
                  </a:cxn>
                  <a:cxn ang="0">
                    <a:pos x="162" y="641"/>
                  </a:cxn>
                  <a:cxn ang="0">
                    <a:pos x="209" y="408"/>
                  </a:cxn>
                  <a:cxn ang="0">
                    <a:pos x="251" y="192"/>
                  </a:cxn>
                  <a:cxn ang="0">
                    <a:pos x="299" y="0"/>
                  </a:cxn>
                  <a:cxn ang="0">
                    <a:pos x="287" y="0"/>
                  </a:cxn>
                  <a:cxn ang="0">
                    <a:pos x="239" y="192"/>
                  </a:cxn>
                  <a:cxn ang="0">
                    <a:pos x="198" y="408"/>
                  </a:cxn>
                  <a:cxn ang="0">
                    <a:pos x="156" y="641"/>
                  </a:cxn>
                  <a:cxn ang="0">
                    <a:pos x="114" y="899"/>
                  </a:cxn>
                  <a:cxn ang="0">
                    <a:pos x="78" y="1169"/>
                  </a:cxn>
                  <a:cxn ang="0">
                    <a:pos x="48" y="1451"/>
                  </a:cxn>
                  <a:cxn ang="0">
                    <a:pos x="24" y="1750"/>
                  </a:cxn>
                  <a:cxn ang="0">
                    <a:pos x="6" y="2062"/>
                  </a:cxn>
                  <a:cxn ang="0">
                    <a:pos x="0" y="2374"/>
                  </a:cxn>
                  <a:cxn ang="0">
                    <a:pos x="12" y="2674"/>
                  </a:cxn>
                  <a:cxn ang="0">
                    <a:pos x="30" y="2973"/>
                  </a:cxn>
                  <a:cxn ang="0">
                    <a:pos x="54" y="3255"/>
                  </a:cxn>
                  <a:cxn ang="0">
                    <a:pos x="96" y="3537"/>
                  </a:cxn>
                  <a:cxn ang="0">
                    <a:pos x="144" y="3806"/>
                  </a:cxn>
                  <a:cxn ang="0">
                    <a:pos x="203" y="4064"/>
                  </a:cxn>
                  <a:cxn ang="0">
                    <a:pos x="275" y="4316"/>
                  </a:cxn>
                  <a:cxn ang="0">
                    <a:pos x="287" y="4316"/>
                  </a:cxn>
                  <a:cxn ang="0">
                    <a:pos x="215" y="4064"/>
                  </a:cxn>
                  <a:cxn ang="0">
                    <a:pos x="156" y="3806"/>
                  </a:cxn>
                  <a:cxn ang="0">
                    <a:pos x="108" y="3537"/>
                  </a:cxn>
                  <a:cxn ang="0">
                    <a:pos x="66" y="3261"/>
                  </a:cxn>
                  <a:cxn ang="0">
                    <a:pos x="42" y="2973"/>
                  </a:cxn>
                  <a:cxn ang="0">
                    <a:pos x="24" y="2680"/>
                  </a:cxn>
                  <a:cxn ang="0">
                    <a:pos x="12" y="2374"/>
                  </a:cxn>
                  <a:cxn ang="0">
                    <a:pos x="18" y="2062"/>
                  </a:cxn>
                  <a:cxn ang="0">
                    <a:pos x="18" y="2062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7" name="Freeform 16"/>
              <p:cNvSpPr/>
              <p:nvPr/>
            </p:nvSpPr>
            <p:spPr bwMode="hidden">
              <a:xfrm>
                <a:off x="1566" y="0"/>
                <a:ext cx="425" cy="4316"/>
              </a:xfrm>
              <a:custGeom>
                <a:avLst/>
                <a:gdLst/>
                <a:ahLst/>
                <a:cxnLst>
                  <a:cxn ang="0">
                    <a:pos x="424" y="0"/>
                  </a:cxn>
                  <a:cxn ang="0">
                    <a:pos x="412" y="0"/>
                  </a:cxn>
                  <a:cxn ang="0">
                    <a:pos x="316" y="222"/>
                  </a:cxn>
                  <a:cxn ang="0">
                    <a:pos x="239" y="462"/>
                  </a:cxn>
                  <a:cxn ang="0">
                    <a:pos x="167" y="707"/>
                  </a:cxn>
                  <a:cxn ang="0">
                    <a:pos x="107" y="971"/>
                  </a:cxn>
                  <a:cxn ang="0">
                    <a:pos x="65" y="1247"/>
                  </a:cxn>
                  <a:cxn ang="0">
                    <a:pos x="29" y="1529"/>
                  </a:cxn>
                  <a:cxn ang="0">
                    <a:pos x="6" y="1822"/>
                  </a:cxn>
                  <a:cxn ang="0">
                    <a:pos x="0" y="2122"/>
                  </a:cxn>
                  <a:cxn ang="0">
                    <a:pos x="6" y="2404"/>
                  </a:cxn>
                  <a:cxn ang="0">
                    <a:pos x="24" y="2686"/>
                  </a:cxn>
                  <a:cxn ang="0">
                    <a:pos x="47" y="2961"/>
                  </a:cxn>
                  <a:cxn ang="0">
                    <a:pos x="89" y="3243"/>
                  </a:cxn>
                  <a:cxn ang="0">
                    <a:pos x="137" y="3519"/>
                  </a:cxn>
                  <a:cxn ang="0">
                    <a:pos x="197" y="3788"/>
                  </a:cxn>
                  <a:cxn ang="0">
                    <a:pos x="269" y="4058"/>
                  </a:cxn>
                  <a:cxn ang="0">
                    <a:pos x="346" y="4316"/>
                  </a:cxn>
                  <a:cxn ang="0">
                    <a:pos x="358" y="4316"/>
                  </a:cxn>
                  <a:cxn ang="0">
                    <a:pos x="281" y="4058"/>
                  </a:cxn>
                  <a:cxn ang="0">
                    <a:pos x="209" y="3788"/>
                  </a:cxn>
                  <a:cxn ang="0">
                    <a:pos x="149" y="3519"/>
                  </a:cxn>
                  <a:cxn ang="0">
                    <a:pos x="101" y="3243"/>
                  </a:cxn>
                  <a:cxn ang="0">
                    <a:pos x="59" y="2961"/>
                  </a:cxn>
                  <a:cxn ang="0">
                    <a:pos x="35" y="2686"/>
                  </a:cxn>
                  <a:cxn ang="0">
                    <a:pos x="18" y="2404"/>
                  </a:cxn>
                  <a:cxn ang="0">
                    <a:pos x="12" y="2122"/>
                  </a:cxn>
                  <a:cxn ang="0">
                    <a:pos x="18" y="1822"/>
                  </a:cxn>
                  <a:cxn ang="0">
                    <a:pos x="41" y="1529"/>
                  </a:cxn>
                  <a:cxn ang="0">
                    <a:pos x="71" y="1247"/>
                  </a:cxn>
                  <a:cxn ang="0">
                    <a:pos x="119" y="971"/>
                  </a:cxn>
                  <a:cxn ang="0">
                    <a:pos x="179" y="707"/>
                  </a:cxn>
                  <a:cxn ang="0">
                    <a:pos x="245" y="462"/>
                  </a:cxn>
                  <a:cxn ang="0">
                    <a:pos x="328" y="222"/>
                  </a:cxn>
                  <a:cxn ang="0">
                    <a:pos x="424" y="0"/>
                  </a:cxn>
                  <a:cxn ang="0">
                    <a:pos x="424" y="0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8" name="Freeform 17"/>
              <p:cNvSpPr/>
              <p:nvPr/>
            </p:nvSpPr>
            <p:spPr bwMode="hidden">
              <a:xfrm>
                <a:off x="1128" y="0"/>
                <a:ext cx="575" cy="4316"/>
              </a:xfrm>
              <a:custGeom>
                <a:avLst/>
                <a:gdLst/>
                <a:ahLst/>
                <a:cxnLst>
                  <a:cxn ang="0">
                    <a:pos x="12" y="2146"/>
                  </a:cxn>
                  <a:cxn ang="0">
                    <a:pos x="24" y="1846"/>
                  </a:cxn>
                  <a:cxn ang="0">
                    <a:pos x="54" y="1559"/>
                  </a:cxn>
                  <a:cxn ang="0">
                    <a:pos x="96" y="1277"/>
                  </a:cxn>
                  <a:cxn ang="0">
                    <a:pos x="162" y="1001"/>
                  </a:cxn>
                  <a:cxn ang="0">
                    <a:pos x="239" y="731"/>
                  </a:cxn>
                  <a:cxn ang="0">
                    <a:pos x="335" y="480"/>
                  </a:cxn>
                  <a:cxn ang="0">
                    <a:pos x="449" y="234"/>
                  </a:cxn>
                  <a:cxn ang="0">
                    <a:pos x="574" y="0"/>
                  </a:cxn>
                  <a:cxn ang="0">
                    <a:pos x="562" y="0"/>
                  </a:cxn>
                  <a:cxn ang="0">
                    <a:pos x="437" y="234"/>
                  </a:cxn>
                  <a:cxn ang="0">
                    <a:pos x="323" y="480"/>
                  </a:cxn>
                  <a:cxn ang="0">
                    <a:pos x="227" y="737"/>
                  </a:cxn>
                  <a:cxn ang="0">
                    <a:pos x="150" y="1001"/>
                  </a:cxn>
                  <a:cxn ang="0">
                    <a:pos x="84" y="1277"/>
                  </a:cxn>
                  <a:cxn ang="0">
                    <a:pos x="42" y="1559"/>
                  </a:cxn>
                  <a:cxn ang="0">
                    <a:pos x="12" y="1852"/>
                  </a:cxn>
                  <a:cxn ang="0">
                    <a:pos x="0" y="2146"/>
                  </a:cxn>
                  <a:cxn ang="0">
                    <a:pos x="6" y="2434"/>
                  </a:cxn>
                  <a:cxn ang="0">
                    <a:pos x="30" y="2715"/>
                  </a:cxn>
                  <a:cxn ang="0">
                    <a:pos x="66" y="2997"/>
                  </a:cxn>
                  <a:cxn ang="0">
                    <a:pos x="120" y="3273"/>
                  </a:cxn>
                  <a:cxn ang="0">
                    <a:pos x="191" y="3549"/>
                  </a:cxn>
                  <a:cxn ang="0">
                    <a:pos x="275" y="3812"/>
                  </a:cxn>
                  <a:cxn ang="0">
                    <a:pos x="371" y="4070"/>
                  </a:cxn>
                  <a:cxn ang="0">
                    <a:pos x="484" y="4316"/>
                  </a:cxn>
                  <a:cxn ang="0">
                    <a:pos x="496" y="4316"/>
                  </a:cxn>
                  <a:cxn ang="0">
                    <a:pos x="383" y="4070"/>
                  </a:cxn>
                  <a:cxn ang="0">
                    <a:pos x="287" y="3812"/>
                  </a:cxn>
                  <a:cxn ang="0">
                    <a:pos x="203" y="3549"/>
                  </a:cxn>
                  <a:cxn ang="0">
                    <a:pos x="132" y="3273"/>
                  </a:cxn>
                  <a:cxn ang="0">
                    <a:pos x="78" y="2997"/>
                  </a:cxn>
                  <a:cxn ang="0">
                    <a:pos x="42" y="2715"/>
                  </a:cxn>
                  <a:cxn ang="0">
                    <a:pos x="18" y="2434"/>
                  </a:cxn>
                  <a:cxn ang="0">
                    <a:pos x="12" y="2146"/>
                  </a:cxn>
                  <a:cxn ang="0">
                    <a:pos x="12" y="2146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9" name="Freeform 18"/>
              <p:cNvSpPr/>
              <p:nvPr/>
            </p:nvSpPr>
            <p:spPr bwMode="hidden">
              <a:xfrm>
                <a:off x="702" y="0"/>
                <a:ext cx="737" cy="4316"/>
              </a:xfrm>
              <a:custGeom>
                <a:avLst/>
                <a:gdLst/>
                <a:ahLst/>
                <a:cxnLst>
                  <a:cxn ang="0">
                    <a:pos x="12" y="2098"/>
                  </a:cxn>
                  <a:cxn ang="0">
                    <a:pos x="29" y="1798"/>
                  </a:cxn>
                  <a:cxn ang="0">
                    <a:pos x="71" y="1505"/>
                  </a:cxn>
                  <a:cxn ang="0">
                    <a:pos x="131" y="1223"/>
                  </a:cxn>
                  <a:cxn ang="0">
                    <a:pos x="215" y="941"/>
                  </a:cxn>
                  <a:cxn ang="0">
                    <a:pos x="316" y="689"/>
                  </a:cxn>
                  <a:cxn ang="0">
                    <a:pos x="442" y="444"/>
                  </a:cxn>
                  <a:cxn ang="0">
                    <a:pos x="580" y="216"/>
                  </a:cxn>
                  <a:cxn ang="0">
                    <a:pos x="735" y="0"/>
                  </a:cxn>
                  <a:cxn ang="0">
                    <a:pos x="723" y="0"/>
                  </a:cxn>
                  <a:cxn ang="0">
                    <a:pos x="568" y="210"/>
                  </a:cxn>
                  <a:cxn ang="0">
                    <a:pos x="430" y="438"/>
                  </a:cxn>
                  <a:cxn ang="0">
                    <a:pos x="311" y="683"/>
                  </a:cxn>
                  <a:cxn ang="0">
                    <a:pos x="209" y="941"/>
                  </a:cxn>
                  <a:cxn ang="0">
                    <a:pos x="125" y="1217"/>
                  </a:cxn>
                  <a:cxn ang="0">
                    <a:pos x="59" y="1505"/>
                  </a:cxn>
                  <a:cxn ang="0">
                    <a:pos x="18" y="1798"/>
                  </a:cxn>
                  <a:cxn ang="0">
                    <a:pos x="0" y="2098"/>
                  </a:cxn>
                  <a:cxn ang="0">
                    <a:pos x="6" y="2404"/>
                  </a:cxn>
                  <a:cxn ang="0">
                    <a:pos x="29" y="2709"/>
                  </a:cxn>
                  <a:cxn ang="0">
                    <a:pos x="77" y="3015"/>
                  </a:cxn>
                  <a:cxn ang="0">
                    <a:pos x="149" y="3315"/>
                  </a:cxn>
                  <a:cxn ang="0">
                    <a:pos x="227" y="3573"/>
                  </a:cxn>
                  <a:cxn ang="0">
                    <a:pos x="316" y="3824"/>
                  </a:cxn>
                  <a:cxn ang="0">
                    <a:pos x="424" y="4076"/>
                  </a:cxn>
                  <a:cxn ang="0">
                    <a:pos x="544" y="4316"/>
                  </a:cxn>
                  <a:cxn ang="0">
                    <a:pos x="556" y="4316"/>
                  </a:cxn>
                  <a:cxn ang="0">
                    <a:pos x="436" y="4076"/>
                  </a:cxn>
                  <a:cxn ang="0">
                    <a:pos x="328" y="3824"/>
                  </a:cxn>
                  <a:cxn ang="0">
                    <a:pos x="239" y="3573"/>
                  </a:cxn>
                  <a:cxn ang="0">
                    <a:pos x="161" y="3315"/>
                  </a:cxn>
                  <a:cxn ang="0">
                    <a:pos x="89" y="3015"/>
                  </a:cxn>
                  <a:cxn ang="0">
                    <a:pos x="41" y="2709"/>
                  </a:cxn>
                  <a:cxn ang="0">
                    <a:pos x="18" y="2404"/>
                  </a:cxn>
                  <a:cxn ang="0">
                    <a:pos x="12" y="2098"/>
                  </a:cxn>
                  <a:cxn ang="0">
                    <a:pos x="12" y="2098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0" name="Freeform 19"/>
              <p:cNvSpPr/>
              <p:nvPr/>
            </p:nvSpPr>
            <p:spPr bwMode="hidden">
              <a:xfrm>
                <a:off x="288" y="0"/>
                <a:ext cx="840" cy="4316"/>
              </a:xfrm>
              <a:custGeom>
                <a:avLst/>
                <a:gdLst/>
                <a:ahLst/>
                <a:cxnLst>
                  <a:cxn ang="0">
                    <a:pos x="18" y="1948"/>
                  </a:cxn>
                  <a:cxn ang="0">
                    <a:pos x="48" y="1708"/>
                  </a:cxn>
                  <a:cxn ang="0">
                    <a:pos x="96" y="1475"/>
                  </a:cxn>
                  <a:cxn ang="0">
                    <a:pos x="161" y="1235"/>
                  </a:cxn>
                  <a:cxn ang="0">
                    <a:pos x="251" y="995"/>
                  </a:cxn>
                  <a:cxn ang="0">
                    <a:pos x="365" y="755"/>
                  </a:cxn>
                  <a:cxn ang="0">
                    <a:pos x="496" y="510"/>
                  </a:cxn>
                  <a:cxn ang="0">
                    <a:pos x="658" y="258"/>
                  </a:cxn>
                  <a:cxn ang="0">
                    <a:pos x="741" y="132"/>
                  </a:cxn>
                  <a:cxn ang="0">
                    <a:pos x="837" y="0"/>
                  </a:cxn>
                  <a:cxn ang="0">
                    <a:pos x="825" y="0"/>
                  </a:cxn>
                  <a:cxn ang="0">
                    <a:pos x="729" y="132"/>
                  </a:cxn>
                  <a:cxn ang="0">
                    <a:pos x="640" y="258"/>
                  </a:cxn>
                  <a:cxn ang="0">
                    <a:pos x="562" y="384"/>
                  </a:cxn>
                  <a:cxn ang="0">
                    <a:pos x="484" y="510"/>
                  </a:cxn>
                  <a:cxn ang="0">
                    <a:pos x="353" y="755"/>
                  </a:cxn>
                  <a:cxn ang="0">
                    <a:pos x="239" y="995"/>
                  </a:cxn>
                  <a:cxn ang="0">
                    <a:pos x="150" y="1235"/>
                  </a:cxn>
                  <a:cxn ang="0">
                    <a:pos x="84" y="1469"/>
                  </a:cxn>
                  <a:cxn ang="0">
                    <a:pos x="36" y="1702"/>
                  </a:cxn>
                  <a:cxn ang="0">
                    <a:pos x="6" y="1942"/>
                  </a:cxn>
                  <a:cxn ang="0">
                    <a:pos x="0" y="2200"/>
                  </a:cxn>
                  <a:cxn ang="0">
                    <a:pos x="12" y="2470"/>
                  </a:cxn>
                  <a:cxn ang="0">
                    <a:pos x="48" y="2739"/>
                  </a:cxn>
                  <a:cxn ang="0">
                    <a:pos x="114" y="3027"/>
                  </a:cxn>
                  <a:cxn ang="0">
                    <a:pos x="150" y="3171"/>
                  </a:cxn>
                  <a:cxn ang="0">
                    <a:pos x="197" y="3321"/>
                  </a:cxn>
                  <a:cxn ang="0">
                    <a:pos x="245" y="3477"/>
                  </a:cxn>
                  <a:cxn ang="0">
                    <a:pos x="305" y="3639"/>
                  </a:cxn>
                  <a:cxn ang="0">
                    <a:pos x="365" y="3800"/>
                  </a:cxn>
                  <a:cxn ang="0">
                    <a:pos x="437" y="3968"/>
                  </a:cxn>
                  <a:cxn ang="0">
                    <a:pos x="508" y="4136"/>
                  </a:cxn>
                  <a:cxn ang="0">
                    <a:pos x="592" y="4316"/>
                  </a:cxn>
                  <a:cxn ang="0">
                    <a:pos x="604" y="4316"/>
                  </a:cxn>
                  <a:cxn ang="0">
                    <a:pos x="520" y="4136"/>
                  </a:cxn>
                  <a:cxn ang="0">
                    <a:pos x="448" y="3968"/>
                  </a:cxn>
                  <a:cxn ang="0">
                    <a:pos x="377" y="3800"/>
                  </a:cxn>
                  <a:cxn ang="0">
                    <a:pos x="317" y="3639"/>
                  </a:cxn>
                  <a:cxn ang="0">
                    <a:pos x="257" y="3477"/>
                  </a:cxn>
                  <a:cxn ang="0">
                    <a:pos x="209" y="3327"/>
                  </a:cxn>
                  <a:cxn ang="0">
                    <a:pos x="161" y="3171"/>
                  </a:cxn>
                  <a:cxn ang="0">
                    <a:pos x="126" y="3027"/>
                  </a:cxn>
                  <a:cxn ang="0">
                    <a:pos x="60" y="2739"/>
                  </a:cxn>
                  <a:cxn ang="0">
                    <a:pos x="24" y="2470"/>
                  </a:cxn>
                  <a:cxn ang="0">
                    <a:pos x="12" y="2206"/>
                  </a:cxn>
                  <a:cxn ang="0">
                    <a:pos x="18" y="1948"/>
                  </a:cxn>
                  <a:cxn ang="0">
                    <a:pos x="18" y="1948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49" name="Freeform 20"/>
            <p:cNvSpPr/>
            <p:nvPr/>
          </p:nvSpPr>
          <p:spPr bwMode="hidden">
            <a:xfrm>
              <a:off x="6" y="2901"/>
              <a:ext cx="606" cy="1415"/>
            </a:xfrm>
            <a:custGeom>
              <a:avLst/>
              <a:gdLst/>
              <a:ahLst/>
              <a:cxnLst>
                <a:cxn ang="0">
                  <a:pos x="0" y="54"/>
                </a:cxn>
                <a:cxn ang="0">
                  <a:pos x="42" y="228"/>
                </a:cxn>
                <a:cxn ang="0">
                  <a:pos x="96" y="402"/>
                </a:cxn>
                <a:cxn ang="0">
                  <a:pos x="161" y="576"/>
                </a:cxn>
                <a:cxn ang="0">
                  <a:pos x="227" y="744"/>
                </a:cxn>
                <a:cxn ang="0">
                  <a:pos x="305" y="917"/>
                </a:cxn>
                <a:cxn ang="0">
                  <a:pos x="389" y="1085"/>
                </a:cxn>
                <a:cxn ang="0">
                  <a:pos x="484" y="1253"/>
                </a:cxn>
                <a:cxn ang="0">
                  <a:pos x="586" y="1415"/>
                </a:cxn>
                <a:cxn ang="0">
                  <a:pos x="604" y="1415"/>
                </a:cxn>
                <a:cxn ang="0">
                  <a:pos x="496" y="1247"/>
                </a:cxn>
                <a:cxn ang="0">
                  <a:pos x="401" y="1073"/>
                </a:cxn>
                <a:cxn ang="0">
                  <a:pos x="311" y="899"/>
                </a:cxn>
                <a:cxn ang="0">
                  <a:pos x="233" y="720"/>
                </a:cxn>
                <a:cxn ang="0">
                  <a:pos x="161" y="546"/>
                </a:cxn>
                <a:cxn ang="0">
                  <a:pos x="102" y="366"/>
                </a:cxn>
                <a:cxn ang="0">
                  <a:pos x="48" y="180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0" y="54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" name="Freeform 21"/>
            <p:cNvSpPr/>
            <p:nvPr/>
          </p:nvSpPr>
          <p:spPr bwMode="hidden">
            <a:xfrm>
              <a:off x="6" y="3890"/>
              <a:ext cx="228" cy="426"/>
            </a:xfrm>
            <a:custGeom>
              <a:avLst/>
              <a:gdLst/>
              <a:ahLst/>
              <a:cxnLst>
                <a:cxn ang="0">
                  <a:pos x="0" y="30"/>
                </a:cxn>
                <a:cxn ang="0">
                  <a:pos x="108" y="240"/>
                </a:cxn>
                <a:cxn ang="0">
                  <a:pos x="215" y="426"/>
                </a:cxn>
                <a:cxn ang="0">
                  <a:pos x="227" y="426"/>
                </a:cxn>
                <a:cxn ang="0">
                  <a:pos x="167" y="330"/>
                </a:cxn>
                <a:cxn ang="0">
                  <a:pos x="114" y="222"/>
                </a:cxn>
                <a:cxn ang="0">
                  <a:pos x="0" y="0"/>
                </a:cxn>
                <a:cxn ang="0">
                  <a:pos x="0" y="30"/>
                </a:cxn>
                <a:cxn ang="0">
                  <a:pos x="0" y="30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" name="Freeform 22"/>
            <p:cNvSpPr/>
            <p:nvPr/>
          </p:nvSpPr>
          <p:spPr bwMode="hidden">
            <a:xfrm>
              <a:off x="4776" y="0"/>
              <a:ext cx="984" cy="1786"/>
            </a:xfrm>
            <a:custGeom>
              <a:avLst/>
              <a:gdLst/>
              <a:ahLst/>
              <a:cxnLst>
                <a:cxn ang="0">
                  <a:pos x="981" y="1786"/>
                </a:cxn>
                <a:cxn ang="0">
                  <a:pos x="981" y="1720"/>
                </a:cxn>
                <a:cxn ang="0">
                  <a:pos x="969" y="1666"/>
                </a:cxn>
                <a:cxn ang="0">
                  <a:pos x="957" y="1613"/>
                </a:cxn>
                <a:cxn ang="0">
                  <a:pos x="921" y="1487"/>
                </a:cxn>
                <a:cxn ang="0">
                  <a:pos x="885" y="1361"/>
                </a:cxn>
                <a:cxn ang="0">
                  <a:pos x="796" y="1121"/>
                </a:cxn>
                <a:cxn ang="0">
                  <a:pos x="682" y="899"/>
                </a:cxn>
                <a:cxn ang="0">
                  <a:pos x="562" y="689"/>
                </a:cxn>
                <a:cxn ang="0">
                  <a:pos x="431" y="498"/>
                </a:cxn>
                <a:cxn ang="0">
                  <a:pos x="293" y="318"/>
                </a:cxn>
                <a:cxn ang="0">
                  <a:pos x="150" y="150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38" y="150"/>
                </a:cxn>
                <a:cxn ang="0">
                  <a:pos x="275" y="318"/>
                </a:cxn>
                <a:cxn ang="0">
                  <a:pos x="413" y="498"/>
                </a:cxn>
                <a:cxn ang="0">
                  <a:pos x="545" y="689"/>
                </a:cxn>
                <a:cxn ang="0">
                  <a:pos x="670" y="899"/>
                </a:cxn>
                <a:cxn ang="0">
                  <a:pos x="778" y="1121"/>
                </a:cxn>
                <a:cxn ang="0">
                  <a:pos x="873" y="1361"/>
                </a:cxn>
                <a:cxn ang="0">
                  <a:pos x="909" y="1487"/>
                </a:cxn>
                <a:cxn ang="0">
                  <a:pos x="945" y="1619"/>
                </a:cxn>
                <a:cxn ang="0">
                  <a:pos x="963" y="1702"/>
                </a:cxn>
                <a:cxn ang="0">
                  <a:pos x="981" y="1786"/>
                </a:cxn>
                <a:cxn ang="0">
                  <a:pos x="981" y="1786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64" name="Freeform 23"/>
            <p:cNvSpPr/>
            <p:nvPr/>
          </p:nvSpPr>
          <p:spPr>
            <a:xfrm>
              <a:off x="5041" y="0"/>
              <a:ext cx="719" cy="845"/>
            </a:xfrm>
            <a:custGeom>
              <a:avLst/>
              <a:gdLst/>
              <a:ahLst/>
              <a:cxnLst>
                <a:cxn ang="0">
                  <a:pos x="1020" y="845"/>
                </a:cxn>
                <a:cxn ang="0">
                  <a:pos x="1020" y="821"/>
                </a:cxn>
                <a:cxn ang="0">
                  <a:pos x="836" y="605"/>
                </a:cxn>
                <a:cxn ang="0">
                  <a:pos x="537" y="396"/>
                </a:cxn>
                <a:cxn ang="0">
                  <a:pos x="352" y="192"/>
                </a:cxn>
                <a:cxn ang="0">
                  <a:pos x="17" y="0"/>
                </a:cxn>
                <a:cxn ang="0">
                  <a:pos x="0" y="0"/>
                </a:cxn>
                <a:cxn ang="0">
                  <a:pos x="340" y="198"/>
                </a:cxn>
                <a:cxn ang="0">
                  <a:pos x="531" y="408"/>
                </a:cxn>
                <a:cxn ang="0">
                  <a:pos x="830" y="623"/>
                </a:cxn>
                <a:cxn ang="0">
                  <a:pos x="1020" y="845"/>
                </a:cxn>
                <a:cxn ang="0">
                  <a:pos x="1020" y="845"/>
                </a:cxn>
              </a:cxnLst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5" name="Freeform 24"/>
            <p:cNvSpPr/>
            <p:nvPr/>
          </p:nvSpPr>
          <p:spPr>
            <a:xfrm>
              <a:off x="5352" y="0"/>
              <a:ext cx="408" cy="414"/>
            </a:xfrm>
            <a:custGeom>
              <a:avLst/>
              <a:gdLst/>
              <a:ahLst/>
              <a:cxnLst>
                <a:cxn ang="0">
                  <a:pos x="538" y="414"/>
                </a:cxn>
                <a:cxn ang="0">
                  <a:pos x="538" y="396"/>
                </a:cxn>
                <a:cxn ang="0">
                  <a:pos x="353" y="192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08" y="102"/>
                </a:cxn>
                <a:cxn ang="0">
                  <a:pos x="347" y="204"/>
                </a:cxn>
                <a:cxn ang="0">
                  <a:pos x="538" y="414"/>
                </a:cxn>
                <a:cxn ang="0">
                  <a:pos x="538" y="414"/>
                </a:cxn>
              </a:cxnLst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4" name="Freeform 25"/>
            <p:cNvSpPr/>
            <p:nvPr/>
          </p:nvSpPr>
          <p:spPr bwMode="hidden">
            <a:xfrm>
              <a:off x="6" y="0"/>
              <a:ext cx="858" cy="1409"/>
            </a:xfrm>
            <a:custGeom>
              <a:avLst/>
              <a:gdLst/>
              <a:ahLst/>
              <a:cxnLst>
                <a:cxn ang="0">
                  <a:pos x="0" y="1361"/>
                </a:cxn>
                <a:cxn ang="0">
                  <a:pos x="0" y="1409"/>
                </a:cxn>
                <a:cxn ang="0">
                  <a:pos x="54" y="1211"/>
                </a:cxn>
                <a:cxn ang="0">
                  <a:pos x="126" y="1013"/>
                </a:cxn>
                <a:cxn ang="0">
                  <a:pos x="215" y="827"/>
                </a:cxn>
                <a:cxn ang="0">
                  <a:pos x="311" y="647"/>
                </a:cxn>
                <a:cxn ang="0">
                  <a:pos x="431" y="474"/>
                </a:cxn>
                <a:cxn ang="0">
                  <a:pos x="556" y="312"/>
                </a:cxn>
                <a:cxn ang="0">
                  <a:pos x="700" y="150"/>
                </a:cxn>
                <a:cxn ang="0">
                  <a:pos x="855" y="0"/>
                </a:cxn>
                <a:cxn ang="0">
                  <a:pos x="837" y="0"/>
                </a:cxn>
                <a:cxn ang="0">
                  <a:pos x="688" y="144"/>
                </a:cxn>
                <a:cxn ang="0">
                  <a:pos x="550" y="300"/>
                </a:cxn>
                <a:cxn ang="0">
                  <a:pos x="425" y="462"/>
                </a:cxn>
                <a:cxn ang="0">
                  <a:pos x="311" y="629"/>
                </a:cxn>
                <a:cxn ang="0">
                  <a:pos x="215" y="803"/>
                </a:cxn>
                <a:cxn ang="0">
                  <a:pos x="132" y="983"/>
                </a:cxn>
                <a:cxn ang="0">
                  <a:pos x="60" y="1169"/>
                </a:cxn>
                <a:cxn ang="0">
                  <a:pos x="0" y="1361"/>
                </a:cxn>
                <a:cxn ang="0">
                  <a:pos x="0" y="1361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67" name="Freeform 26"/>
            <p:cNvSpPr/>
            <p:nvPr/>
          </p:nvSpPr>
          <p:spPr>
            <a:xfrm>
              <a:off x="6" y="0"/>
              <a:ext cx="588" cy="599"/>
            </a:xfrm>
            <a:custGeom>
              <a:avLst/>
              <a:gdLst/>
              <a:ahLst/>
              <a:cxnLst>
                <a:cxn ang="0">
                  <a:pos x="905" y="0"/>
                </a:cxn>
                <a:cxn ang="0">
                  <a:pos x="878" y="0"/>
                </a:cxn>
                <a:cxn ang="0">
                  <a:pos x="636" y="132"/>
                </a:cxn>
                <a:cxn ang="0">
                  <a:pos x="388" y="270"/>
                </a:cxn>
                <a:cxn ang="0">
                  <a:pos x="120" y="420"/>
                </a:cxn>
                <a:cxn ang="0">
                  <a:pos x="0" y="575"/>
                </a:cxn>
                <a:cxn ang="0">
                  <a:pos x="0" y="599"/>
                </a:cxn>
                <a:cxn ang="0">
                  <a:pos x="120" y="432"/>
                </a:cxn>
                <a:cxn ang="0">
                  <a:pos x="388" y="282"/>
                </a:cxn>
                <a:cxn ang="0">
                  <a:pos x="648" y="138"/>
                </a:cxn>
                <a:cxn ang="0">
                  <a:pos x="905" y="0"/>
                </a:cxn>
                <a:cxn ang="0">
                  <a:pos x="905" y="0"/>
                </a:cxn>
              </a:cxnLst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8" name="Freeform 27"/>
            <p:cNvSpPr/>
            <p:nvPr/>
          </p:nvSpPr>
          <p:spPr>
            <a:xfrm>
              <a:off x="6" y="0"/>
              <a:ext cx="270" cy="252"/>
            </a:xfrm>
            <a:custGeom>
              <a:avLst/>
              <a:gdLst/>
              <a:ahLst/>
              <a:cxnLst>
                <a:cxn ang="0">
                  <a:pos x="400" y="0"/>
                </a:cxn>
                <a:cxn ang="0">
                  <a:pos x="382" y="0"/>
                </a:cxn>
                <a:cxn ang="0">
                  <a:pos x="120" y="114"/>
                </a:cxn>
                <a:cxn ang="0">
                  <a:pos x="60" y="174"/>
                </a:cxn>
                <a:cxn ang="0">
                  <a:pos x="0" y="234"/>
                </a:cxn>
                <a:cxn ang="0">
                  <a:pos x="0" y="252"/>
                </a:cxn>
                <a:cxn ang="0">
                  <a:pos x="126" y="120"/>
                </a:cxn>
                <a:cxn ang="0">
                  <a:pos x="400" y="0"/>
                </a:cxn>
                <a:cxn ang="0">
                  <a:pos x="400" y="0"/>
                </a:cxn>
              </a:cxnLst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9" name="Line 28"/>
            <p:cNvSpPr/>
            <p:nvPr/>
          </p:nvSpPr>
          <p:spPr>
            <a:xfrm>
              <a:off x="1" y="2749"/>
              <a:ext cx="5758" cy="0"/>
            </a:xfrm>
            <a:prstGeom prst="line">
              <a:avLst/>
            </a:prstGeom>
            <a:ln w="158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70" name="Line 29"/>
            <p:cNvSpPr/>
            <p:nvPr/>
          </p:nvSpPr>
          <p:spPr>
            <a:xfrm>
              <a:off x="1" y="2356"/>
              <a:ext cx="5758" cy="0"/>
            </a:xfrm>
            <a:prstGeom prst="line">
              <a:avLst/>
            </a:prstGeom>
            <a:ln w="158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71" name="Line 30"/>
            <p:cNvSpPr/>
            <p:nvPr/>
          </p:nvSpPr>
          <p:spPr>
            <a:xfrm>
              <a:off x="1" y="3142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2072" name="Group 31"/>
            <p:cNvGrpSpPr/>
            <p:nvPr/>
          </p:nvGrpSpPr>
          <p:grpSpPr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2075" name="Line 32"/>
              <p:cNvSpPr/>
              <p:nvPr userDrawn="1"/>
            </p:nvSpPr>
            <p:spPr>
              <a:xfrm>
                <a:off x="1" y="784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76" name="Line 33"/>
              <p:cNvSpPr/>
              <p:nvPr userDrawn="1"/>
            </p:nvSpPr>
            <p:spPr>
              <a:xfrm>
                <a:off x="1" y="1963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77" name="Line 34"/>
              <p:cNvSpPr/>
              <p:nvPr userDrawn="1"/>
            </p:nvSpPr>
            <p:spPr>
              <a:xfrm>
                <a:off x="1" y="1570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78" name="Line 35"/>
              <p:cNvSpPr/>
              <p:nvPr userDrawn="1"/>
            </p:nvSpPr>
            <p:spPr>
              <a:xfrm>
                <a:off x="1" y="1177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79" name="Line 36"/>
              <p:cNvSpPr/>
              <p:nvPr userDrawn="1"/>
            </p:nvSpPr>
            <p:spPr>
              <a:xfrm>
                <a:off x="1" y="392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073" name="Line 37"/>
            <p:cNvSpPr/>
            <p:nvPr/>
          </p:nvSpPr>
          <p:spPr>
            <a:xfrm>
              <a:off x="1" y="3928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74" name="Line 38"/>
            <p:cNvSpPr/>
            <p:nvPr/>
          </p:nvSpPr>
          <p:spPr>
            <a:xfrm>
              <a:off x="1" y="3535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265703" name="Rectangle 3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922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265704" name="Rectangle 4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81" name="Rectangle 41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2" name="Rectangle 4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3" name="Rectangle 4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509E5A-3326-483B-8A91-98D853E43166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32DB0C6-2AE7-4FC9-950F-E4D6063AFD91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32DB0C6-2AE7-4FC9-950F-E4D6063AFD91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32DB0C6-2AE7-4FC9-950F-E4D6063AFD91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32DB0C6-2AE7-4FC9-950F-E4D6063AFD91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32DB0C6-2AE7-4FC9-950F-E4D6063AFD91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32DB0C6-2AE7-4FC9-950F-E4D6063AFD91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32DB0C6-2AE7-4FC9-950F-E4D6063AFD91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32DB0C6-2AE7-4FC9-950F-E4D6063AFD91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32DB0C6-2AE7-4FC9-950F-E4D6063AFD91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32DB0C6-2AE7-4FC9-950F-E4D6063AFD91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chemeClr val="bg1">
                <a:lumMod val="50000"/>
              </a:schemeClr>
            </a:gs>
            <a:gs pos="100000">
              <a:schemeClr val="bg2">
                <a:lumMod val="5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2"/>
          <p:cNvGrpSpPr/>
          <p:nvPr/>
        </p:nvGrpSpPr>
        <p:grpSpPr>
          <a:xfrm>
            <a:off x="1588" y="0"/>
            <a:ext cx="9148762" cy="6851650"/>
            <a:chOff x="1" y="0"/>
            <a:chExt cx="5763" cy="4316"/>
          </a:xfrm>
        </p:grpSpPr>
        <p:sp>
          <p:nvSpPr>
            <p:cNvPr id="1264643" name="Freeform 3"/>
            <p:cNvSpPr/>
            <p:nvPr/>
          </p:nvSpPr>
          <p:spPr bwMode="hidden">
            <a:xfrm>
              <a:off x="5045" y="2626"/>
              <a:ext cx="719" cy="1690"/>
            </a:xfrm>
            <a:custGeom>
              <a:avLst/>
              <a:gdLst/>
              <a:ahLst/>
              <a:cxnLst>
                <a:cxn ang="0">
                  <a:pos x="717" y="72"/>
                </a:cxn>
                <a:cxn ang="0">
                  <a:pos x="717" y="0"/>
                </a:cxn>
                <a:cxn ang="0">
                  <a:pos x="699" y="101"/>
                </a:cxn>
                <a:cxn ang="0">
                  <a:pos x="675" y="209"/>
                </a:cxn>
                <a:cxn ang="0">
                  <a:pos x="627" y="389"/>
                </a:cxn>
                <a:cxn ang="0">
                  <a:pos x="574" y="569"/>
                </a:cxn>
                <a:cxn ang="0">
                  <a:pos x="502" y="749"/>
                </a:cxn>
                <a:cxn ang="0">
                  <a:pos x="424" y="935"/>
                </a:cxn>
                <a:cxn ang="0">
                  <a:pos x="334" y="1121"/>
                </a:cxn>
                <a:cxn ang="0">
                  <a:pos x="233" y="1312"/>
                </a:cxn>
                <a:cxn ang="0">
                  <a:pos x="125" y="1498"/>
                </a:cxn>
                <a:cxn ang="0">
                  <a:pos x="0" y="1690"/>
                </a:cxn>
                <a:cxn ang="0">
                  <a:pos x="11" y="1690"/>
                </a:cxn>
                <a:cxn ang="0">
                  <a:pos x="137" y="1498"/>
                </a:cxn>
                <a:cxn ang="0">
                  <a:pos x="245" y="1312"/>
                </a:cxn>
                <a:cxn ang="0">
                  <a:pos x="346" y="1121"/>
                </a:cxn>
                <a:cxn ang="0">
                  <a:pos x="436" y="935"/>
                </a:cxn>
                <a:cxn ang="0">
                  <a:pos x="514" y="749"/>
                </a:cxn>
                <a:cxn ang="0">
                  <a:pos x="585" y="569"/>
                </a:cxn>
                <a:cxn ang="0">
                  <a:pos x="639" y="389"/>
                </a:cxn>
                <a:cxn ang="0">
                  <a:pos x="687" y="209"/>
                </a:cxn>
                <a:cxn ang="0">
                  <a:pos x="705" y="143"/>
                </a:cxn>
                <a:cxn ang="0">
                  <a:pos x="717" y="72"/>
                </a:cxn>
                <a:cxn ang="0">
                  <a:pos x="717" y="72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64644" name="Freeform 4"/>
            <p:cNvSpPr/>
            <p:nvPr/>
          </p:nvSpPr>
          <p:spPr bwMode="hidden">
            <a:xfrm>
              <a:off x="5386" y="3794"/>
              <a:ext cx="378" cy="522"/>
            </a:xfrm>
            <a:custGeom>
              <a:avLst/>
              <a:gdLst/>
              <a:ahLst/>
              <a:cxnLst>
                <a:cxn ang="0">
                  <a:pos x="377" y="0"/>
                </a:cxn>
                <a:cxn ang="0">
                  <a:pos x="293" y="132"/>
                </a:cxn>
                <a:cxn ang="0">
                  <a:pos x="204" y="264"/>
                </a:cxn>
                <a:cxn ang="0">
                  <a:pos x="102" y="396"/>
                </a:cxn>
                <a:cxn ang="0">
                  <a:pos x="0" y="522"/>
                </a:cxn>
                <a:cxn ang="0">
                  <a:pos x="12" y="522"/>
                </a:cxn>
                <a:cxn ang="0">
                  <a:pos x="114" y="402"/>
                </a:cxn>
                <a:cxn ang="0">
                  <a:pos x="204" y="282"/>
                </a:cxn>
                <a:cxn ang="0">
                  <a:pos x="377" y="24"/>
                </a:cxn>
                <a:cxn ang="0">
                  <a:pos x="377" y="0"/>
                </a:cxn>
                <a:cxn ang="0">
                  <a:pos x="377" y="0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64645" name="Freeform 5"/>
            <p:cNvSpPr/>
            <p:nvPr/>
          </p:nvSpPr>
          <p:spPr bwMode="hidden">
            <a:xfrm>
              <a:off x="5680" y="4214"/>
              <a:ext cx="84" cy="102"/>
            </a:xfrm>
            <a:custGeom>
              <a:avLst/>
              <a:gdLst/>
              <a:ahLst/>
              <a:cxnLst>
                <a:cxn ang="0">
                  <a:pos x="0" y="102"/>
                </a:cxn>
                <a:cxn ang="0">
                  <a:pos x="18" y="102"/>
                </a:cxn>
                <a:cxn ang="0">
                  <a:pos x="48" y="60"/>
                </a:cxn>
                <a:cxn ang="0">
                  <a:pos x="84" y="24"/>
                </a:cxn>
                <a:cxn ang="0">
                  <a:pos x="84" y="0"/>
                </a:cxn>
                <a:cxn ang="0">
                  <a:pos x="42" y="54"/>
                </a:cxn>
                <a:cxn ang="0">
                  <a:pos x="0" y="102"/>
                </a:cxn>
                <a:cxn ang="0">
                  <a:pos x="0" y="102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035" name="Group 6"/>
            <p:cNvGrpSpPr/>
            <p:nvPr/>
          </p:nvGrpSpPr>
          <p:grpSpPr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1264647" name="Freeform 7"/>
              <p:cNvSpPr/>
              <p:nvPr/>
            </p:nvSpPr>
            <p:spPr bwMode="hidden">
              <a:xfrm>
                <a:off x="2789" y="0"/>
                <a:ext cx="72" cy="43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0" y="4316"/>
                  </a:cxn>
                  <a:cxn ang="0">
                    <a:pos x="72" y="4316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48" name="Freeform 8"/>
              <p:cNvSpPr/>
              <p:nvPr/>
            </p:nvSpPr>
            <p:spPr bwMode="hidden">
              <a:xfrm>
                <a:off x="3089" y="0"/>
                <a:ext cx="174" cy="4316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12" y="0"/>
                  </a:cxn>
                  <a:cxn ang="0">
                    <a:pos x="42" y="216"/>
                  </a:cxn>
                  <a:cxn ang="0">
                    <a:pos x="72" y="444"/>
                  </a:cxn>
                  <a:cxn ang="0">
                    <a:pos x="96" y="689"/>
                  </a:cxn>
                  <a:cxn ang="0">
                    <a:pos x="120" y="947"/>
                  </a:cxn>
                  <a:cxn ang="0">
                    <a:pos x="132" y="1211"/>
                  </a:cxn>
                  <a:cxn ang="0">
                    <a:pos x="150" y="1487"/>
                  </a:cxn>
                  <a:cxn ang="0">
                    <a:pos x="156" y="1768"/>
                  </a:cxn>
                  <a:cxn ang="0">
                    <a:pos x="162" y="2062"/>
                  </a:cxn>
                  <a:cxn ang="0">
                    <a:pos x="156" y="2644"/>
                  </a:cxn>
                  <a:cxn ang="0">
                    <a:pos x="126" y="3225"/>
                  </a:cxn>
                  <a:cxn ang="0">
                    <a:pos x="108" y="3507"/>
                  </a:cxn>
                  <a:cxn ang="0">
                    <a:pos x="78" y="3788"/>
                  </a:cxn>
                  <a:cxn ang="0">
                    <a:pos x="42" y="4058"/>
                  </a:cxn>
                  <a:cxn ang="0">
                    <a:pos x="0" y="4316"/>
                  </a:cxn>
                  <a:cxn ang="0">
                    <a:pos x="12" y="4316"/>
                  </a:cxn>
                  <a:cxn ang="0">
                    <a:pos x="54" y="4058"/>
                  </a:cxn>
                  <a:cxn ang="0">
                    <a:pos x="90" y="3782"/>
                  </a:cxn>
                  <a:cxn ang="0">
                    <a:pos x="120" y="3507"/>
                  </a:cxn>
                  <a:cxn ang="0">
                    <a:pos x="138" y="3219"/>
                  </a:cxn>
                  <a:cxn ang="0">
                    <a:pos x="168" y="2638"/>
                  </a:cxn>
                  <a:cxn ang="0">
                    <a:pos x="174" y="2056"/>
                  </a:cxn>
                  <a:cxn ang="0">
                    <a:pos x="168" y="1768"/>
                  </a:cxn>
                  <a:cxn ang="0">
                    <a:pos x="162" y="1487"/>
                  </a:cxn>
                  <a:cxn ang="0">
                    <a:pos x="144" y="1211"/>
                  </a:cxn>
                  <a:cxn ang="0">
                    <a:pos x="132" y="941"/>
                  </a:cxn>
                  <a:cxn ang="0">
                    <a:pos x="108" y="689"/>
                  </a:cxn>
                  <a:cxn ang="0">
                    <a:pos x="84" y="444"/>
                  </a:cxn>
                  <a:cxn ang="0">
                    <a:pos x="54" y="216"/>
                  </a:cxn>
                  <a:cxn ang="0">
                    <a:pos x="24" y="0"/>
                  </a:cxn>
                  <a:cxn ang="0">
                    <a:pos x="24" y="0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49" name="Freeform 9"/>
              <p:cNvSpPr/>
              <p:nvPr/>
            </p:nvSpPr>
            <p:spPr bwMode="hidden">
              <a:xfrm>
                <a:off x="3358" y="0"/>
                <a:ext cx="337" cy="4316"/>
              </a:xfrm>
              <a:custGeom>
                <a:avLst/>
                <a:gdLst/>
                <a:ahLst/>
                <a:cxnLst>
                  <a:cxn ang="0">
                    <a:pos x="329" y="2014"/>
                  </a:cxn>
                  <a:cxn ang="0">
                    <a:pos x="317" y="1726"/>
                  </a:cxn>
                  <a:cxn ang="0">
                    <a:pos x="293" y="1445"/>
                  </a:cxn>
                  <a:cxn ang="0">
                    <a:pos x="263" y="1175"/>
                  </a:cxn>
                  <a:cxn ang="0">
                    <a:pos x="228" y="917"/>
                  </a:cxn>
                  <a:cxn ang="0">
                    <a:pos x="186" y="665"/>
                  </a:cxn>
                  <a:cxn ang="0">
                    <a:pos x="132" y="432"/>
                  </a:cxn>
                  <a:cxn ang="0">
                    <a:pos x="78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66" y="204"/>
                  </a:cxn>
                  <a:cxn ang="0">
                    <a:pos x="120" y="432"/>
                  </a:cxn>
                  <a:cxn ang="0">
                    <a:pos x="174" y="665"/>
                  </a:cxn>
                  <a:cxn ang="0">
                    <a:pos x="216" y="917"/>
                  </a:cxn>
                  <a:cxn ang="0">
                    <a:pos x="251" y="1175"/>
                  </a:cxn>
                  <a:cxn ang="0">
                    <a:pos x="281" y="1445"/>
                  </a:cxn>
                  <a:cxn ang="0">
                    <a:pos x="305" y="1726"/>
                  </a:cxn>
                  <a:cxn ang="0">
                    <a:pos x="317" y="2014"/>
                  </a:cxn>
                  <a:cxn ang="0">
                    <a:pos x="323" y="2314"/>
                  </a:cxn>
                  <a:cxn ang="0">
                    <a:pos x="317" y="2608"/>
                  </a:cxn>
                  <a:cxn ang="0">
                    <a:pos x="305" y="2907"/>
                  </a:cxn>
                  <a:cxn ang="0">
                    <a:pos x="281" y="3201"/>
                  </a:cxn>
                  <a:cxn ang="0">
                    <a:pos x="257" y="3489"/>
                  </a:cxn>
                  <a:cxn ang="0">
                    <a:pos x="216" y="3777"/>
                  </a:cxn>
                  <a:cxn ang="0">
                    <a:pos x="174" y="4052"/>
                  </a:cxn>
                  <a:cxn ang="0">
                    <a:pos x="120" y="4316"/>
                  </a:cxn>
                  <a:cxn ang="0">
                    <a:pos x="132" y="4316"/>
                  </a:cxn>
                  <a:cxn ang="0">
                    <a:pos x="186" y="4052"/>
                  </a:cxn>
                  <a:cxn ang="0">
                    <a:pos x="228" y="3777"/>
                  </a:cxn>
                  <a:cxn ang="0">
                    <a:pos x="269" y="3489"/>
                  </a:cxn>
                  <a:cxn ang="0">
                    <a:pos x="293" y="3201"/>
                  </a:cxn>
                  <a:cxn ang="0">
                    <a:pos x="317" y="2907"/>
                  </a:cxn>
                  <a:cxn ang="0">
                    <a:pos x="329" y="2608"/>
                  </a:cxn>
                  <a:cxn ang="0">
                    <a:pos x="335" y="2314"/>
                  </a:cxn>
                  <a:cxn ang="0">
                    <a:pos x="329" y="2014"/>
                  </a:cxn>
                  <a:cxn ang="0">
                    <a:pos x="329" y="2014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50" name="Freeform 10"/>
              <p:cNvSpPr/>
              <p:nvPr/>
            </p:nvSpPr>
            <p:spPr bwMode="hidden">
              <a:xfrm>
                <a:off x="3676" y="0"/>
                <a:ext cx="427" cy="4316"/>
              </a:xfrm>
              <a:custGeom>
                <a:avLst/>
                <a:gdLst/>
                <a:ahLst/>
                <a:cxnLst>
                  <a:cxn ang="0">
                    <a:pos x="413" y="1924"/>
                  </a:cxn>
                  <a:cxn ang="0">
                    <a:pos x="395" y="1690"/>
                  </a:cxn>
                  <a:cxn ang="0">
                    <a:pos x="365" y="1457"/>
                  </a:cxn>
                  <a:cxn ang="0">
                    <a:pos x="329" y="1229"/>
                  </a:cxn>
                  <a:cxn ang="0">
                    <a:pos x="281" y="1001"/>
                  </a:cxn>
                  <a:cxn ang="0">
                    <a:pos x="227" y="761"/>
                  </a:cxn>
                  <a:cxn ang="0">
                    <a:pos x="162" y="522"/>
                  </a:cxn>
                  <a:cxn ang="0">
                    <a:pos x="90" y="27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84" y="270"/>
                  </a:cxn>
                  <a:cxn ang="0">
                    <a:pos x="156" y="522"/>
                  </a:cxn>
                  <a:cxn ang="0">
                    <a:pos x="216" y="767"/>
                  </a:cxn>
                  <a:cxn ang="0">
                    <a:pos x="275" y="1001"/>
                  </a:cxn>
                  <a:cxn ang="0">
                    <a:pos x="317" y="1235"/>
                  </a:cxn>
                  <a:cxn ang="0">
                    <a:pos x="353" y="1463"/>
                  </a:cxn>
                  <a:cxn ang="0">
                    <a:pos x="383" y="1690"/>
                  </a:cxn>
                  <a:cxn ang="0">
                    <a:pos x="401" y="1924"/>
                  </a:cxn>
                  <a:cxn ang="0">
                    <a:pos x="413" y="2188"/>
                  </a:cxn>
                  <a:cxn ang="0">
                    <a:pos x="407" y="2458"/>
                  </a:cxn>
                  <a:cxn ang="0">
                    <a:pos x="395" y="2733"/>
                  </a:cxn>
                  <a:cxn ang="0">
                    <a:pos x="365" y="3021"/>
                  </a:cxn>
                  <a:cxn ang="0">
                    <a:pos x="329" y="3321"/>
                  </a:cxn>
                  <a:cxn ang="0">
                    <a:pos x="275" y="3639"/>
                  </a:cxn>
                  <a:cxn ang="0">
                    <a:pos x="204" y="3968"/>
                  </a:cxn>
                  <a:cxn ang="0">
                    <a:pos x="126" y="4316"/>
                  </a:cxn>
                  <a:cxn ang="0">
                    <a:pos x="138" y="4316"/>
                  </a:cxn>
                  <a:cxn ang="0">
                    <a:pos x="216" y="3968"/>
                  </a:cxn>
                  <a:cxn ang="0">
                    <a:pos x="287" y="3639"/>
                  </a:cxn>
                  <a:cxn ang="0">
                    <a:pos x="341" y="3321"/>
                  </a:cxn>
                  <a:cxn ang="0">
                    <a:pos x="377" y="3021"/>
                  </a:cxn>
                  <a:cxn ang="0">
                    <a:pos x="407" y="2733"/>
                  </a:cxn>
                  <a:cxn ang="0">
                    <a:pos x="419" y="2458"/>
                  </a:cxn>
                  <a:cxn ang="0">
                    <a:pos x="425" y="2188"/>
                  </a:cxn>
                  <a:cxn ang="0">
                    <a:pos x="413" y="1924"/>
                  </a:cxn>
                  <a:cxn ang="0">
                    <a:pos x="413" y="1924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51" name="Freeform 11"/>
              <p:cNvSpPr/>
              <p:nvPr/>
            </p:nvSpPr>
            <p:spPr bwMode="hidden">
              <a:xfrm>
                <a:off x="3946" y="0"/>
                <a:ext cx="558" cy="4316"/>
              </a:xfrm>
              <a:custGeom>
                <a:avLst/>
                <a:gdLst/>
                <a:ahLst/>
                <a:cxnLst>
                  <a:cxn ang="0">
                    <a:pos x="556" y="2020"/>
                  </a:cxn>
                  <a:cxn ang="0">
                    <a:pos x="538" y="1732"/>
                  </a:cxn>
                  <a:cxn ang="0">
                    <a:pos x="503" y="1445"/>
                  </a:cxn>
                  <a:cxn ang="0">
                    <a:pos x="455" y="1175"/>
                  </a:cxn>
                  <a:cxn ang="0">
                    <a:pos x="395" y="911"/>
                  </a:cxn>
                  <a:cxn ang="0">
                    <a:pos x="317" y="659"/>
                  </a:cxn>
                  <a:cxn ang="0">
                    <a:pos x="228" y="426"/>
                  </a:cxn>
                  <a:cxn ang="0">
                    <a:pos x="126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14" y="204"/>
                  </a:cxn>
                  <a:cxn ang="0">
                    <a:pos x="216" y="426"/>
                  </a:cxn>
                  <a:cxn ang="0">
                    <a:pos x="305" y="659"/>
                  </a:cxn>
                  <a:cxn ang="0">
                    <a:pos x="383" y="911"/>
                  </a:cxn>
                  <a:cxn ang="0">
                    <a:pos x="443" y="1175"/>
                  </a:cxn>
                  <a:cxn ang="0">
                    <a:pos x="491" y="1445"/>
                  </a:cxn>
                  <a:cxn ang="0">
                    <a:pos x="526" y="1732"/>
                  </a:cxn>
                  <a:cxn ang="0">
                    <a:pos x="544" y="2020"/>
                  </a:cxn>
                  <a:cxn ang="0">
                    <a:pos x="544" y="2326"/>
                  </a:cxn>
                  <a:cxn ang="0">
                    <a:pos x="532" y="2632"/>
                  </a:cxn>
                  <a:cxn ang="0">
                    <a:pos x="503" y="2931"/>
                  </a:cxn>
                  <a:cxn ang="0">
                    <a:pos x="455" y="3225"/>
                  </a:cxn>
                  <a:cxn ang="0">
                    <a:pos x="389" y="3513"/>
                  </a:cxn>
                  <a:cxn ang="0">
                    <a:pos x="311" y="3788"/>
                  </a:cxn>
                  <a:cxn ang="0">
                    <a:pos x="216" y="4058"/>
                  </a:cxn>
                  <a:cxn ang="0">
                    <a:pos x="102" y="4316"/>
                  </a:cxn>
                  <a:cxn ang="0">
                    <a:pos x="114" y="4316"/>
                  </a:cxn>
                  <a:cxn ang="0">
                    <a:pos x="228" y="4058"/>
                  </a:cxn>
                  <a:cxn ang="0">
                    <a:pos x="323" y="3788"/>
                  </a:cxn>
                  <a:cxn ang="0">
                    <a:pos x="401" y="3513"/>
                  </a:cxn>
                  <a:cxn ang="0">
                    <a:pos x="467" y="3225"/>
                  </a:cxn>
                  <a:cxn ang="0">
                    <a:pos x="515" y="2931"/>
                  </a:cxn>
                  <a:cxn ang="0">
                    <a:pos x="544" y="2632"/>
                  </a:cxn>
                  <a:cxn ang="0">
                    <a:pos x="556" y="2326"/>
                  </a:cxn>
                  <a:cxn ang="0">
                    <a:pos x="556" y="2020"/>
                  </a:cxn>
                  <a:cxn ang="0">
                    <a:pos x="556" y="2020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52" name="Freeform 12"/>
              <p:cNvSpPr/>
              <p:nvPr/>
            </p:nvSpPr>
            <p:spPr bwMode="hidden">
              <a:xfrm>
                <a:off x="4246" y="0"/>
                <a:ext cx="690" cy="4316"/>
              </a:xfrm>
              <a:custGeom>
                <a:avLst/>
                <a:gdLst/>
                <a:ahLst/>
                <a:cxnLst>
                  <a:cxn ang="0">
                    <a:pos x="688" y="2086"/>
                  </a:cxn>
                  <a:cxn ang="0">
                    <a:pos x="670" y="1810"/>
                  </a:cxn>
                  <a:cxn ang="0">
                    <a:pos x="634" y="1541"/>
                  </a:cxn>
                  <a:cxn ang="0">
                    <a:pos x="574" y="1271"/>
                  </a:cxn>
                  <a:cxn ang="0">
                    <a:pos x="497" y="1007"/>
                  </a:cxn>
                  <a:cxn ang="0">
                    <a:pos x="401" y="749"/>
                  </a:cxn>
                  <a:cxn ang="0">
                    <a:pos x="293" y="492"/>
                  </a:cxn>
                  <a:cxn ang="0">
                    <a:pos x="162" y="24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50" y="240"/>
                  </a:cxn>
                  <a:cxn ang="0">
                    <a:pos x="281" y="492"/>
                  </a:cxn>
                  <a:cxn ang="0">
                    <a:pos x="389" y="749"/>
                  </a:cxn>
                  <a:cxn ang="0">
                    <a:pos x="485" y="1007"/>
                  </a:cxn>
                  <a:cxn ang="0">
                    <a:pos x="562" y="1271"/>
                  </a:cxn>
                  <a:cxn ang="0">
                    <a:pos x="622" y="1541"/>
                  </a:cxn>
                  <a:cxn ang="0">
                    <a:pos x="658" y="1810"/>
                  </a:cxn>
                  <a:cxn ang="0">
                    <a:pos x="676" y="2086"/>
                  </a:cxn>
                  <a:cxn ang="0">
                    <a:pos x="676" y="2368"/>
                  </a:cxn>
                  <a:cxn ang="0">
                    <a:pos x="658" y="2650"/>
                  </a:cxn>
                  <a:cxn ang="0">
                    <a:pos x="616" y="2931"/>
                  </a:cxn>
                  <a:cxn ang="0">
                    <a:pos x="556" y="3213"/>
                  </a:cxn>
                  <a:cxn ang="0">
                    <a:pos x="473" y="3495"/>
                  </a:cxn>
                  <a:cxn ang="0">
                    <a:pos x="371" y="3777"/>
                  </a:cxn>
                  <a:cxn ang="0">
                    <a:pos x="251" y="4046"/>
                  </a:cxn>
                  <a:cxn ang="0">
                    <a:pos x="114" y="4316"/>
                  </a:cxn>
                  <a:cxn ang="0">
                    <a:pos x="126" y="4316"/>
                  </a:cxn>
                  <a:cxn ang="0">
                    <a:pos x="263" y="4046"/>
                  </a:cxn>
                  <a:cxn ang="0">
                    <a:pos x="383" y="3777"/>
                  </a:cxn>
                  <a:cxn ang="0">
                    <a:pos x="485" y="3495"/>
                  </a:cxn>
                  <a:cxn ang="0">
                    <a:pos x="568" y="3219"/>
                  </a:cxn>
                  <a:cxn ang="0">
                    <a:pos x="628" y="2937"/>
                  </a:cxn>
                  <a:cxn ang="0">
                    <a:pos x="670" y="2656"/>
                  </a:cxn>
                  <a:cxn ang="0">
                    <a:pos x="688" y="2368"/>
                  </a:cxn>
                  <a:cxn ang="0">
                    <a:pos x="688" y="2086"/>
                  </a:cxn>
                  <a:cxn ang="0">
                    <a:pos x="688" y="2086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53" name="Freeform 13"/>
              <p:cNvSpPr/>
              <p:nvPr/>
            </p:nvSpPr>
            <p:spPr bwMode="hidden">
              <a:xfrm>
                <a:off x="4522" y="0"/>
                <a:ext cx="864" cy="4316"/>
              </a:xfrm>
              <a:custGeom>
                <a:avLst/>
                <a:gdLst/>
                <a:ahLst/>
                <a:cxnLst>
                  <a:cxn ang="0">
                    <a:pos x="855" y="2128"/>
                  </a:cxn>
                  <a:cxn ang="0">
                    <a:pos x="831" y="1834"/>
                  </a:cxn>
                  <a:cxn ang="0">
                    <a:pos x="808" y="1684"/>
                  </a:cxn>
                  <a:cxn ang="0">
                    <a:pos x="784" y="1541"/>
                  </a:cxn>
                  <a:cxn ang="0">
                    <a:pos x="748" y="1397"/>
                  </a:cxn>
                  <a:cxn ang="0">
                    <a:pos x="712" y="1253"/>
                  </a:cxn>
                  <a:cxn ang="0">
                    <a:pos x="664" y="1115"/>
                  </a:cxn>
                  <a:cxn ang="0">
                    <a:pos x="610" y="977"/>
                  </a:cxn>
                  <a:cxn ang="0">
                    <a:pos x="491" y="719"/>
                  </a:cxn>
                  <a:cxn ang="0">
                    <a:pos x="353" y="468"/>
                  </a:cxn>
                  <a:cxn ang="0">
                    <a:pos x="192" y="228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80" y="228"/>
                  </a:cxn>
                  <a:cxn ang="0">
                    <a:pos x="341" y="468"/>
                  </a:cxn>
                  <a:cxn ang="0">
                    <a:pos x="479" y="719"/>
                  </a:cxn>
                  <a:cxn ang="0">
                    <a:pos x="598" y="983"/>
                  </a:cxn>
                  <a:cxn ang="0">
                    <a:pos x="652" y="1121"/>
                  </a:cxn>
                  <a:cxn ang="0">
                    <a:pos x="700" y="1259"/>
                  </a:cxn>
                  <a:cxn ang="0">
                    <a:pos x="736" y="1403"/>
                  </a:cxn>
                  <a:cxn ang="0">
                    <a:pos x="772" y="1547"/>
                  </a:cxn>
                  <a:cxn ang="0">
                    <a:pos x="802" y="1690"/>
                  </a:cxn>
                  <a:cxn ang="0">
                    <a:pos x="819" y="1834"/>
                  </a:cxn>
                  <a:cxn ang="0">
                    <a:pos x="837" y="1984"/>
                  </a:cxn>
                  <a:cxn ang="0">
                    <a:pos x="843" y="2128"/>
                  </a:cxn>
                  <a:cxn ang="0">
                    <a:pos x="849" y="2278"/>
                  </a:cxn>
                  <a:cxn ang="0">
                    <a:pos x="843" y="2428"/>
                  </a:cxn>
                  <a:cxn ang="0">
                    <a:pos x="831" y="2572"/>
                  </a:cxn>
                  <a:cxn ang="0">
                    <a:pos x="819" y="2721"/>
                  </a:cxn>
                  <a:cxn ang="0">
                    <a:pos x="796" y="2865"/>
                  </a:cxn>
                  <a:cxn ang="0">
                    <a:pos x="766" y="3015"/>
                  </a:cxn>
                  <a:cxn ang="0">
                    <a:pos x="724" y="3159"/>
                  </a:cxn>
                  <a:cxn ang="0">
                    <a:pos x="682" y="3303"/>
                  </a:cxn>
                  <a:cxn ang="0">
                    <a:pos x="586" y="3567"/>
                  </a:cxn>
                  <a:cxn ang="0">
                    <a:pos x="473" y="3824"/>
                  </a:cxn>
                  <a:cxn ang="0">
                    <a:pos x="335" y="4076"/>
                  </a:cxn>
                  <a:cxn ang="0">
                    <a:pos x="180" y="4316"/>
                  </a:cxn>
                  <a:cxn ang="0">
                    <a:pos x="192" y="4316"/>
                  </a:cxn>
                  <a:cxn ang="0">
                    <a:pos x="347" y="4076"/>
                  </a:cxn>
                  <a:cxn ang="0">
                    <a:pos x="485" y="3824"/>
                  </a:cxn>
                  <a:cxn ang="0">
                    <a:pos x="598" y="3573"/>
                  </a:cxn>
                  <a:cxn ang="0">
                    <a:pos x="694" y="3309"/>
                  </a:cxn>
                  <a:cxn ang="0">
                    <a:pos x="736" y="3165"/>
                  </a:cxn>
                  <a:cxn ang="0">
                    <a:pos x="778" y="3021"/>
                  </a:cxn>
                  <a:cxn ang="0">
                    <a:pos x="808" y="2871"/>
                  </a:cxn>
                  <a:cxn ang="0">
                    <a:pos x="831" y="2727"/>
                  </a:cxn>
                  <a:cxn ang="0">
                    <a:pos x="843" y="2578"/>
                  </a:cxn>
                  <a:cxn ang="0">
                    <a:pos x="855" y="2428"/>
                  </a:cxn>
                  <a:cxn ang="0">
                    <a:pos x="861" y="2278"/>
                  </a:cxn>
                  <a:cxn ang="0">
                    <a:pos x="855" y="2128"/>
                  </a:cxn>
                  <a:cxn ang="0">
                    <a:pos x="855" y="2128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54" name="Freeform 14"/>
              <p:cNvSpPr/>
              <p:nvPr/>
            </p:nvSpPr>
            <p:spPr bwMode="hidden">
              <a:xfrm>
                <a:off x="2399" y="0"/>
                <a:ext cx="150" cy="4316"/>
              </a:xfrm>
              <a:custGeom>
                <a:avLst/>
                <a:gdLst/>
                <a:ahLst/>
                <a:cxnLst>
                  <a:cxn ang="0">
                    <a:pos x="18" y="1942"/>
                  </a:cxn>
                  <a:cxn ang="0">
                    <a:pos x="30" y="1630"/>
                  </a:cxn>
                  <a:cxn ang="0">
                    <a:pos x="42" y="1331"/>
                  </a:cxn>
                  <a:cxn ang="0">
                    <a:pos x="59" y="1055"/>
                  </a:cxn>
                  <a:cxn ang="0">
                    <a:pos x="77" y="791"/>
                  </a:cxn>
                  <a:cxn ang="0">
                    <a:pos x="83" y="671"/>
                  </a:cxn>
                  <a:cxn ang="0">
                    <a:pos x="95" y="557"/>
                  </a:cxn>
                  <a:cxn ang="0">
                    <a:pos x="107" y="444"/>
                  </a:cxn>
                  <a:cxn ang="0">
                    <a:pos x="113" y="342"/>
                  </a:cxn>
                  <a:cxn ang="0">
                    <a:pos x="125" y="246"/>
                  </a:cxn>
                  <a:cxn ang="0">
                    <a:pos x="131" y="156"/>
                  </a:cxn>
                  <a:cxn ang="0">
                    <a:pos x="143" y="72"/>
                  </a:cxn>
                  <a:cxn ang="0">
                    <a:pos x="149" y="0"/>
                  </a:cxn>
                  <a:cxn ang="0">
                    <a:pos x="137" y="0"/>
                  </a:cxn>
                  <a:cxn ang="0">
                    <a:pos x="131" y="72"/>
                  </a:cxn>
                  <a:cxn ang="0">
                    <a:pos x="119" y="156"/>
                  </a:cxn>
                  <a:cxn ang="0">
                    <a:pos x="113" y="246"/>
                  </a:cxn>
                  <a:cxn ang="0">
                    <a:pos x="101" y="342"/>
                  </a:cxn>
                  <a:cxn ang="0">
                    <a:pos x="95" y="444"/>
                  </a:cxn>
                  <a:cxn ang="0">
                    <a:pos x="83" y="557"/>
                  </a:cxn>
                  <a:cxn ang="0">
                    <a:pos x="71" y="671"/>
                  </a:cxn>
                  <a:cxn ang="0">
                    <a:pos x="65" y="791"/>
                  </a:cxn>
                  <a:cxn ang="0">
                    <a:pos x="48" y="1055"/>
                  </a:cxn>
                  <a:cxn ang="0">
                    <a:pos x="30" y="1331"/>
                  </a:cxn>
                  <a:cxn ang="0">
                    <a:pos x="18" y="1630"/>
                  </a:cxn>
                  <a:cxn ang="0">
                    <a:pos x="6" y="1942"/>
                  </a:cxn>
                  <a:cxn ang="0">
                    <a:pos x="0" y="2278"/>
                  </a:cxn>
                  <a:cxn ang="0">
                    <a:pos x="6" y="2602"/>
                  </a:cxn>
                  <a:cxn ang="0">
                    <a:pos x="12" y="2919"/>
                  </a:cxn>
                  <a:cxn ang="0">
                    <a:pos x="24" y="3219"/>
                  </a:cxn>
                  <a:cxn ang="0">
                    <a:pos x="36" y="3513"/>
                  </a:cxn>
                  <a:cxn ang="0">
                    <a:pos x="59" y="3794"/>
                  </a:cxn>
                  <a:cxn ang="0">
                    <a:pos x="89" y="4058"/>
                  </a:cxn>
                  <a:cxn ang="0">
                    <a:pos x="125" y="4316"/>
                  </a:cxn>
                  <a:cxn ang="0">
                    <a:pos x="137" y="4316"/>
                  </a:cxn>
                  <a:cxn ang="0">
                    <a:pos x="101" y="4058"/>
                  </a:cxn>
                  <a:cxn ang="0">
                    <a:pos x="71" y="3794"/>
                  </a:cxn>
                  <a:cxn ang="0">
                    <a:pos x="48" y="3513"/>
                  </a:cxn>
                  <a:cxn ang="0">
                    <a:pos x="36" y="3225"/>
                  </a:cxn>
                  <a:cxn ang="0">
                    <a:pos x="24" y="2919"/>
                  </a:cxn>
                  <a:cxn ang="0">
                    <a:pos x="18" y="2608"/>
                  </a:cxn>
                  <a:cxn ang="0">
                    <a:pos x="12" y="2278"/>
                  </a:cxn>
                  <a:cxn ang="0">
                    <a:pos x="18" y="1942"/>
                  </a:cxn>
                  <a:cxn ang="0">
                    <a:pos x="18" y="1942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55" name="Freeform 15"/>
              <p:cNvSpPr/>
              <p:nvPr/>
            </p:nvSpPr>
            <p:spPr bwMode="hidden">
              <a:xfrm>
                <a:off x="1967" y="0"/>
                <a:ext cx="300" cy="4316"/>
              </a:xfrm>
              <a:custGeom>
                <a:avLst/>
                <a:gdLst/>
                <a:ahLst/>
                <a:cxnLst>
                  <a:cxn ang="0">
                    <a:pos x="18" y="2062"/>
                  </a:cxn>
                  <a:cxn ang="0">
                    <a:pos x="30" y="1750"/>
                  </a:cxn>
                  <a:cxn ang="0">
                    <a:pos x="54" y="1451"/>
                  </a:cxn>
                  <a:cxn ang="0">
                    <a:pos x="84" y="1169"/>
                  </a:cxn>
                  <a:cxn ang="0">
                    <a:pos x="126" y="899"/>
                  </a:cxn>
                  <a:cxn ang="0">
                    <a:pos x="162" y="641"/>
                  </a:cxn>
                  <a:cxn ang="0">
                    <a:pos x="209" y="408"/>
                  </a:cxn>
                  <a:cxn ang="0">
                    <a:pos x="251" y="192"/>
                  </a:cxn>
                  <a:cxn ang="0">
                    <a:pos x="299" y="0"/>
                  </a:cxn>
                  <a:cxn ang="0">
                    <a:pos x="287" y="0"/>
                  </a:cxn>
                  <a:cxn ang="0">
                    <a:pos x="239" y="192"/>
                  </a:cxn>
                  <a:cxn ang="0">
                    <a:pos x="198" y="408"/>
                  </a:cxn>
                  <a:cxn ang="0">
                    <a:pos x="156" y="641"/>
                  </a:cxn>
                  <a:cxn ang="0">
                    <a:pos x="114" y="899"/>
                  </a:cxn>
                  <a:cxn ang="0">
                    <a:pos x="78" y="1169"/>
                  </a:cxn>
                  <a:cxn ang="0">
                    <a:pos x="48" y="1451"/>
                  </a:cxn>
                  <a:cxn ang="0">
                    <a:pos x="24" y="1750"/>
                  </a:cxn>
                  <a:cxn ang="0">
                    <a:pos x="6" y="2062"/>
                  </a:cxn>
                  <a:cxn ang="0">
                    <a:pos x="0" y="2374"/>
                  </a:cxn>
                  <a:cxn ang="0">
                    <a:pos x="12" y="2674"/>
                  </a:cxn>
                  <a:cxn ang="0">
                    <a:pos x="30" y="2973"/>
                  </a:cxn>
                  <a:cxn ang="0">
                    <a:pos x="54" y="3255"/>
                  </a:cxn>
                  <a:cxn ang="0">
                    <a:pos x="96" y="3537"/>
                  </a:cxn>
                  <a:cxn ang="0">
                    <a:pos x="144" y="3806"/>
                  </a:cxn>
                  <a:cxn ang="0">
                    <a:pos x="203" y="4064"/>
                  </a:cxn>
                  <a:cxn ang="0">
                    <a:pos x="275" y="4316"/>
                  </a:cxn>
                  <a:cxn ang="0">
                    <a:pos x="287" y="4316"/>
                  </a:cxn>
                  <a:cxn ang="0">
                    <a:pos x="215" y="4064"/>
                  </a:cxn>
                  <a:cxn ang="0">
                    <a:pos x="156" y="3806"/>
                  </a:cxn>
                  <a:cxn ang="0">
                    <a:pos x="108" y="3537"/>
                  </a:cxn>
                  <a:cxn ang="0">
                    <a:pos x="66" y="3261"/>
                  </a:cxn>
                  <a:cxn ang="0">
                    <a:pos x="42" y="2973"/>
                  </a:cxn>
                  <a:cxn ang="0">
                    <a:pos x="24" y="2680"/>
                  </a:cxn>
                  <a:cxn ang="0">
                    <a:pos x="12" y="2374"/>
                  </a:cxn>
                  <a:cxn ang="0">
                    <a:pos x="18" y="2062"/>
                  </a:cxn>
                  <a:cxn ang="0">
                    <a:pos x="18" y="2062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56" name="Freeform 16"/>
              <p:cNvSpPr/>
              <p:nvPr/>
            </p:nvSpPr>
            <p:spPr bwMode="hidden">
              <a:xfrm>
                <a:off x="1566" y="0"/>
                <a:ext cx="425" cy="4316"/>
              </a:xfrm>
              <a:custGeom>
                <a:avLst/>
                <a:gdLst/>
                <a:ahLst/>
                <a:cxnLst>
                  <a:cxn ang="0">
                    <a:pos x="424" y="0"/>
                  </a:cxn>
                  <a:cxn ang="0">
                    <a:pos x="412" y="0"/>
                  </a:cxn>
                  <a:cxn ang="0">
                    <a:pos x="316" y="222"/>
                  </a:cxn>
                  <a:cxn ang="0">
                    <a:pos x="239" y="462"/>
                  </a:cxn>
                  <a:cxn ang="0">
                    <a:pos x="167" y="707"/>
                  </a:cxn>
                  <a:cxn ang="0">
                    <a:pos x="107" y="971"/>
                  </a:cxn>
                  <a:cxn ang="0">
                    <a:pos x="65" y="1247"/>
                  </a:cxn>
                  <a:cxn ang="0">
                    <a:pos x="29" y="1529"/>
                  </a:cxn>
                  <a:cxn ang="0">
                    <a:pos x="6" y="1822"/>
                  </a:cxn>
                  <a:cxn ang="0">
                    <a:pos x="0" y="2122"/>
                  </a:cxn>
                  <a:cxn ang="0">
                    <a:pos x="6" y="2404"/>
                  </a:cxn>
                  <a:cxn ang="0">
                    <a:pos x="24" y="2686"/>
                  </a:cxn>
                  <a:cxn ang="0">
                    <a:pos x="47" y="2961"/>
                  </a:cxn>
                  <a:cxn ang="0">
                    <a:pos x="89" y="3243"/>
                  </a:cxn>
                  <a:cxn ang="0">
                    <a:pos x="137" y="3519"/>
                  </a:cxn>
                  <a:cxn ang="0">
                    <a:pos x="197" y="3788"/>
                  </a:cxn>
                  <a:cxn ang="0">
                    <a:pos x="269" y="4058"/>
                  </a:cxn>
                  <a:cxn ang="0">
                    <a:pos x="346" y="4316"/>
                  </a:cxn>
                  <a:cxn ang="0">
                    <a:pos x="358" y="4316"/>
                  </a:cxn>
                  <a:cxn ang="0">
                    <a:pos x="281" y="4058"/>
                  </a:cxn>
                  <a:cxn ang="0">
                    <a:pos x="209" y="3788"/>
                  </a:cxn>
                  <a:cxn ang="0">
                    <a:pos x="149" y="3519"/>
                  </a:cxn>
                  <a:cxn ang="0">
                    <a:pos x="101" y="3243"/>
                  </a:cxn>
                  <a:cxn ang="0">
                    <a:pos x="59" y="2961"/>
                  </a:cxn>
                  <a:cxn ang="0">
                    <a:pos x="35" y="2686"/>
                  </a:cxn>
                  <a:cxn ang="0">
                    <a:pos x="18" y="2404"/>
                  </a:cxn>
                  <a:cxn ang="0">
                    <a:pos x="12" y="2122"/>
                  </a:cxn>
                  <a:cxn ang="0">
                    <a:pos x="18" y="1822"/>
                  </a:cxn>
                  <a:cxn ang="0">
                    <a:pos x="41" y="1529"/>
                  </a:cxn>
                  <a:cxn ang="0">
                    <a:pos x="71" y="1247"/>
                  </a:cxn>
                  <a:cxn ang="0">
                    <a:pos x="119" y="971"/>
                  </a:cxn>
                  <a:cxn ang="0">
                    <a:pos x="179" y="707"/>
                  </a:cxn>
                  <a:cxn ang="0">
                    <a:pos x="245" y="462"/>
                  </a:cxn>
                  <a:cxn ang="0">
                    <a:pos x="328" y="222"/>
                  </a:cxn>
                  <a:cxn ang="0">
                    <a:pos x="424" y="0"/>
                  </a:cxn>
                  <a:cxn ang="0">
                    <a:pos x="424" y="0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57" name="Freeform 17"/>
              <p:cNvSpPr/>
              <p:nvPr/>
            </p:nvSpPr>
            <p:spPr bwMode="hidden">
              <a:xfrm>
                <a:off x="1128" y="0"/>
                <a:ext cx="575" cy="4316"/>
              </a:xfrm>
              <a:custGeom>
                <a:avLst/>
                <a:gdLst/>
                <a:ahLst/>
                <a:cxnLst>
                  <a:cxn ang="0">
                    <a:pos x="12" y="2146"/>
                  </a:cxn>
                  <a:cxn ang="0">
                    <a:pos x="24" y="1846"/>
                  </a:cxn>
                  <a:cxn ang="0">
                    <a:pos x="54" y="1559"/>
                  </a:cxn>
                  <a:cxn ang="0">
                    <a:pos x="96" y="1277"/>
                  </a:cxn>
                  <a:cxn ang="0">
                    <a:pos x="162" y="1001"/>
                  </a:cxn>
                  <a:cxn ang="0">
                    <a:pos x="239" y="731"/>
                  </a:cxn>
                  <a:cxn ang="0">
                    <a:pos x="335" y="480"/>
                  </a:cxn>
                  <a:cxn ang="0">
                    <a:pos x="449" y="234"/>
                  </a:cxn>
                  <a:cxn ang="0">
                    <a:pos x="574" y="0"/>
                  </a:cxn>
                  <a:cxn ang="0">
                    <a:pos x="562" y="0"/>
                  </a:cxn>
                  <a:cxn ang="0">
                    <a:pos x="437" y="234"/>
                  </a:cxn>
                  <a:cxn ang="0">
                    <a:pos x="323" y="480"/>
                  </a:cxn>
                  <a:cxn ang="0">
                    <a:pos x="227" y="737"/>
                  </a:cxn>
                  <a:cxn ang="0">
                    <a:pos x="150" y="1001"/>
                  </a:cxn>
                  <a:cxn ang="0">
                    <a:pos x="84" y="1277"/>
                  </a:cxn>
                  <a:cxn ang="0">
                    <a:pos x="42" y="1559"/>
                  </a:cxn>
                  <a:cxn ang="0">
                    <a:pos x="12" y="1852"/>
                  </a:cxn>
                  <a:cxn ang="0">
                    <a:pos x="0" y="2146"/>
                  </a:cxn>
                  <a:cxn ang="0">
                    <a:pos x="6" y="2434"/>
                  </a:cxn>
                  <a:cxn ang="0">
                    <a:pos x="30" y="2715"/>
                  </a:cxn>
                  <a:cxn ang="0">
                    <a:pos x="66" y="2997"/>
                  </a:cxn>
                  <a:cxn ang="0">
                    <a:pos x="120" y="3273"/>
                  </a:cxn>
                  <a:cxn ang="0">
                    <a:pos x="191" y="3549"/>
                  </a:cxn>
                  <a:cxn ang="0">
                    <a:pos x="275" y="3812"/>
                  </a:cxn>
                  <a:cxn ang="0">
                    <a:pos x="371" y="4070"/>
                  </a:cxn>
                  <a:cxn ang="0">
                    <a:pos x="484" y="4316"/>
                  </a:cxn>
                  <a:cxn ang="0">
                    <a:pos x="496" y="4316"/>
                  </a:cxn>
                  <a:cxn ang="0">
                    <a:pos x="383" y="4070"/>
                  </a:cxn>
                  <a:cxn ang="0">
                    <a:pos x="287" y="3812"/>
                  </a:cxn>
                  <a:cxn ang="0">
                    <a:pos x="203" y="3549"/>
                  </a:cxn>
                  <a:cxn ang="0">
                    <a:pos x="132" y="3273"/>
                  </a:cxn>
                  <a:cxn ang="0">
                    <a:pos x="78" y="2997"/>
                  </a:cxn>
                  <a:cxn ang="0">
                    <a:pos x="42" y="2715"/>
                  </a:cxn>
                  <a:cxn ang="0">
                    <a:pos x="18" y="2434"/>
                  </a:cxn>
                  <a:cxn ang="0">
                    <a:pos x="12" y="2146"/>
                  </a:cxn>
                  <a:cxn ang="0">
                    <a:pos x="12" y="2146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58" name="Freeform 18"/>
              <p:cNvSpPr/>
              <p:nvPr/>
            </p:nvSpPr>
            <p:spPr bwMode="hidden">
              <a:xfrm>
                <a:off x="702" y="0"/>
                <a:ext cx="737" cy="4316"/>
              </a:xfrm>
              <a:custGeom>
                <a:avLst/>
                <a:gdLst/>
                <a:ahLst/>
                <a:cxnLst>
                  <a:cxn ang="0">
                    <a:pos x="12" y="2098"/>
                  </a:cxn>
                  <a:cxn ang="0">
                    <a:pos x="29" y="1798"/>
                  </a:cxn>
                  <a:cxn ang="0">
                    <a:pos x="71" y="1505"/>
                  </a:cxn>
                  <a:cxn ang="0">
                    <a:pos x="131" y="1223"/>
                  </a:cxn>
                  <a:cxn ang="0">
                    <a:pos x="215" y="941"/>
                  </a:cxn>
                  <a:cxn ang="0">
                    <a:pos x="316" y="689"/>
                  </a:cxn>
                  <a:cxn ang="0">
                    <a:pos x="442" y="444"/>
                  </a:cxn>
                  <a:cxn ang="0">
                    <a:pos x="580" y="216"/>
                  </a:cxn>
                  <a:cxn ang="0">
                    <a:pos x="735" y="0"/>
                  </a:cxn>
                  <a:cxn ang="0">
                    <a:pos x="723" y="0"/>
                  </a:cxn>
                  <a:cxn ang="0">
                    <a:pos x="568" y="210"/>
                  </a:cxn>
                  <a:cxn ang="0">
                    <a:pos x="430" y="438"/>
                  </a:cxn>
                  <a:cxn ang="0">
                    <a:pos x="311" y="683"/>
                  </a:cxn>
                  <a:cxn ang="0">
                    <a:pos x="209" y="941"/>
                  </a:cxn>
                  <a:cxn ang="0">
                    <a:pos x="125" y="1217"/>
                  </a:cxn>
                  <a:cxn ang="0">
                    <a:pos x="59" y="1505"/>
                  </a:cxn>
                  <a:cxn ang="0">
                    <a:pos x="18" y="1798"/>
                  </a:cxn>
                  <a:cxn ang="0">
                    <a:pos x="0" y="2098"/>
                  </a:cxn>
                  <a:cxn ang="0">
                    <a:pos x="6" y="2404"/>
                  </a:cxn>
                  <a:cxn ang="0">
                    <a:pos x="29" y="2709"/>
                  </a:cxn>
                  <a:cxn ang="0">
                    <a:pos x="77" y="3015"/>
                  </a:cxn>
                  <a:cxn ang="0">
                    <a:pos x="149" y="3315"/>
                  </a:cxn>
                  <a:cxn ang="0">
                    <a:pos x="227" y="3573"/>
                  </a:cxn>
                  <a:cxn ang="0">
                    <a:pos x="316" y="3824"/>
                  </a:cxn>
                  <a:cxn ang="0">
                    <a:pos x="424" y="4076"/>
                  </a:cxn>
                  <a:cxn ang="0">
                    <a:pos x="544" y="4316"/>
                  </a:cxn>
                  <a:cxn ang="0">
                    <a:pos x="556" y="4316"/>
                  </a:cxn>
                  <a:cxn ang="0">
                    <a:pos x="436" y="4076"/>
                  </a:cxn>
                  <a:cxn ang="0">
                    <a:pos x="328" y="3824"/>
                  </a:cxn>
                  <a:cxn ang="0">
                    <a:pos x="239" y="3573"/>
                  </a:cxn>
                  <a:cxn ang="0">
                    <a:pos x="161" y="3315"/>
                  </a:cxn>
                  <a:cxn ang="0">
                    <a:pos x="89" y="3015"/>
                  </a:cxn>
                  <a:cxn ang="0">
                    <a:pos x="41" y="2709"/>
                  </a:cxn>
                  <a:cxn ang="0">
                    <a:pos x="18" y="2404"/>
                  </a:cxn>
                  <a:cxn ang="0">
                    <a:pos x="12" y="2098"/>
                  </a:cxn>
                  <a:cxn ang="0">
                    <a:pos x="12" y="2098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4659" name="Freeform 19"/>
              <p:cNvSpPr/>
              <p:nvPr/>
            </p:nvSpPr>
            <p:spPr bwMode="hidden">
              <a:xfrm>
                <a:off x="288" y="0"/>
                <a:ext cx="840" cy="4316"/>
              </a:xfrm>
              <a:custGeom>
                <a:avLst/>
                <a:gdLst/>
                <a:ahLst/>
                <a:cxnLst>
                  <a:cxn ang="0">
                    <a:pos x="18" y="1948"/>
                  </a:cxn>
                  <a:cxn ang="0">
                    <a:pos x="48" y="1708"/>
                  </a:cxn>
                  <a:cxn ang="0">
                    <a:pos x="96" y="1475"/>
                  </a:cxn>
                  <a:cxn ang="0">
                    <a:pos x="161" y="1235"/>
                  </a:cxn>
                  <a:cxn ang="0">
                    <a:pos x="251" y="995"/>
                  </a:cxn>
                  <a:cxn ang="0">
                    <a:pos x="365" y="755"/>
                  </a:cxn>
                  <a:cxn ang="0">
                    <a:pos x="496" y="510"/>
                  </a:cxn>
                  <a:cxn ang="0">
                    <a:pos x="658" y="258"/>
                  </a:cxn>
                  <a:cxn ang="0">
                    <a:pos x="741" y="132"/>
                  </a:cxn>
                  <a:cxn ang="0">
                    <a:pos x="837" y="0"/>
                  </a:cxn>
                  <a:cxn ang="0">
                    <a:pos x="825" y="0"/>
                  </a:cxn>
                  <a:cxn ang="0">
                    <a:pos x="729" y="132"/>
                  </a:cxn>
                  <a:cxn ang="0">
                    <a:pos x="640" y="258"/>
                  </a:cxn>
                  <a:cxn ang="0">
                    <a:pos x="562" y="384"/>
                  </a:cxn>
                  <a:cxn ang="0">
                    <a:pos x="484" y="510"/>
                  </a:cxn>
                  <a:cxn ang="0">
                    <a:pos x="353" y="755"/>
                  </a:cxn>
                  <a:cxn ang="0">
                    <a:pos x="239" y="995"/>
                  </a:cxn>
                  <a:cxn ang="0">
                    <a:pos x="150" y="1235"/>
                  </a:cxn>
                  <a:cxn ang="0">
                    <a:pos x="84" y="1469"/>
                  </a:cxn>
                  <a:cxn ang="0">
                    <a:pos x="36" y="1702"/>
                  </a:cxn>
                  <a:cxn ang="0">
                    <a:pos x="6" y="1942"/>
                  </a:cxn>
                  <a:cxn ang="0">
                    <a:pos x="0" y="2200"/>
                  </a:cxn>
                  <a:cxn ang="0">
                    <a:pos x="12" y="2470"/>
                  </a:cxn>
                  <a:cxn ang="0">
                    <a:pos x="48" y="2739"/>
                  </a:cxn>
                  <a:cxn ang="0">
                    <a:pos x="114" y="3027"/>
                  </a:cxn>
                  <a:cxn ang="0">
                    <a:pos x="150" y="3171"/>
                  </a:cxn>
                  <a:cxn ang="0">
                    <a:pos x="197" y="3321"/>
                  </a:cxn>
                  <a:cxn ang="0">
                    <a:pos x="245" y="3477"/>
                  </a:cxn>
                  <a:cxn ang="0">
                    <a:pos x="305" y="3639"/>
                  </a:cxn>
                  <a:cxn ang="0">
                    <a:pos x="365" y="3800"/>
                  </a:cxn>
                  <a:cxn ang="0">
                    <a:pos x="437" y="3968"/>
                  </a:cxn>
                  <a:cxn ang="0">
                    <a:pos x="508" y="4136"/>
                  </a:cxn>
                  <a:cxn ang="0">
                    <a:pos x="592" y="4316"/>
                  </a:cxn>
                  <a:cxn ang="0">
                    <a:pos x="604" y="4316"/>
                  </a:cxn>
                  <a:cxn ang="0">
                    <a:pos x="520" y="4136"/>
                  </a:cxn>
                  <a:cxn ang="0">
                    <a:pos x="448" y="3968"/>
                  </a:cxn>
                  <a:cxn ang="0">
                    <a:pos x="377" y="3800"/>
                  </a:cxn>
                  <a:cxn ang="0">
                    <a:pos x="317" y="3639"/>
                  </a:cxn>
                  <a:cxn ang="0">
                    <a:pos x="257" y="3477"/>
                  </a:cxn>
                  <a:cxn ang="0">
                    <a:pos x="209" y="3327"/>
                  </a:cxn>
                  <a:cxn ang="0">
                    <a:pos x="161" y="3171"/>
                  </a:cxn>
                  <a:cxn ang="0">
                    <a:pos x="126" y="3027"/>
                  </a:cxn>
                  <a:cxn ang="0">
                    <a:pos x="60" y="2739"/>
                  </a:cxn>
                  <a:cxn ang="0">
                    <a:pos x="24" y="2470"/>
                  </a:cxn>
                  <a:cxn ang="0">
                    <a:pos x="12" y="2206"/>
                  </a:cxn>
                  <a:cxn ang="0">
                    <a:pos x="18" y="1948"/>
                  </a:cxn>
                  <a:cxn ang="0">
                    <a:pos x="18" y="1948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264660" name="Freeform 20"/>
            <p:cNvSpPr/>
            <p:nvPr/>
          </p:nvSpPr>
          <p:spPr bwMode="hidden">
            <a:xfrm>
              <a:off x="6" y="2901"/>
              <a:ext cx="606" cy="1415"/>
            </a:xfrm>
            <a:custGeom>
              <a:avLst/>
              <a:gdLst/>
              <a:ahLst/>
              <a:cxnLst>
                <a:cxn ang="0">
                  <a:pos x="0" y="54"/>
                </a:cxn>
                <a:cxn ang="0">
                  <a:pos x="42" y="228"/>
                </a:cxn>
                <a:cxn ang="0">
                  <a:pos x="96" y="402"/>
                </a:cxn>
                <a:cxn ang="0">
                  <a:pos x="161" y="576"/>
                </a:cxn>
                <a:cxn ang="0">
                  <a:pos x="227" y="744"/>
                </a:cxn>
                <a:cxn ang="0">
                  <a:pos x="305" y="917"/>
                </a:cxn>
                <a:cxn ang="0">
                  <a:pos x="389" y="1085"/>
                </a:cxn>
                <a:cxn ang="0">
                  <a:pos x="484" y="1253"/>
                </a:cxn>
                <a:cxn ang="0">
                  <a:pos x="586" y="1415"/>
                </a:cxn>
                <a:cxn ang="0">
                  <a:pos x="604" y="1415"/>
                </a:cxn>
                <a:cxn ang="0">
                  <a:pos x="496" y="1247"/>
                </a:cxn>
                <a:cxn ang="0">
                  <a:pos x="401" y="1073"/>
                </a:cxn>
                <a:cxn ang="0">
                  <a:pos x="311" y="899"/>
                </a:cxn>
                <a:cxn ang="0">
                  <a:pos x="233" y="720"/>
                </a:cxn>
                <a:cxn ang="0">
                  <a:pos x="161" y="546"/>
                </a:cxn>
                <a:cxn ang="0">
                  <a:pos x="102" y="366"/>
                </a:cxn>
                <a:cxn ang="0">
                  <a:pos x="48" y="180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0" y="54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64661" name="Freeform 21"/>
            <p:cNvSpPr/>
            <p:nvPr/>
          </p:nvSpPr>
          <p:spPr bwMode="hidden">
            <a:xfrm>
              <a:off x="6" y="3890"/>
              <a:ext cx="228" cy="426"/>
            </a:xfrm>
            <a:custGeom>
              <a:avLst/>
              <a:gdLst/>
              <a:ahLst/>
              <a:cxnLst>
                <a:cxn ang="0">
                  <a:pos x="0" y="30"/>
                </a:cxn>
                <a:cxn ang="0">
                  <a:pos x="108" y="240"/>
                </a:cxn>
                <a:cxn ang="0">
                  <a:pos x="215" y="426"/>
                </a:cxn>
                <a:cxn ang="0">
                  <a:pos x="227" y="426"/>
                </a:cxn>
                <a:cxn ang="0">
                  <a:pos x="167" y="330"/>
                </a:cxn>
                <a:cxn ang="0">
                  <a:pos x="114" y="222"/>
                </a:cxn>
                <a:cxn ang="0">
                  <a:pos x="0" y="0"/>
                </a:cxn>
                <a:cxn ang="0">
                  <a:pos x="0" y="30"/>
                </a:cxn>
                <a:cxn ang="0">
                  <a:pos x="0" y="30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64662" name="Freeform 22"/>
            <p:cNvSpPr/>
            <p:nvPr/>
          </p:nvSpPr>
          <p:spPr bwMode="hidden">
            <a:xfrm>
              <a:off x="4776" y="0"/>
              <a:ext cx="984" cy="1786"/>
            </a:xfrm>
            <a:custGeom>
              <a:avLst/>
              <a:gdLst/>
              <a:ahLst/>
              <a:cxnLst>
                <a:cxn ang="0">
                  <a:pos x="981" y="1786"/>
                </a:cxn>
                <a:cxn ang="0">
                  <a:pos x="981" y="1720"/>
                </a:cxn>
                <a:cxn ang="0">
                  <a:pos x="969" y="1666"/>
                </a:cxn>
                <a:cxn ang="0">
                  <a:pos x="957" y="1613"/>
                </a:cxn>
                <a:cxn ang="0">
                  <a:pos x="921" y="1487"/>
                </a:cxn>
                <a:cxn ang="0">
                  <a:pos x="885" y="1361"/>
                </a:cxn>
                <a:cxn ang="0">
                  <a:pos x="796" y="1121"/>
                </a:cxn>
                <a:cxn ang="0">
                  <a:pos x="682" y="899"/>
                </a:cxn>
                <a:cxn ang="0">
                  <a:pos x="562" y="689"/>
                </a:cxn>
                <a:cxn ang="0">
                  <a:pos x="431" y="498"/>
                </a:cxn>
                <a:cxn ang="0">
                  <a:pos x="293" y="318"/>
                </a:cxn>
                <a:cxn ang="0">
                  <a:pos x="150" y="150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38" y="150"/>
                </a:cxn>
                <a:cxn ang="0">
                  <a:pos x="275" y="318"/>
                </a:cxn>
                <a:cxn ang="0">
                  <a:pos x="413" y="498"/>
                </a:cxn>
                <a:cxn ang="0">
                  <a:pos x="545" y="689"/>
                </a:cxn>
                <a:cxn ang="0">
                  <a:pos x="670" y="899"/>
                </a:cxn>
                <a:cxn ang="0">
                  <a:pos x="778" y="1121"/>
                </a:cxn>
                <a:cxn ang="0">
                  <a:pos x="873" y="1361"/>
                </a:cxn>
                <a:cxn ang="0">
                  <a:pos x="909" y="1487"/>
                </a:cxn>
                <a:cxn ang="0">
                  <a:pos x="945" y="1619"/>
                </a:cxn>
                <a:cxn ang="0">
                  <a:pos x="963" y="1702"/>
                </a:cxn>
                <a:cxn ang="0">
                  <a:pos x="981" y="1786"/>
                </a:cxn>
                <a:cxn ang="0">
                  <a:pos x="981" y="1786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9" name="Freeform 23"/>
            <p:cNvSpPr/>
            <p:nvPr/>
          </p:nvSpPr>
          <p:spPr>
            <a:xfrm>
              <a:off x="5041" y="0"/>
              <a:ext cx="719" cy="845"/>
            </a:xfrm>
            <a:custGeom>
              <a:avLst/>
              <a:gdLst/>
              <a:ahLst/>
              <a:cxnLst>
                <a:cxn ang="0">
                  <a:pos x="1020" y="845"/>
                </a:cxn>
                <a:cxn ang="0">
                  <a:pos x="1020" y="821"/>
                </a:cxn>
                <a:cxn ang="0">
                  <a:pos x="836" y="605"/>
                </a:cxn>
                <a:cxn ang="0">
                  <a:pos x="537" y="396"/>
                </a:cxn>
                <a:cxn ang="0">
                  <a:pos x="352" y="192"/>
                </a:cxn>
                <a:cxn ang="0">
                  <a:pos x="17" y="0"/>
                </a:cxn>
                <a:cxn ang="0">
                  <a:pos x="0" y="0"/>
                </a:cxn>
                <a:cxn ang="0">
                  <a:pos x="340" y="198"/>
                </a:cxn>
                <a:cxn ang="0">
                  <a:pos x="531" y="408"/>
                </a:cxn>
                <a:cxn ang="0">
                  <a:pos x="830" y="623"/>
                </a:cxn>
                <a:cxn ang="0">
                  <a:pos x="1020" y="845"/>
                </a:cxn>
                <a:cxn ang="0">
                  <a:pos x="1020" y="845"/>
                </a:cxn>
              </a:cxnLst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0" name="Freeform 24"/>
            <p:cNvSpPr/>
            <p:nvPr/>
          </p:nvSpPr>
          <p:spPr>
            <a:xfrm>
              <a:off x="5352" y="0"/>
              <a:ext cx="408" cy="414"/>
            </a:xfrm>
            <a:custGeom>
              <a:avLst/>
              <a:gdLst/>
              <a:ahLst/>
              <a:cxnLst>
                <a:cxn ang="0">
                  <a:pos x="538" y="414"/>
                </a:cxn>
                <a:cxn ang="0">
                  <a:pos x="538" y="396"/>
                </a:cxn>
                <a:cxn ang="0">
                  <a:pos x="353" y="192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08" y="102"/>
                </a:cxn>
                <a:cxn ang="0">
                  <a:pos x="347" y="204"/>
                </a:cxn>
                <a:cxn ang="0">
                  <a:pos x="538" y="414"/>
                </a:cxn>
                <a:cxn ang="0">
                  <a:pos x="538" y="414"/>
                </a:cxn>
              </a:cxnLst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64665" name="Freeform 25"/>
            <p:cNvSpPr/>
            <p:nvPr/>
          </p:nvSpPr>
          <p:spPr bwMode="hidden">
            <a:xfrm>
              <a:off x="6" y="0"/>
              <a:ext cx="858" cy="1409"/>
            </a:xfrm>
            <a:custGeom>
              <a:avLst/>
              <a:gdLst/>
              <a:ahLst/>
              <a:cxnLst>
                <a:cxn ang="0">
                  <a:pos x="0" y="1361"/>
                </a:cxn>
                <a:cxn ang="0">
                  <a:pos x="0" y="1409"/>
                </a:cxn>
                <a:cxn ang="0">
                  <a:pos x="54" y="1211"/>
                </a:cxn>
                <a:cxn ang="0">
                  <a:pos x="126" y="1013"/>
                </a:cxn>
                <a:cxn ang="0">
                  <a:pos x="215" y="827"/>
                </a:cxn>
                <a:cxn ang="0">
                  <a:pos x="311" y="647"/>
                </a:cxn>
                <a:cxn ang="0">
                  <a:pos x="431" y="474"/>
                </a:cxn>
                <a:cxn ang="0">
                  <a:pos x="556" y="312"/>
                </a:cxn>
                <a:cxn ang="0">
                  <a:pos x="700" y="150"/>
                </a:cxn>
                <a:cxn ang="0">
                  <a:pos x="855" y="0"/>
                </a:cxn>
                <a:cxn ang="0">
                  <a:pos x="837" y="0"/>
                </a:cxn>
                <a:cxn ang="0">
                  <a:pos x="688" y="144"/>
                </a:cxn>
                <a:cxn ang="0">
                  <a:pos x="550" y="300"/>
                </a:cxn>
                <a:cxn ang="0">
                  <a:pos x="425" y="462"/>
                </a:cxn>
                <a:cxn ang="0">
                  <a:pos x="311" y="629"/>
                </a:cxn>
                <a:cxn ang="0">
                  <a:pos x="215" y="803"/>
                </a:cxn>
                <a:cxn ang="0">
                  <a:pos x="132" y="983"/>
                </a:cxn>
                <a:cxn ang="0">
                  <a:pos x="60" y="1169"/>
                </a:cxn>
                <a:cxn ang="0">
                  <a:pos x="0" y="1361"/>
                </a:cxn>
                <a:cxn ang="0">
                  <a:pos x="0" y="1361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2" name="Freeform 26"/>
            <p:cNvSpPr/>
            <p:nvPr/>
          </p:nvSpPr>
          <p:spPr>
            <a:xfrm>
              <a:off x="6" y="0"/>
              <a:ext cx="588" cy="599"/>
            </a:xfrm>
            <a:custGeom>
              <a:avLst/>
              <a:gdLst/>
              <a:ahLst/>
              <a:cxnLst>
                <a:cxn ang="0">
                  <a:pos x="905" y="0"/>
                </a:cxn>
                <a:cxn ang="0">
                  <a:pos x="878" y="0"/>
                </a:cxn>
                <a:cxn ang="0">
                  <a:pos x="636" y="132"/>
                </a:cxn>
                <a:cxn ang="0">
                  <a:pos x="388" y="270"/>
                </a:cxn>
                <a:cxn ang="0">
                  <a:pos x="120" y="420"/>
                </a:cxn>
                <a:cxn ang="0">
                  <a:pos x="0" y="575"/>
                </a:cxn>
                <a:cxn ang="0">
                  <a:pos x="0" y="599"/>
                </a:cxn>
                <a:cxn ang="0">
                  <a:pos x="120" y="432"/>
                </a:cxn>
                <a:cxn ang="0">
                  <a:pos x="388" y="282"/>
                </a:cxn>
                <a:cxn ang="0">
                  <a:pos x="648" y="138"/>
                </a:cxn>
                <a:cxn ang="0">
                  <a:pos x="905" y="0"/>
                </a:cxn>
                <a:cxn ang="0">
                  <a:pos x="905" y="0"/>
                </a:cxn>
              </a:cxnLst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3" name="Freeform 27"/>
            <p:cNvSpPr/>
            <p:nvPr/>
          </p:nvSpPr>
          <p:spPr>
            <a:xfrm>
              <a:off x="6" y="0"/>
              <a:ext cx="270" cy="252"/>
            </a:xfrm>
            <a:custGeom>
              <a:avLst/>
              <a:gdLst/>
              <a:ahLst/>
              <a:cxnLst>
                <a:cxn ang="0">
                  <a:pos x="400" y="0"/>
                </a:cxn>
                <a:cxn ang="0">
                  <a:pos x="382" y="0"/>
                </a:cxn>
                <a:cxn ang="0">
                  <a:pos x="120" y="114"/>
                </a:cxn>
                <a:cxn ang="0">
                  <a:pos x="60" y="174"/>
                </a:cxn>
                <a:cxn ang="0">
                  <a:pos x="0" y="234"/>
                </a:cxn>
                <a:cxn ang="0">
                  <a:pos x="0" y="252"/>
                </a:cxn>
                <a:cxn ang="0">
                  <a:pos x="126" y="120"/>
                </a:cxn>
                <a:cxn ang="0">
                  <a:pos x="400" y="0"/>
                </a:cxn>
                <a:cxn ang="0">
                  <a:pos x="400" y="0"/>
                </a:cxn>
              </a:cxnLst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4" name="Line 28"/>
            <p:cNvSpPr/>
            <p:nvPr/>
          </p:nvSpPr>
          <p:spPr>
            <a:xfrm>
              <a:off x="1" y="2749"/>
              <a:ext cx="5758" cy="0"/>
            </a:xfrm>
            <a:prstGeom prst="line">
              <a:avLst/>
            </a:prstGeom>
            <a:ln w="158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5" name="Line 29"/>
            <p:cNvSpPr/>
            <p:nvPr/>
          </p:nvSpPr>
          <p:spPr>
            <a:xfrm>
              <a:off x="1" y="2356"/>
              <a:ext cx="5758" cy="0"/>
            </a:xfrm>
            <a:prstGeom prst="line">
              <a:avLst/>
            </a:prstGeom>
            <a:ln w="158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6" name="Line 30"/>
            <p:cNvSpPr/>
            <p:nvPr/>
          </p:nvSpPr>
          <p:spPr>
            <a:xfrm>
              <a:off x="1" y="3142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1047" name="Group 31"/>
            <p:cNvGrpSpPr/>
            <p:nvPr/>
          </p:nvGrpSpPr>
          <p:grpSpPr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1050" name="Line 32"/>
              <p:cNvSpPr/>
              <p:nvPr userDrawn="1"/>
            </p:nvSpPr>
            <p:spPr>
              <a:xfrm>
                <a:off x="1" y="784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1" name="Line 33"/>
              <p:cNvSpPr/>
              <p:nvPr userDrawn="1"/>
            </p:nvSpPr>
            <p:spPr>
              <a:xfrm>
                <a:off x="1" y="1963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2" name="Line 34"/>
              <p:cNvSpPr/>
              <p:nvPr userDrawn="1"/>
            </p:nvSpPr>
            <p:spPr>
              <a:xfrm>
                <a:off x="1" y="1570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3" name="Line 35"/>
              <p:cNvSpPr/>
              <p:nvPr userDrawn="1"/>
            </p:nvSpPr>
            <p:spPr>
              <a:xfrm>
                <a:off x="1" y="1177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4" name="Line 36"/>
              <p:cNvSpPr/>
              <p:nvPr userDrawn="1"/>
            </p:nvSpPr>
            <p:spPr>
              <a:xfrm>
                <a:off x="1" y="392"/>
                <a:ext cx="5758" cy="0"/>
              </a:xfrm>
              <a:prstGeom prst="line">
                <a:avLst/>
              </a:prstGeom>
              <a:ln w="158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048" name="Line 37"/>
            <p:cNvSpPr/>
            <p:nvPr/>
          </p:nvSpPr>
          <p:spPr>
            <a:xfrm>
              <a:off x="1" y="3928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9" name="Line 38"/>
            <p:cNvSpPr/>
            <p:nvPr/>
          </p:nvSpPr>
          <p:spPr>
            <a:xfrm>
              <a:off x="1" y="3535"/>
              <a:ext cx="5758" cy="0"/>
            </a:xfrm>
            <a:prstGeom prst="line">
              <a:avLst/>
            </a:prstGeom>
            <a:ln w="1587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264679" name="Rectangle 39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1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264680" name="Rectangle 4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64681" name="Rectangle 4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64682" name="Rectangle 4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32DB0C6-2AE7-4FC9-950F-E4D6063AFD91}" type="slidenum"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64683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67714" name="Rectangle 2"/>
          <p:cNvSpPr>
            <a:spLocks noGrp="1" noChangeArrowheads="1"/>
          </p:cNvSpPr>
          <p:nvPr>
            <p:ph type="ctrTitle" sz="quarter"/>
          </p:nvPr>
        </p:nvSpPr>
        <p:spPr/>
        <p:txBody>
          <a:bodyPr vert="horz" wrap="square" lIns="91440" tIns="45720" rIns="91440" bIns="45720" numCol="1" anchor="b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拷贝构造函数</a:t>
            </a:r>
            <a:endParaRPr kumimoji="0" lang="zh-CN" altLang="en-US" sz="54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267715" name="Rectangle 3"/>
          <p:cNvSpPr>
            <a:spLocks noGrp="1" noChangeArrowheads="1"/>
          </p:cNvSpPr>
          <p:nvPr>
            <p:ph type="subTitle" sz="quarter"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zh-CN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9536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692150"/>
            <a:ext cx="8229600" cy="5905500"/>
          </a:xfrm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若一个构造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函数的参数类型为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本类的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引用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，则称它为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拷贝构造函数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。例如：</a:t>
            </a:r>
            <a:endParaRPr kumimoji="0" lang="zh-CN" alt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class A</a:t>
            </a:r>
            <a:endParaRPr kumimoji="0" lang="en-GB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</a:t>
            </a:r>
            <a:r>
              <a:rPr kumimoji="0" lang="en-GB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......</a:t>
            </a:r>
            <a:endParaRPr kumimoji="0" lang="en-GB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public:</a:t>
            </a:r>
            <a:endParaRPr kumimoji="0" lang="en-GB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A();  //</a:t>
            </a: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默认构造函数</a:t>
            </a:r>
            <a:endParaRPr kumimoji="0" lang="zh-CN" altLang="en-GB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</a:t>
            </a:r>
            <a:r>
              <a:rPr kumimoji="0" lang="en-GB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A(</a:t>
            </a:r>
            <a:r>
              <a:rPr kumimoji="0" lang="en-GB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const</a:t>
            </a:r>
            <a:r>
              <a:rPr kumimoji="0" lang="en-GB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A</a:t>
            </a:r>
            <a:r>
              <a:rPr kumimoji="0" lang="en-GB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&amp;</a:t>
            </a:r>
            <a:r>
              <a:rPr kumimoji="0" lang="en-GB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a);  //</a:t>
            </a: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拷贝构造函数</a:t>
            </a:r>
            <a:endParaRPr kumimoji="0" lang="zh-CN" altLang="en-GB" sz="2800" b="0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};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在创建一个对象时，若用另一个同类型的对象对其初始化，将会调用对象类中的拷贝构造函数。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96387" name="Rectangle 3"/>
          <p:cNvSpPr>
            <a:spLocks noGrp="1" noChangeArrowheads="1"/>
          </p:cNvSpPr>
          <p:nvPr>
            <p:ph idx="1"/>
          </p:nvPr>
        </p:nvSpPr>
        <p:spPr>
          <a:xfrm>
            <a:off x="0" y="71438"/>
            <a:ext cx="9144000" cy="6670675"/>
          </a:xfrm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marL="443230" marR="0" lvl="0" indent="-44323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在</a:t>
            </a:r>
            <a:r>
              <a:rPr kumimoji="1" lang="zh-CN" altLang="en-US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三种情况</a:t>
            </a:r>
            <a:r>
              <a:rPr kumimoji="1" lang="zh-CN" altLang="en-US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下，会调用类的拷贝构造函数：</a:t>
            </a:r>
            <a:endParaRPr kumimoji="1" lang="zh-CN" altLang="en-US" sz="3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1081405" marR="0" lvl="1" indent="-457200" algn="l" defTabSz="914400" rtl="0" eaLnBrk="1" fontAlgn="base" latinLnBrk="0" hangingPunct="1">
              <a:lnSpc>
                <a:spcPct val="100000"/>
              </a:lnSpc>
              <a:spcBef>
                <a:spcPts val="75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创建</a:t>
            </a:r>
            <a:r>
              <a:rPr kumimoji="1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对象</a:t>
            </a:r>
            <a:r>
              <a:rPr kumimoji="1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时显式指出。</a:t>
            </a:r>
            <a:r>
              <a:rPr kumimoji="1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例如：</a:t>
            </a:r>
            <a:endParaRPr kumimoji="1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703705" marR="0" lvl="2" indent="-443230" algn="l" defTabSz="914400" rtl="0" eaLnBrk="1" fontAlgn="base" latinLnBrk="0" hangingPunct="1">
              <a:lnSpc>
                <a:spcPct val="100000"/>
              </a:lnSpc>
              <a:spcBef>
                <a:spcPts val="75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 a1; </a:t>
            </a:r>
            <a:endParaRPr kumimoji="1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703705" marR="0" lvl="2" indent="-443230" algn="l" defTabSz="914400" rtl="0" eaLnBrk="1" fontAlgn="base" latinLnBrk="0" hangingPunct="1">
              <a:lnSpc>
                <a:spcPct val="100000"/>
              </a:lnSpc>
              <a:spcBef>
                <a:spcPts val="75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 </a:t>
            </a:r>
            <a:r>
              <a:rPr kumimoji="1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a2</a:t>
            </a:r>
            <a:r>
              <a:rPr kumimoji="1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(a1);  //</a:t>
            </a:r>
            <a:r>
              <a:rPr kumimoji="1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创建对象</a:t>
            </a:r>
            <a:r>
              <a:rPr kumimoji="1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a2</a:t>
            </a:r>
            <a:r>
              <a:rPr kumimoji="1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，用对象</a:t>
            </a:r>
            <a:r>
              <a:rPr kumimoji="1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a1</a:t>
            </a:r>
            <a:r>
              <a:rPr kumimoji="1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初始化对象</a:t>
            </a:r>
            <a:r>
              <a:rPr kumimoji="1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a2</a:t>
            </a:r>
            <a:endParaRPr kumimoji="1" lang="zh-CN" alt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081405" marR="0" lvl="1" indent="-457200" algn="l" defTabSz="914400" rtl="0" eaLnBrk="1" fontAlgn="base" latinLnBrk="0" hangingPunct="1">
              <a:lnSpc>
                <a:spcPct val="100000"/>
              </a:lnSpc>
              <a:spcBef>
                <a:spcPts val="75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1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把对象作为</a:t>
            </a:r>
            <a:r>
              <a:rPr kumimoji="1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值参数</a:t>
            </a:r>
            <a:r>
              <a:rPr kumimoji="1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传给函数时</a:t>
            </a:r>
            <a:r>
              <a:rPr kumimoji="1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r>
              <a:rPr kumimoji="1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例如：</a:t>
            </a:r>
            <a:endParaRPr kumimoji="1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703705" marR="0" lvl="2" indent="-443230" algn="l" defTabSz="914400" rtl="0" eaLnBrk="1" fontAlgn="base" latinLnBrk="0" hangingPunct="1">
              <a:lnSpc>
                <a:spcPct val="100000"/>
              </a:lnSpc>
              <a:spcBef>
                <a:spcPts val="75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void f(A </a:t>
            </a:r>
            <a:r>
              <a:rPr kumimoji="1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x</a:t>
            </a:r>
            <a:r>
              <a:rPr kumimoji="1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 </a:t>
            </a:r>
            <a:r>
              <a:rPr kumimoji="1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 ...... }</a:t>
            </a:r>
            <a:r>
              <a:rPr kumimoji="1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</a:t>
            </a:r>
            <a:endParaRPr kumimoji="1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703705" marR="0" lvl="2" indent="-443230" algn="l" defTabSz="914400" rtl="0" eaLnBrk="1" fontAlgn="base" latinLnBrk="0" hangingPunct="1">
              <a:lnSpc>
                <a:spcPct val="100000"/>
              </a:lnSpc>
              <a:spcBef>
                <a:spcPts val="75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......</a:t>
            </a:r>
            <a:endParaRPr kumimoji="1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703705" marR="0" lvl="2" indent="-443230" algn="l" defTabSz="914400" rtl="0" eaLnBrk="1" fontAlgn="base" latinLnBrk="0" hangingPunct="1">
              <a:lnSpc>
                <a:spcPct val="100000"/>
              </a:lnSpc>
              <a:spcBef>
                <a:spcPts val="75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 </a:t>
            </a:r>
            <a:r>
              <a:rPr kumimoji="1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</a:t>
            </a:r>
            <a:r>
              <a:rPr kumimoji="1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</a:t>
            </a:r>
            <a:endParaRPr kumimoji="1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703705" marR="0" lvl="2" indent="-443230" algn="l" defTabSz="914400" rtl="0" eaLnBrk="1" fontAlgn="base" latinLnBrk="0" hangingPunct="1">
              <a:lnSpc>
                <a:spcPct val="100000"/>
              </a:lnSpc>
              <a:spcBef>
                <a:spcPts val="75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f(a);  //</a:t>
            </a:r>
            <a:r>
              <a:rPr kumimoji="1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创建</a:t>
            </a:r>
            <a:r>
              <a:rPr kumimoji="1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形参对象</a:t>
            </a:r>
            <a:r>
              <a:rPr kumimoji="1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x</a:t>
            </a:r>
            <a:r>
              <a:rPr kumimoji="1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，用对象</a:t>
            </a:r>
            <a:r>
              <a:rPr kumimoji="1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</a:t>
            </a:r>
            <a:r>
              <a:rPr kumimoji="1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对</a:t>
            </a:r>
            <a:r>
              <a:rPr kumimoji="1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x</a:t>
            </a:r>
            <a:r>
              <a:rPr kumimoji="1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进行</a:t>
            </a:r>
            <a:r>
              <a:rPr kumimoji="1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初始化。</a:t>
            </a:r>
            <a:endParaRPr kumimoji="1" lang="zh-CN" alt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081405" marR="0" lvl="1" indent="-457200" algn="l" defTabSz="914400" rtl="0" eaLnBrk="1" fontAlgn="base" latinLnBrk="0" hangingPunct="1">
              <a:lnSpc>
                <a:spcPct val="130000"/>
              </a:lnSpc>
              <a:spcBef>
                <a:spcPts val="75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1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把对象作为函数的</a:t>
            </a:r>
            <a:r>
              <a:rPr kumimoji="1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返回值</a:t>
            </a:r>
            <a:r>
              <a:rPr kumimoji="1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时</a:t>
            </a:r>
            <a:r>
              <a:rPr kumimoji="1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r>
              <a:rPr kumimoji="1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例如：</a:t>
            </a:r>
            <a:endParaRPr kumimoji="1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703705" marR="0" lvl="2" indent="-443230" algn="l" defTabSz="914400" rtl="0" eaLnBrk="1" fontAlgn="base" latinLnBrk="0" hangingPunct="1">
              <a:lnSpc>
                <a:spcPct val="100000"/>
              </a:lnSpc>
              <a:spcBef>
                <a:spcPts val="75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</a:t>
            </a:r>
            <a:r>
              <a:rPr kumimoji="1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f() </a:t>
            </a:r>
            <a:endParaRPr kumimoji="1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703705" marR="0" lvl="2" indent="-443230" algn="l" defTabSz="914400" rtl="0" eaLnBrk="1" fontAlgn="base" latinLnBrk="0" hangingPunct="1">
              <a:lnSpc>
                <a:spcPct val="100000"/>
              </a:lnSpc>
              <a:spcBef>
                <a:spcPts val="75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	A </a:t>
            </a:r>
            <a:r>
              <a:rPr kumimoji="1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</a:t>
            </a:r>
            <a:r>
              <a:rPr kumimoji="1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</a:t>
            </a:r>
            <a:endParaRPr kumimoji="1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703705" marR="0" lvl="2" indent="-443230" algn="l" defTabSz="914400" rtl="0" eaLnBrk="1" fontAlgn="base" latinLnBrk="0" hangingPunct="1">
              <a:lnSpc>
                <a:spcPct val="100000"/>
              </a:lnSpc>
              <a:spcBef>
                <a:spcPts val="75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......</a:t>
            </a:r>
            <a:endParaRPr kumimoji="1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703705" marR="0" lvl="2" indent="-443230" algn="l" defTabSz="914400" rtl="0" eaLnBrk="1" fontAlgn="base" latinLnBrk="0" hangingPunct="1">
              <a:lnSpc>
                <a:spcPct val="100000"/>
              </a:lnSpc>
              <a:spcBef>
                <a:spcPts val="75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return a; //</a:t>
            </a:r>
            <a:r>
              <a:rPr kumimoji="1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创建</a:t>
            </a:r>
            <a:r>
              <a:rPr kumimoji="1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返回值</a:t>
            </a:r>
            <a:r>
              <a:rPr kumimoji="1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对象</a:t>
            </a:r>
            <a:r>
              <a:rPr kumimoji="1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，用对象</a:t>
            </a:r>
            <a:r>
              <a:rPr kumimoji="1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</a:t>
            </a:r>
            <a:r>
              <a:rPr kumimoji="1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对</a:t>
            </a:r>
            <a:r>
              <a:rPr kumimoji="1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返回值对象</a:t>
            </a:r>
            <a:endParaRPr kumimoji="1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703705" marR="0" lvl="2" indent="-443230" algn="l" defTabSz="914400" rtl="0" eaLnBrk="1" fontAlgn="base" latinLnBrk="0" hangingPunct="1">
              <a:lnSpc>
                <a:spcPct val="100000"/>
              </a:lnSpc>
              <a:spcBef>
                <a:spcPts val="75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</a:t>
            </a:r>
            <a:r>
              <a:rPr kumimoji="1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    //</a:t>
            </a:r>
            <a:r>
              <a:rPr kumimoji="1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进行</a:t>
            </a:r>
            <a:r>
              <a:rPr kumimoji="1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初始化。</a:t>
            </a:r>
            <a:endParaRPr kumimoji="1" lang="zh-CN" alt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703705" marR="0" lvl="2" indent="-443230" algn="l" defTabSz="914400" rtl="0" eaLnBrk="1" fontAlgn="base" latinLnBrk="0" hangingPunct="1">
              <a:lnSpc>
                <a:spcPct val="100000"/>
              </a:lnSpc>
              <a:spcBef>
                <a:spcPts val="75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</a:t>
            </a:r>
            <a:endParaRPr kumimoji="1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45858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0" y="188913"/>
            <a:ext cx="7162800" cy="1098550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隐式</a:t>
            </a:r>
            <a:r>
              <a:rPr kumimoji="0" lang="zh-CN" altLang="en-US" sz="40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拷贝构造函数</a:t>
            </a:r>
            <a:endParaRPr kumimoji="0" lang="zh-CN" altLang="en-US" sz="4000" b="0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45859" name="Rectangle 3"/>
          <p:cNvSpPr>
            <a:spLocks noGrp="1" noChangeArrowheads="1"/>
          </p:cNvSpPr>
          <p:nvPr>
            <p:ph idx="1"/>
          </p:nvPr>
        </p:nvSpPr>
        <p:spPr>
          <a:xfrm>
            <a:off x="179388" y="1628775"/>
            <a:ext cx="8785225" cy="46799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443230" marR="0" lvl="0" indent="-443230" algn="l" defTabSz="914400" rtl="0" eaLnBrk="1" fontAlgn="base" latinLnBrk="0" hangingPunct="1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在程序中，如果没有为某个类提供拷贝构造函数，则编译器将会为其生成一个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隐式拷贝构造函数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443230" marR="0" lvl="0" indent="-443230" algn="l" defTabSz="914400" rtl="0" eaLnBrk="1" fontAlgn="base" latinLnBrk="0" hangingPunct="1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隐式拷贝构造函数将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逐个成员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进行拷贝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初始化</a:t>
            </a:r>
            <a:endParaRPr kumimoji="0" lang="zh-CN" altLang="en-GB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1089025" marR="0" lvl="1" indent="-368300" algn="l" defTabSz="914400" rtl="0" eaLnBrk="1" fontAlgn="base" latinLnBrk="0" hangingPunct="1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对于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非对象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成员：它采用通常的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拷贝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操作；</a:t>
            </a:r>
            <a:endParaRPr kumimoji="0" lang="zh-CN" altLang="en-GB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1089025" marR="0" lvl="1" indent="-368300" algn="l" defTabSz="914400" rtl="0" eaLnBrk="1" fontAlgn="base" latinLnBrk="0" hangingPunct="1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对于成员对象：则调用成员对象类的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拷贝构造函数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来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对成员对象进行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初始化。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（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递归定义！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）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97411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404813"/>
            <a:ext cx="8229600" cy="6192838"/>
          </a:xfrm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 A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  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x,y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public: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  A() { x = y = 0; }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  ......</a:t>
            </a:r>
            <a:endParaRPr kumimoji="0" lang="zh-CN" alt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 B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  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z;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  A 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public: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  B() { z = 0; }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  ...... //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其中没有定义拷贝构造函数</a:t>
            </a:r>
            <a:endParaRPr kumimoji="0" lang="zh-CN" alt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...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 b1; //b1.z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以及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b1.a.x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b1.a.y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均为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0</a:t>
            </a:r>
            <a:r>
              <a:rPr kumimoji="0" lang="zh-CN" altLang="en-GB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GB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 b2(b1);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//b2.z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初始化成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b1.z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0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）；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     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调用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的拷贝构造函数用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b1.a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对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b2.a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初始化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540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4450"/>
            <a:ext cx="8229600" cy="1143000"/>
          </a:xfrm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自定义拷贝构造函数</a:t>
            </a:r>
            <a:endParaRPr kumimoji="0" lang="zh-CN" altLang="en-US" sz="4400" b="0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54051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1339850"/>
            <a:ext cx="8424863" cy="46815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5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一般情况下，编译程序提供的隐式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拷贝构造函数的行为足以满足要求，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类中不需要自定义拷贝构造函数。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5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但在一些特殊情况下，必须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要自定义拷贝构造函数，否则，将会产生设计者未意识到的严重的程序错误。 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55075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15888"/>
            <a:ext cx="7991475" cy="5400675"/>
          </a:xfrm>
        </p:spPr>
        <p:txBody>
          <a:bodyPr vert="horz" wrap="square" lIns="91440" tIns="45720" rIns="91440" bIns="45720" numCol="1" anchor="t" anchorCtr="0" compatLnSpc="1">
            <a:normAutofit fontScale="92500" lnSpcReduction="2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5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例如，在下面的类中没有自定义拷贝构造函数：</a:t>
            </a:r>
            <a:endParaRPr kumimoji="0" lang="en-GB" altLang="zh-CN" sz="3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5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String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5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	   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len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5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   char *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str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5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public: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5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String(char *s) 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5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{ 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len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= 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strlen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(s); 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5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   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str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= new char[len+1]; 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5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   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strcpy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str,s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 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5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}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5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~String() { delete []</a:t>
            </a:r>
            <a:r>
              <a:rPr kumimoji="0" lang="en-GB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str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len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=0;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str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=NULL; </a:t>
            </a: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5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};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5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GB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......</a:t>
            </a:r>
            <a:endParaRPr kumimoji="0" lang="en-GB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it-IT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String s1("abcd");</a:t>
            </a:r>
            <a:endParaRPr kumimoji="1" lang="it-IT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it-IT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String s2(s1);</a:t>
            </a:r>
            <a:endParaRPr kumimoji="1" lang="it-IT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291" name="Rectangle 2"/>
          <p:cNvSpPr/>
          <p:nvPr/>
        </p:nvSpPr>
        <p:spPr>
          <a:xfrm>
            <a:off x="4389438" y="4652963"/>
            <a:ext cx="795337" cy="122872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/>
          </a:p>
        </p:txBody>
      </p:sp>
      <p:sp>
        <p:nvSpPr>
          <p:cNvPr id="12292" name="Line 4"/>
          <p:cNvSpPr/>
          <p:nvPr/>
        </p:nvSpPr>
        <p:spPr>
          <a:xfrm>
            <a:off x="4389438" y="5300663"/>
            <a:ext cx="795337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1686" name="Rectangle 5"/>
          <p:cNvSpPr/>
          <p:nvPr/>
        </p:nvSpPr>
        <p:spPr>
          <a:xfrm>
            <a:off x="8240713" y="4652963"/>
            <a:ext cx="795337" cy="1198562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/>
          </a:p>
        </p:txBody>
      </p:sp>
      <p:sp>
        <p:nvSpPr>
          <p:cNvPr id="71688" name="Line 7"/>
          <p:cNvSpPr/>
          <p:nvPr/>
        </p:nvSpPr>
        <p:spPr>
          <a:xfrm>
            <a:off x="8240713" y="5300663"/>
            <a:ext cx="795337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295" name="Rectangle 8"/>
          <p:cNvSpPr/>
          <p:nvPr/>
        </p:nvSpPr>
        <p:spPr>
          <a:xfrm>
            <a:off x="5978525" y="5210175"/>
            <a:ext cx="898525" cy="611188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/>
          </a:p>
        </p:txBody>
      </p:sp>
      <p:sp>
        <p:nvSpPr>
          <p:cNvPr id="12296" name="Line 9"/>
          <p:cNvSpPr/>
          <p:nvPr/>
        </p:nvSpPr>
        <p:spPr>
          <a:xfrm>
            <a:off x="4919663" y="5516563"/>
            <a:ext cx="1058862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1691" name="Line 10"/>
          <p:cNvSpPr/>
          <p:nvPr/>
        </p:nvSpPr>
        <p:spPr>
          <a:xfrm>
            <a:off x="8616950" y="5516563"/>
            <a:ext cx="0" cy="92233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1692" name="Line 11"/>
          <p:cNvSpPr/>
          <p:nvPr/>
        </p:nvSpPr>
        <p:spPr>
          <a:xfrm flipH="1" flipV="1">
            <a:off x="6443663" y="6438900"/>
            <a:ext cx="2160587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1693" name="Line 12"/>
          <p:cNvSpPr/>
          <p:nvPr/>
        </p:nvSpPr>
        <p:spPr>
          <a:xfrm flipV="1">
            <a:off x="6443663" y="5821363"/>
            <a:ext cx="0" cy="61753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2300" name="Text Box 14"/>
          <p:cNvSpPr txBox="1"/>
          <p:nvPr/>
        </p:nvSpPr>
        <p:spPr>
          <a:xfrm>
            <a:off x="3762375" y="4724400"/>
            <a:ext cx="531813" cy="369888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len</a:t>
            </a:r>
            <a:endParaRPr lang="en-US" altLang="zh-CN" sz="1800" dirty="0"/>
          </a:p>
        </p:txBody>
      </p:sp>
      <p:sp>
        <p:nvSpPr>
          <p:cNvPr id="12301" name="Text Box 15"/>
          <p:cNvSpPr txBox="1"/>
          <p:nvPr/>
        </p:nvSpPr>
        <p:spPr>
          <a:xfrm>
            <a:off x="3773488" y="5373688"/>
            <a:ext cx="493712" cy="369887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str</a:t>
            </a:r>
            <a:endParaRPr lang="en-US" altLang="zh-CN" sz="1800" dirty="0"/>
          </a:p>
        </p:txBody>
      </p:sp>
      <p:sp>
        <p:nvSpPr>
          <p:cNvPr id="71698" name="Text Box 17"/>
          <p:cNvSpPr txBox="1"/>
          <p:nvPr/>
        </p:nvSpPr>
        <p:spPr>
          <a:xfrm>
            <a:off x="7689850" y="4710113"/>
            <a:ext cx="531813" cy="369887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len</a:t>
            </a:r>
            <a:endParaRPr lang="en-US" altLang="zh-CN" sz="1800" dirty="0"/>
          </a:p>
        </p:txBody>
      </p:sp>
      <p:sp>
        <p:nvSpPr>
          <p:cNvPr id="71699" name="Text Box 18"/>
          <p:cNvSpPr txBox="1"/>
          <p:nvPr/>
        </p:nvSpPr>
        <p:spPr>
          <a:xfrm>
            <a:off x="7700963" y="5359400"/>
            <a:ext cx="493712" cy="369888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str</a:t>
            </a:r>
            <a:endParaRPr lang="en-US" altLang="zh-CN" sz="1800" dirty="0"/>
          </a:p>
        </p:txBody>
      </p:sp>
      <p:sp>
        <p:nvSpPr>
          <p:cNvPr id="12304" name="Text Box 19"/>
          <p:cNvSpPr txBox="1"/>
          <p:nvPr/>
        </p:nvSpPr>
        <p:spPr>
          <a:xfrm>
            <a:off x="4492625" y="4070350"/>
            <a:ext cx="466725" cy="366713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s1</a:t>
            </a:r>
            <a:endParaRPr lang="en-US" altLang="zh-CN" sz="1800" dirty="0"/>
          </a:p>
        </p:txBody>
      </p:sp>
      <p:sp>
        <p:nvSpPr>
          <p:cNvPr id="71701" name="Text Box 20"/>
          <p:cNvSpPr txBox="1"/>
          <p:nvPr/>
        </p:nvSpPr>
        <p:spPr>
          <a:xfrm>
            <a:off x="8294688" y="4070350"/>
            <a:ext cx="466725" cy="366713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s2</a:t>
            </a:r>
            <a:endParaRPr lang="en-US" altLang="zh-CN" sz="1800" dirty="0"/>
          </a:p>
        </p:txBody>
      </p:sp>
      <p:sp>
        <p:nvSpPr>
          <p:cNvPr id="12306" name="Text Box 21"/>
          <p:cNvSpPr txBox="1"/>
          <p:nvPr/>
        </p:nvSpPr>
        <p:spPr>
          <a:xfrm>
            <a:off x="6092825" y="5351463"/>
            <a:ext cx="725488" cy="366712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abcd</a:t>
            </a:r>
            <a:endParaRPr lang="en-US" altLang="zh-CN" sz="1800" dirty="0"/>
          </a:p>
        </p:txBody>
      </p:sp>
      <p:sp>
        <p:nvSpPr>
          <p:cNvPr id="12307" name="Text Box 23"/>
          <p:cNvSpPr txBox="1"/>
          <p:nvPr/>
        </p:nvSpPr>
        <p:spPr>
          <a:xfrm>
            <a:off x="4602163" y="4791075"/>
            <a:ext cx="330200" cy="366713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4</a:t>
            </a:r>
            <a:endParaRPr lang="en-US" altLang="zh-CN" sz="1800" dirty="0"/>
          </a:p>
        </p:txBody>
      </p:sp>
      <p:sp>
        <p:nvSpPr>
          <p:cNvPr id="71706" name="Text Box 25"/>
          <p:cNvSpPr txBox="1"/>
          <p:nvPr/>
        </p:nvSpPr>
        <p:spPr>
          <a:xfrm>
            <a:off x="8489950" y="4724400"/>
            <a:ext cx="330200" cy="366713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4</a:t>
            </a:r>
            <a:endParaRPr lang="en-US" altLang="zh-CN" sz="1800" dirty="0"/>
          </a:p>
        </p:txBody>
      </p:sp>
      <p:sp>
        <p:nvSpPr>
          <p:cNvPr id="2" name="文本框 1"/>
          <p:cNvSpPr txBox="1"/>
          <p:nvPr/>
        </p:nvSpPr>
        <p:spPr>
          <a:xfrm>
            <a:off x="158750" y="6043613"/>
            <a:ext cx="5416550" cy="7699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marR="0" indent="-342900" defTabSz="914400"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200" kern="1200" cap="none" spc="0" normalizeH="0" baseline="0" noProof="0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隐式的拷贝构造函数</a:t>
            </a:r>
            <a:r>
              <a:rPr kumimoji="0" lang="zh-CN" altLang="en-GB" sz="2200" kern="1200" cap="none" spc="0" normalizeH="0" baseline="0" noProof="0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将会使得</a:t>
            </a:r>
            <a:r>
              <a:rPr kumimoji="0" lang="en-GB" altLang="zh-CN" sz="2200" kern="1200" cap="none" spc="0" normalizeH="0" baseline="0" noProof="0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s1</a:t>
            </a:r>
            <a:r>
              <a:rPr kumimoji="0" lang="zh-CN" altLang="en-GB" sz="2200" kern="1200" cap="none" spc="0" normalizeH="0" baseline="0" noProof="0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和</a:t>
            </a:r>
            <a:r>
              <a:rPr kumimoji="0" lang="en-GB" altLang="zh-CN" sz="2200" kern="1200" cap="none" spc="0" normalizeH="0" baseline="0" noProof="0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s2</a:t>
            </a:r>
            <a:r>
              <a:rPr kumimoji="0" lang="zh-CN" altLang="en-GB" sz="2200" kern="1200" cap="none" spc="0" normalizeH="0" baseline="0" noProof="0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的</a:t>
            </a:r>
            <a:endParaRPr kumimoji="0" lang="en-US" altLang="zh-CN" sz="2200" kern="1200" cap="none" spc="0" normalizeH="0" baseline="0" noProof="0" dirty="0"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200" kern="1200" cap="none" spc="0" normalizeH="0" baseline="0" noProof="0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zh-CN" altLang="en-GB" sz="2200" kern="1200" cap="none" spc="0" normalizeH="0" baseline="0" noProof="0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成员指针</a:t>
            </a:r>
            <a:r>
              <a:rPr kumimoji="0" lang="en-GB" altLang="zh-CN" sz="2200" kern="1200" cap="none" spc="0" normalizeH="0" baseline="0" noProof="0" dirty="0" err="1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str</a:t>
            </a:r>
            <a:r>
              <a:rPr kumimoji="0" lang="zh-CN" altLang="en-GB" sz="2200" kern="1200" cap="none" spc="0" normalizeH="0" baseline="0" noProof="0" dirty="0">
                <a:solidFill>
                  <a:srgbClr val="FFC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指向同一块内存区域</a:t>
            </a:r>
            <a:r>
              <a:rPr kumimoji="0" lang="zh-CN" altLang="en-US" sz="2200" kern="1200" cap="none" spc="0" normalizeH="0" baseline="0" noProof="0" dirty="0">
                <a:solidFill>
                  <a:srgbClr val="FFC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！</a:t>
            </a:r>
            <a:endParaRPr kumimoji="0" lang="zh-CN" altLang="en-US" sz="2200" kern="1200" cap="none" spc="0" normalizeH="0" baseline="0" noProof="0" dirty="0"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075">
                                            <p:txEl>
                                              <p:charRg st="244" end="2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55075">
                                            <p:txEl>
                                              <p:charRg st="244" end="25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55075">
                                            <p:txEl>
                                              <p:charRg st="244" end="25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6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6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16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16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16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16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16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16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16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16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17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17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17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17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16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16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16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16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6" grpId="0" animBg="1"/>
      <p:bldP spid="71698" grpId="0"/>
      <p:bldP spid="71699" grpId="0"/>
      <p:bldP spid="71701" grpId="0"/>
      <p:bldP spid="71706" grpId="0"/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56099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476250"/>
            <a:ext cx="8229600" cy="5689600"/>
          </a:xfrm>
        </p:spPr>
        <p:txBody>
          <a:bodyPr vert="horz" wrap="square" lIns="91440" tIns="45720" rIns="91440" bIns="45720" numCol="1" anchor="t" anchorCtr="0" compatLnSpc="1">
            <a:normAutofit fontScale="925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它带来的问题是：</a:t>
            </a:r>
            <a:endParaRPr kumimoji="0" lang="zh-CN" altLang="en-GB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如果对一个对象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（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s1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或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s2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）</a:t>
            </a: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操作之后修改了这块空间的内容，则另一个对象将会受到影响。如果不是设计者特意所为，这将是一个隐藏的错误。</a:t>
            </a:r>
            <a:endParaRPr kumimoji="0" lang="zh-CN" altLang="en-GB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当对象</a:t>
            </a:r>
            <a:r>
              <a:rPr kumimoji="0" lang="en-GB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s1</a:t>
            </a: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和</a:t>
            </a:r>
            <a:r>
              <a:rPr kumimoji="0" lang="en-GB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s2</a:t>
            </a: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消亡时，将会分别去调用它们的析构函数，这会使得同一块内存区域将被归还两次，从而导致程序运行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错误</a:t>
            </a:r>
            <a:r>
              <a:rPr kumimoji="0" lang="zh-CN" altLang="en-GB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。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当对象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s1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和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s2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中有一个消亡，另一个还没消亡时，则会出现使用已被归还的空间问题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！</a:t>
            </a:r>
            <a:endParaRPr kumimoji="0" lang="zh-CN" altLang="en-GB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系统</a:t>
            </a:r>
            <a:r>
              <a:rPr kumimoji="0" lang="zh-CN" altLang="en-GB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提供的隐式拷贝构造函数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实施的是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浅拷贝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shallow copy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）：只拷贝数据成员本身的值。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57123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333375"/>
            <a:ext cx="8470900" cy="3497263"/>
          </a:xfrm>
        </p:spPr>
        <p:txBody>
          <a:bodyPr vert="horz" wrap="square" lIns="91440" tIns="45720" rIns="91440" bIns="45720" numCol="1" anchor="t" anchorCtr="0" compatLnSpc="1">
            <a:normAutofit fontScale="85000" lnSpcReduction="10000"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为了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解决上面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问题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，可以在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类</a:t>
            </a:r>
            <a:r>
              <a:rPr kumimoji="0" lang="en-GB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String</a:t>
            </a:r>
            <a:r>
              <a:rPr kumimoji="0" lang="zh-CN" altLang="en-GB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中显式定义一个拷贝构造函数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来实现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深拷贝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deep copy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</a:t>
            </a:r>
            <a:endParaRPr kumimoji="0" lang="zh-CN" alt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String::String(</a:t>
            </a:r>
            <a:r>
              <a:rPr kumimoji="0" lang="en-GB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const</a:t>
            </a:r>
            <a:r>
              <a:rPr kumimoji="0" lang="en-GB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String&amp; s)</a:t>
            </a:r>
            <a:endParaRPr kumimoji="0" lang="en-GB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	</a:t>
            </a:r>
            <a:r>
              <a:rPr kumimoji="0" lang="en-GB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len</a:t>
            </a:r>
            <a:r>
              <a:rPr kumimoji="0" lang="en-GB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= </a:t>
            </a:r>
            <a:r>
              <a:rPr kumimoji="0" lang="en-GB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s.len</a:t>
            </a:r>
            <a:r>
              <a:rPr kumimoji="0" lang="en-GB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</a:t>
            </a:r>
            <a:endParaRPr kumimoji="0" lang="en-GB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</a:t>
            </a:r>
            <a:r>
              <a:rPr kumimoji="0" lang="en-GB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str</a:t>
            </a:r>
            <a:r>
              <a:rPr kumimoji="0" lang="en-GB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= new char[len+1];</a:t>
            </a:r>
            <a:endParaRPr kumimoji="0" lang="en-GB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</a:t>
            </a:r>
            <a:r>
              <a:rPr kumimoji="0" lang="en-GB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strcpy</a:t>
            </a:r>
            <a:r>
              <a:rPr kumimoji="0" lang="en-GB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</a:t>
            </a:r>
            <a:r>
              <a:rPr kumimoji="0" lang="en-GB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str,s.str</a:t>
            </a:r>
            <a:r>
              <a:rPr kumimoji="0" lang="en-GB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);</a:t>
            </a:r>
            <a:endParaRPr kumimoji="0" lang="en-GB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  <p:sp>
        <p:nvSpPr>
          <p:cNvPr id="14339" name="Rectangle 2"/>
          <p:cNvSpPr/>
          <p:nvPr/>
        </p:nvSpPr>
        <p:spPr>
          <a:xfrm>
            <a:off x="2246313" y="4937125"/>
            <a:ext cx="795337" cy="1319213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/>
          </a:p>
        </p:txBody>
      </p:sp>
      <p:sp>
        <p:nvSpPr>
          <p:cNvPr id="14340" name="Line 4"/>
          <p:cNvSpPr/>
          <p:nvPr/>
        </p:nvSpPr>
        <p:spPr>
          <a:xfrm>
            <a:off x="2246313" y="5584825"/>
            <a:ext cx="795337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341" name="Rectangle 5"/>
          <p:cNvSpPr/>
          <p:nvPr/>
        </p:nvSpPr>
        <p:spPr>
          <a:xfrm>
            <a:off x="6097588" y="4937125"/>
            <a:ext cx="795337" cy="128905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/>
          </a:p>
        </p:txBody>
      </p:sp>
      <p:sp>
        <p:nvSpPr>
          <p:cNvPr id="14342" name="Line 7"/>
          <p:cNvSpPr/>
          <p:nvPr/>
        </p:nvSpPr>
        <p:spPr>
          <a:xfrm>
            <a:off x="6097588" y="5554663"/>
            <a:ext cx="795337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343" name="Rectangle 8"/>
          <p:cNvSpPr/>
          <p:nvPr/>
        </p:nvSpPr>
        <p:spPr>
          <a:xfrm>
            <a:off x="3835400" y="5584825"/>
            <a:ext cx="898525" cy="611188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/>
          </a:p>
        </p:txBody>
      </p:sp>
      <p:sp>
        <p:nvSpPr>
          <p:cNvPr id="14344" name="Line 9"/>
          <p:cNvSpPr/>
          <p:nvPr/>
        </p:nvSpPr>
        <p:spPr>
          <a:xfrm>
            <a:off x="2776538" y="5891213"/>
            <a:ext cx="1058862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4345" name="Line 12"/>
          <p:cNvSpPr/>
          <p:nvPr/>
        </p:nvSpPr>
        <p:spPr>
          <a:xfrm flipV="1">
            <a:off x="6588125" y="5876925"/>
            <a:ext cx="115252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4346" name="Text Box 14"/>
          <p:cNvSpPr txBox="1"/>
          <p:nvPr/>
        </p:nvSpPr>
        <p:spPr>
          <a:xfrm>
            <a:off x="1619250" y="5099050"/>
            <a:ext cx="531813" cy="369888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len</a:t>
            </a:r>
            <a:endParaRPr lang="en-US" altLang="zh-CN" sz="1800" dirty="0"/>
          </a:p>
        </p:txBody>
      </p:sp>
      <p:sp>
        <p:nvSpPr>
          <p:cNvPr id="14347" name="Text Box 15"/>
          <p:cNvSpPr txBox="1"/>
          <p:nvPr/>
        </p:nvSpPr>
        <p:spPr>
          <a:xfrm>
            <a:off x="1630363" y="5748338"/>
            <a:ext cx="493712" cy="369887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str</a:t>
            </a:r>
            <a:endParaRPr lang="en-US" altLang="zh-CN" sz="1800" dirty="0"/>
          </a:p>
        </p:txBody>
      </p:sp>
      <p:sp>
        <p:nvSpPr>
          <p:cNvPr id="14348" name="Text Box 17"/>
          <p:cNvSpPr txBox="1"/>
          <p:nvPr/>
        </p:nvSpPr>
        <p:spPr>
          <a:xfrm>
            <a:off x="5546725" y="5084763"/>
            <a:ext cx="531813" cy="369887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len</a:t>
            </a:r>
            <a:endParaRPr lang="en-US" altLang="zh-CN" sz="1800" dirty="0"/>
          </a:p>
        </p:txBody>
      </p:sp>
      <p:sp>
        <p:nvSpPr>
          <p:cNvPr id="14349" name="Text Box 18"/>
          <p:cNvSpPr txBox="1"/>
          <p:nvPr/>
        </p:nvSpPr>
        <p:spPr>
          <a:xfrm>
            <a:off x="5557838" y="5734050"/>
            <a:ext cx="493712" cy="369888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str</a:t>
            </a:r>
            <a:endParaRPr lang="en-US" altLang="zh-CN" sz="1800" dirty="0"/>
          </a:p>
        </p:txBody>
      </p:sp>
      <p:sp>
        <p:nvSpPr>
          <p:cNvPr id="14350" name="Text Box 19"/>
          <p:cNvSpPr txBox="1"/>
          <p:nvPr/>
        </p:nvSpPr>
        <p:spPr>
          <a:xfrm>
            <a:off x="2349500" y="4430713"/>
            <a:ext cx="466725" cy="366712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s1</a:t>
            </a:r>
            <a:endParaRPr lang="en-US" altLang="zh-CN" sz="1800" dirty="0"/>
          </a:p>
        </p:txBody>
      </p:sp>
      <p:sp>
        <p:nvSpPr>
          <p:cNvPr id="14351" name="Text Box 20"/>
          <p:cNvSpPr txBox="1"/>
          <p:nvPr/>
        </p:nvSpPr>
        <p:spPr>
          <a:xfrm>
            <a:off x="6151563" y="4430713"/>
            <a:ext cx="466725" cy="366712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s2</a:t>
            </a:r>
            <a:endParaRPr lang="en-US" altLang="zh-CN" sz="1800" dirty="0"/>
          </a:p>
        </p:txBody>
      </p:sp>
      <p:sp>
        <p:nvSpPr>
          <p:cNvPr id="14352" name="Text Box 21"/>
          <p:cNvSpPr txBox="1"/>
          <p:nvPr/>
        </p:nvSpPr>
        <p:spPr>
          <a:xfrm>
            <a:off x="3949700" y="5726113"/>
            <a:ext cx="725488" cy="366712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abcd</a:t>
            </a:r>
            <a:endParaRPr lang="en-US" altLang="zh-CN" sz="1800" dirty="0"/>
          </a:p>
        </p:txBody>
      </p:sp>
      <p:sp>
        <p:nvSpPr>
          <p:cNvPr id="14353" name="Text Box 23"/>
          <p:cNvSpPr txBox="1"/>
          <p:nvPr/>
        </p:nvSpPr>
        <p:spPr>
          <a:xfrm>
            <a:off x="2411413" y="5078413"/>
            <a:ext cx="330200" cy="366712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4</a:t>
            </a:r>
            <a:endParaRPr lang="en-US" altLang="zh-CN" sz="1800" dirty="0"/>
          </a:p>
        </p:txBody>
      </p:sp>
      <p:sp>
        <p:nvSpPr>
          <p:cNvPr id="14354" name="Text Box 25"/>
          <p:cNvSpPr txBox="1"/>
          <p:nvPr/>
        </p:nvSpPr>
        <p:spPr>
          <a:xfrm>
            <a:off x="6257925" y="5084763"/>
            <a:ext cx="331788" cy="369887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4</a:t>
            </a:r>
            <a:endParaRPr lang="en-US" altLang="zh-CN" sz="1800" dirty="0"/>
          </a:p>
        </p:txBody>
      </p:sp>
      <p:sp>
        <p:nvSpPr>
          <p:cNvPr id="14355" name="Rectangle 8"/>
          <p:cNvSpPr/>
          <p:nvPr/>
        </p:nvSpPr>
        <p:spPr>
          <a:xfrm>
            <a:off x="7740650" y="5589588"/>
            <a:ext cx="898525" cy="611187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/>
          </a:p>
        </p:txBody>
      </p:sp>
      <p:sp>
        <p:nvSpPr>
          <p:cNvPr id="14356" name="TextBox 28"/>
          <p:cNvSpPr txBox="1"/>
          <p:nvPr/>
        </p:nvSpPr>
        <p:spPr>
          <a:xfrm>
            <a:off x="7740650" y="5661025"/>
            <a:ext cx="792163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/>
              <a:t>abcd</a:t>
            </a:r>
            <a:endParaRPr lang="zh-CN" altLang="en-US" sz="2000" dirty="0"/>
          </a:p>
        </p:txBody>
      </p:sp>
      <p:sp>
        <p:nvSpPr>
          <p:cNvPr id="14357" name="Text Box 20"/>
          <p:cNvSpPr txBox="1"/>
          <p:nvPr/>
        </p:nvSpPr>
        <p:spPr>
          <a:xfrm>
            <a:off x="5553075" y="3830638"/>
            <a:ext cx="1682750" cy="461962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/>
              <a:t>A s2(s1);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63970" name="Rectangle 2"/>
          <p:cNvSpPr>
            <a:spLocks noGrp="1" noChangeArrowheads="1"/>
          </p:cNvSpPr>
          <p:nvPr>
            <p:ph idx="1"/>
          </p:nvPr>
        </p:nvSpPr>
        <p:spPr>
          <a:xfrm>
            <a:off x="457200" y="115888"/>
            <a:ext cx="8229600" cy="66262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注意：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自定义的拷贝构造函数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默认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调用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的是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成员对象类的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默认构造函数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来</a:t>
            </a:r>
            <a:r>
              <a:rPr kumimoji="0" lang="zh-CN" altLang="en-GB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对成员对象初始化！</a:t>
            </a:r>
            <a:endParaRPr kumimoji="0" lang="zh-CN" altLang="en-GB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class A</a:t>
            </a:r>
            <a:endParaRPr kumimoji="0" lang="en-GB" altLang="zh-CN" sz="1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		</a:t>
            </a:r>
            <a:r>
              <a:rPr kumimoji="0" lang="en-GB" altLang="zh-CN" sz="1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</a:t>
            </a:r>
            <a:r>
              <a:rPr kumimoji="0" lang="en-GB" altLang="zh-CN" sz="1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x,y</a:t>
            </a: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</a:t>
            </a:r>
            <a:endParaRPr kumimoji="0" lang="en-GB" altLang="zh-CN" sz="1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public:</a:t>
            </a:r>
            <a:endParaRPr kumimoji="0" lang="en-GB" altLang="zh-CN" sz="1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A() { x = y = 0; }</a:t>
            </a:r>
            <a:endParaRPr kumimoji="0" lang="en-GB" altLang="zh-CN" sz="1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	void </a:t>
            </a:r>
            <a:r>
              <a:rPr kumimoji="0" lang="en-GB" altLang="zh-CN" sz="1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inc</a:t>
            </a: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() { x++; y++; }</a:t>
            </a:r>
            <a:endParaRPr kumimoji="0" lang="en-GB" altLang="zh-CN" sz="1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};</a:t>
            </a:r>
            <a:endParaRPr kumimoji="0" lang="en-GB" altLang="zh-CN" sz="1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class B</a:t>
            </a:r>
            <a:endParaRPr kumimoji="0" lang="en-GB" altLang="zh-CN" sz="1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{    </a:t>
            </a:r>
            <a:r>
              <a:rPr kumimoji="0" lang="en-GB" altLang="zh-CN" sz="1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int</a:t>
            </a: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z;</a:t>
            </a:r>
            <a:endParaRPr kumimoji="0" lang="en-GB" altLang="zh-CN" sz="1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  A </a:t>
            </a:r>
            <a:r>
              <a:rPr kumimoji="0" lang="en-GB" altLang="zh-CN" sz="18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a</a:t>
            </a: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</a:t>
            </a:r>
            <a:endParaRPr kumimoji="0" lang="en-GB" altLang="zh-CN" sz="1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  public:</a:t>
            </a:r>
            <a:endParaRPr kumimoji="0" lang="en-GB" altLang="zh-CN" sz="1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  B() { z = 0; }</a:t>
            </a:r>
            <a:endParaRPr kumimoji="0" lang="en-GB" altLang="zh-CN" sz="1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  B(</a:t>
            </a:r>
            <a:r>
              <a:rPr kumimoji="0" lang="en-GB" altLang="zh-CN" sz="1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const</a:t>
            </a: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B&amp; b)            { z = </a:t>
            </a:r>
            <a:r>
              <a:rPr kumimoji="0" lang="en-GB" altLang="zh-CN" sz="1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b.z</a:t>
            </a: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; }</a:t>
            </a:r>
            <a:endParaRPr kumimoji="0" lang="en-GB" altLang="zh-CN" sz="1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	  void </a:t>
            </a:r>
            <a:r>
              <a:rPr kumimoji="0" lang="en-GB" altLang="zh-CN" sz="1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inc</a:t>
            </a: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() { z++; a.inc(); }</a:t>
            </a:r>
            <a:endParaRPr kumimoji="0" lang="en-GB" altLang="zh-CN" sz="1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};</a:t>
            </a:r>
            <a:endParaRPr kumimoji="0" lang="en-GB" altLang="zh-CN" sz="1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...</a:t>
            </a:r>
            <a:endParaRPr kumimoji="0" lang="en-GB" altLang="zh-CN" sz="1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B b1;  /b1.z</a:t>
            </a:r>
            <a:r>
              <a:rPr kumimoji="0" lang="zh-CN" altLang="en-GB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、</a:t>
            </a: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b1.a.x</a:t>
            </a:r>
            <a:r>
              <a:rPr kumimoji="0" lang="zh-CN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和</a:t>
            </a: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b1.a.y</a:t>
            </a:r>
            <a:r>
              <a:rPr kumimoji="0" lang="zh-CN" altLang="en-GB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均为</a:t>
            </a: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0</a:t>
            </a:r>
            <a:endParaRPr kumimoji="0" lang="zh-CN" altLang="en-GB" sz="1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b1.inc();  //b1.z</a:t>
            </a:r>
            <a:r>
              <a:rPr kumimoji="0" lang="zh-CN" altLang="en-GB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、</a:t>
            </a: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b1.a.x</a:t>
            </a:r>
            <a:r>
              <a:rPr kumimoji="0" lang="zh-CN" altLang="en-GB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和</a:t>
            </a: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b1.a.y</a:t>
            </a:r>
            <a:r>
              <a:rPr kumimoji="0" lang="zh-CN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均变成了</a:t>
            </a: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1</a:t>
            </a:r>
            <a:endParaRPr kumimoji="0" lang="zh-CN" altLang="en-GB" sz="1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GB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B b2(b1);</a:t>
            </a:r>
            <a:r>
              <a:rPr kumimoji="0" lang="en-US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 //b2.z</a:t>
            </a:r>
            <a:r>
              <a:rPr kumimoji="0" lang="zh-CN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为</a:t>
            </a:r>
            <a:r>
              <a:rPr kumimoji="0" lang="en-US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1</a:t>
            </a:r>
            <a:r>
              <a:rPr kumimoji="0" lang="zh-CN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，</a:t>
            </a:r>
            <a:r>
              <a:rPr kumimoji="0" lang="en-US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b2.a.x</a:t>
            </a:r>
            <a:r>
              <a:rPr kumimoji="0" lang="zh-CN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和</a:t>
            </a:r>
            <a:r>
              <a:rPr kumimoji="0" lang="en-US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b2.a.y</a:t>
            </a:r>
            <a:r>
              <a:rPr kumimoji="0" lang="zh-CN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均为</a:t>
            </a:r>
            <a:r>
              <a:rPr kumimoji="0" lang="en-US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0</a:t>
            </a:r>
            <a:endParaRPr kumimoji="0" lang="zh-CN" altLang="en-US" sz="1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如何能让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b2.a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与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b1.a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保持一致呢？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在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B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</a:rPr>
              <a:t>类的拷贝构造函数的成员初始化表中显式指出！</a:t>
            </a: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</a:endParaRPr>
          </a:p>
        </p:txBody>
      </p:sp>
      <p:sp>
        <p:nvSpPr>
          <p:cNvPr id="1367041" name="Text Box 1"/>
          <p:cNvSpPr txBox="1"/>
          <p:nvPr/>
        </p:nvSpPr>
        <p:spPr>
          <a:xfrm>
            <a:off x="2987675" y="3894138"/>
            <a:ext cx="1073150" cy="366712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chemeClr val="folHlink"/>
                </a:solidFill>
              </a:rPr>
              <a:t>: a(b.a)</a:t>
            </a:r>
            <a:endParaRPr lang="en-US" altLang="zh-CN" sz="1800" dirty="0">
              <a:solidFill>
                <a:schemeClr val="folHlink"/>
              </a:solidFill>
            </a:endParaRPr>
          </a:p>
        </p:txBody>
      </p:sp>
      <p:sp>
        <p:nvSpPr>
          <p:cNvPr id="1367042" name="Text Box 2"/>
          <p:cNvSpPr txBox="1">
            <a:spLocks noChangeArrowheads="1"/>
          </p:cNvSpPr>
          <p:nvPr/>
        </p:nvSpPr>
        <p:spPr bwMode="auto">
          <a:xfrm>
            <a:off x="3400425" y="5567363"/>
            <a:ext cx="2489200" cy="368300"/>
          </a:xfrm>
          <a:prstGeom prst="rect">
            <a:avLst/>
          </a:prstGeom>
          <a:solidFill>
            <a:schemeClr val="bg2"/>
          </a:solidFill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18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b2.a.x</a:t>
            </a:r>
            <a:r>
              <a:rPr kumimoji="0" lang="zh-CN" altLang="en-US" sz="18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和</a:t>
            </a:r>
            <a:r>
              <a:rPr kumimoji="0" lang="en-US" altLang="zh-CN" sz="18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b2.a.y</a:t>
            </a:r>
            <a:r>
              <a:rPr kumimoji="0" lang="zh-CN" altLang="en-US" sz="18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均为</a:t>
            </a:r>
            <a:r>
              <a:rPr kumimoji="0" lang="en-US" altLang="zh-CN" sz="1800" kern="1200" cap="none" spc="0" normalizeH="0" baseline="0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1</a:t>
            </a:r>
            <a:endParaRPr kumimoji="0" lang="zh-CN" altLang="en-US" sz="1800" kern="1200" cap="none" spc="0" normalizeH="0" baseline="0" noProof="0" dirty="0"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7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670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670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7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670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670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970">
                                            <p:txEl>
                                              <p:charRg st="382" end="40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63970">
                                            <p:txEl>
                                              <p:charRg st="382" end="40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63970">
                                            <p:txEl>
                                              <p:charRg st="382" end="40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7041" grpId="0"/>
      <p:bldP spid="136704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76250"/>
            <a:ext cx="8229600" cy="6121400"/>
          </a:xfrm>
        </p:spPr>
        <p:txBody>
          <a:bodyPr vert="horz" wrap="square" lIns="91440" tIns="45720" rIns="91440" bIns="45720" numCol="1" anchor="t" anchorCtr="0" compatLnSpc="1">
            <a:normAutofit fontScale="70000" lnSpcReduction="20000"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下面对</a:t>
            </a:r>
            <a:r>
              <a:rPr kumimoji="0" lang="en-US" altLang="zh-CN" sz="3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b2.a</a:t>
            </a:r>
            <a:r>
              <a:rPr kumimoji="0" lang="zh-CN" altLang="en-US" sz="3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进行赋值初始化与拷贝构造的区别是什么？</a:t>
            </a:r>
            <a:endParaRPr kumimoji="0" lang="en-US" altLang="zh-CN" sz="3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3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 A { ...... };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 B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 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z;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 </a:t>
            </a:r>
            <a:r>
              <a:rPr kumimoji="0" lang="en-US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public: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B() { ...... }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B(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const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B&amp; b)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{ z = 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b.z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a = </a:t>
            </a:r>
            <a:r>
              <a:rPr kumimoji="0" lang="en-US" altLang="zh-CN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b.a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}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......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};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 b1;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 b2(b1);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2700338" y="3173413"/>
            <a:ext cx="55149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   //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这里会调用</a:t>
            </a: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的默认构造函数对</a:t>
            </a: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初始化！</a:t>
            </a:r>
            <a:endParaRPr kumimoji="0" lang="zh-CN" altLang="en-US" sz="2000" b="0" i="0" u="none" strike="noStrike" kern="1200" cap="none" spc="0" normalizeH="0" baseline="0" noProof="0" dirty="0" smtClean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2651125" y="3860800"/>
            <a:ext cx="40814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//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这里是调用</a:t>
            </a: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的赋值操作给</a:t>
            </a: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赋值</a:t>
            </a:r>
            <a:endParaRPr kumimoji="0" lang="zh-CN" alt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theme/theme1.xml><?xml version="1.0" encoding="utf-8"?>
<a:theme xmlns:a="http://schemas.openxmlformats.org/drawingml/2006/main" name="Globe">
  <a:themeElements>
    <a:clrScheme name="Globe 11">
      <a:dk1>
        <a:srgbClr val="003B76"/>
      </a:dk1>
      <a:lt1>
        <a:srgbClr val="FFFFFF"/>
      </a:lt1>
      <a:dk2>
        <a:srgbClr val="0066CC"/>
      </a:dk2>
      <a:lt2>
        <a:srgbClr val="FFFF00"/>
      </a:lt2>
      <a:accent1>
        <a:srgbClr val="33CCCC"/>
      </a:accent1>
      <a:accent2>
        <a:srgbClr val="66CCFF"/>
      </a:accent2>
      <a:accent3>
        <a:srgbClr val="AAB8E2"/>
      </a:accent3>
      <a:accent4>
        <a:srgbClr val="DADADA"/>
      </a:accent4>
      <a:accent5>
        <a:srgbClr val="ADE2E2"/>
      </a:accent5>
      <a:accent6>
        <a:srgbClr val="5CB9E7"/>
      </a:accent6>
      <a:hlink>
        <a:srgbClr val="FFFFCC"/>
      </a:hlink>
      <a:folHlink>
        <a:srgbClr val="FFCC66"/>
      </a:folHlink>
    </a:clrScheme>
    <a:fontScheme name="Globe">
      <a:majorFont>
        <a:latin typeface="Arial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Globe 1">
        <a:dk1>
          <a:srgbClr val="622100"/>
        </a:dk1>
        <a:lt1>
          <a:srgbClr val="FFFFFF"/>
        </a:lt1>
        <a:dk2>
          <a:srgbClr val="800000"/>
        </a:dk2>
        <a:lt2>
          <a:srgbClr val="FFFFCC"/>
        </a:lt2>
        <a:accent1>
          <a:srgbClr val="E42B00"/>
        </a:accent1>
        <a:accent2>
          <a:srgbClr val="996600"/>
        </a:accent2>
        <a:accent3>
          <a:srgbClr val="C0AAAA"/>
        </a:accent3>
        <a:accent4>
          <a:srgbClr val="DADADA"/>
        </a:accent4>
        <a:accent5>
          <a:srgbClr val="EFACAA"/>
        </a:accent5>
        <a:accent6>
          <a:srgbClr val="8A5C00"/>
        </a:accent6>
        <a:hlink>
          <a:srgbClr val="FADF6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2">
        <a:dk1>
          <a:srgbClr val="5F4545"/>
        </a:dk1>
        <a:lt1>
          <a:srgbClr val="FFFFFF"/>
        </a:lt1>
        <a:dk2>
          <a:srgbClr val="8F6969"/>
        </a:dk2>
        <a:lt2>
          <a:srgbClr val="FFFFCC"/>
        </a:lt2>
        <a:accent1>
          <a:srgbClr val="CC6600"/>
        </a:accent1>
        <a:accent2>
          <a:srgbClr val="924C0C"/>
        </a:accent2>
        <a:accent3>
          <a:srgbClr val="C6B9B9"/>
        </a:accent3>
        <a:accent4>
          <a:srgbClr val="DADADA"/>
        </a:accent4>
        <a:accent5>
          <a:srgbClr val="E2B8AA"/>
        </a:accent5>
        <a:accent6>
          <a:srgbClr val="84440A"/>
        </a:accent6>
        <a:hlink>
          <a:srgbClr val="CFD375"/>
        </a:hlink>
        <a:folHlink>
          <a:srgbClr val="98BB9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3">
        <a:dk1>
          <a:srgbClr val="003B76"/>
        </a:dk1>
        <a:lt1>
          <a:srgbClr val="FFFFFF"/>
        </a:lt1>
        <a:dk2>
          <a:srgbClr val="0066CC"/>
        </a:dk2>
        <a:lt2>
          <a:srgbClr val="CCECFF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4">
        <a:dk1>
          <a:srgbClr val="005856"/>
        </a:dk1>
        <a:lt1>
          <a:srgbClr val="FFFFFF"/>
        </a:lt1>
        <a:dk2>
          <a:srgbClr val="008080"/>
        </a:dk2>
        <a:lt2>
          <a:srgbClr val="FFFFCC"/>
        </a:lt2>
        <a:accent1>
          <a:srgbClr val="0099CC"/>
        </a:accent1>
        <a:accent2>
          <a:srgbClr val="00CCFF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B9E7"/>
        </a:accent6>
        <a:hlink>
          <a:srgbClr val="1ACE9F"/>
        </a:hlink>
        <a:folHlink>
          <a:srgbClr val="948CC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5">
        <a:dk1>
          <a:srgbClr val="3C5436"/>
        </a:dk1>
        <a:lt1>
          <a:srgbClr val="FFFFFF"/>
        </a:lt1>
        <a:dk2>
          <a:srgbClr val="5F8656"/>
        </a:dk2>
        <a:lt2>
          <a:srgbClr val="D6D8C0"/>
        </a:lt2>
        <a:accent1>
          <a:srgbClr val="61733D"/>
        </a:accent1>
        <a:accent2>
          <a:srgbClr val="324A39"/>
        </a:accent2>
        <a:accent3>
          <a:srgbClr val="B6C3B4"/>
        </a:accent3>
        <a:accent4>
          <a:srgbClr val="DADADA"/>
        </a:accent4>
        <a:accent5>
          <a:srgbClr val="B7BCAF"/>
        </a:accent5>
        <a:accent6>
          <a:srgbClr val="2C4233"/>
        </a:accent6>
        <a:hlink>
          <a:srgbClr val="73D588"/>
        </a:hlink>
        <a:folHlink>
          <a:srgbClr val="6F99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6">
        <a:dk1>
          <a:srgbClr val="5B7B65"/>
        </a:dk1>
        <a:lt1>
          <a:srgbClr val="FFFFFF"/>
        </a:lt1>
        <a:dk2>
          <a:srgbClr val="9ABE9D"/>
        </a:dk2>
        <a:lt2>
          <a:srgbClr val="336600"/>
        </a:lt2>
        <a:accent1>
          <a:srgbClr val="00CC66"/>
        </a:accent1>
        <a:accent2>
          <a:srgbClr val="4E7050"/>
        </a:accent2>
        <a:accent3>
          <a:srgbClr val="CADBCC"/>
        </a:accent3>
        <a:accent4>
          <a:srgbClr val="DADADA"/>
        </a:accent4>
        <a:accent5>
          <a:srgbClr val="AAE2B8"/>
        </a:accent5>
        <a:accent6>
          <a:srgbClr val="466548"/>
        </a:accent6>
        <a:hlink>
          <a:srgbClr val="FFFFCC"/>
        </a:hlink>
        <a:folHlink>
          <a:srgbClr val="9CE8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7">
        <a:dk1>
          <a:srgbClr val="4C4E44"/>
        </a:dk1>
        <a:lt1>
          <a:srgbClr val="FFFFFF"/>
        </a:lt1>
        <a:dk2>
          <a:srgbClr val="686B5D"/>
        </a:dk2>
        <a:lt2>
          <a:srgbClr val="D6D5C6"/>
        </a:lt2>
        <a:accent1>
          <a:srgbClr val="898D79"/>
        </a:accent1>
        <a:accent2>
          <a:srgbClr val="4D4F45"/>
        </a:accent2>
        <a:accent3>
          <a:srgbClr val="B9BAB6"/>
        </a:accent3>
        <a:accent4>
          <a:srgbClr val="DADADA"/>
        </a:accent4>
        <a:accent5>
          <a:srgbClr val="C4C5BE"/>
        </a:accent5>
        <a:accent6>
          <a:srgbClr val="45473E"/>
        </a:accent6>
        <a:hlink>
          <a:srgbClr val="58BE67"/>
        </a:hlink>
        <a:folHlink>
          <a:srgbClr val="C0C64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8">
        <a:dk1>
          <a:srgbClr val="000000"/>
        </a:dk1>
        <a:lt1>
          <a:srgbClr val="FFFFDD"/>
        </a:lt1>
        <a:dk2>
          <a:srgbClr val="000000"/>
        </a:dk2>
        <a:lt2>
          <a:srgbClr val="98977A"/>
        </a:lt2>
        <a:accent1>
          <a:srgbClr val="BDCDA7"/>
        </a:accent1>
        <a:accent2>
          <a:srgbClr val="A0D060"/>
        </a:accent2>
        <a:accent3>
          <a:srgbClr val="FFFFEB"/>
        </a:accent3>
        <a:accent4>
          <a:srgbClr val="000000"/>
        </a:accent4>
        <a:accent5>
          <a:srgbClr val="DBE3D0"/>
        </a:accent5>
        <a:accent6>
          <a:srgbClr val="91BC56"/>
        </a:accent6>
        <a:hlink>
          <a:srgbClr val="FADD4E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e 9">
        <a:dk1>
          <a:srgbClr val="003B76"/>
        </a:dk1>
        <a:lt1>
          <a:srgbClr val="FFFFFF"/>
        </a:lt1>
        <a:dk2>
          <a:srgbClr val="0066CC"/>
        </a:dk2>
        <a:lt2>
          <a:srgbClr val="FFCC00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10">
        <a:dk1>
          <a:srgbClr val="003B76"/>
        </a:dk1>
        <a:lt1>
          <a:srgbClr val="FFFFFF"/>
        </a:lt1>
        <a:dk2>
          <a:srgbClr val="0066CC"/>
        </a:dk2>
        <a:lt2>
          <a:srgbClr val="FFCC66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11">
        <a:dk1>
          <a:srgbClr val="003B76"/>
        </a:dk1>
        <a:lt1>
          <a:srgbClr val="FFFFFF"/>
        </a:lt1>
        <a:dk2>
          <a:srgbClr val="0066CC"/>
        </a:dk2>
        <a:lt2>
          <a:srgbClr val="FFFF00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Globe</Template>
  <TotalTime>0</TotalTime>
  <Words>2154</Words>
  <Application>WPS 演示</Application>
  <PresentationFormat>全屏显示(4:3)</PresentationFormat>
  <Paragraphs>177</Paragraphs>
  <Slides>11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宋体</vt:lpstr>
      <vt:lpstr>Wingdings</vt:lpstr>
      <vt:lpstr>Verdana</vt:lpstr>
      <vt:lpstr>Times New Roman</vt:lpstr>
      <vt:lpstr>微软雅黑</vt:lpstr>
      <vt:lpstr>Arial Unicode MS</vt:lpstr>
      <vt:lpstr>Globe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chenjj</dc:creator>
  <cp:lastModifiedBy>tattit</cp:lastModifiedBy>
  <cp:revision>592</cp:revision>
  <dcterms:created xsi:type="dcterms:W3CDTF">1999-05-22T12:40:20Z</dcterms:created>
  <dcterms:modified xsi:type="dcterms:W3CDTF">2023-09-18T05:57:39Z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2052-11.8.2.8875</vt:lpwstr>
  </property>
</Properties>
</file>
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317" r:id="rId5"/>
    <p:sldId id="345" r:id="rId6"/>
    <p:sldId id="308" r:id="rId7"/>
    <p:sldId id="318" r:id="rId8"/>
    <p:sldId id="319" r:id="rId9"/>
    <p:sldId id="320" r:id="rId10"/>
    <p:sldId id="321" r:id="rId11"/>
    <p:sldId id="346" r:id="rId12"/>
    <p:sldId id="347" r:id="rId13"/>
    <p:sldId id="352" r:id="rId14"/>
    <p:sldId id="355" r:id="rId15"/>
    <p:sldId id="353" r:id="rId16"/>
    <p:sldId id="348" r:id="rId17"/>
    <p:sldId id="349" r:id="rId18"/>
    <p:sldId id="350" r:id="rId19"/>
    <p:sldId id="354" r:id="rId20"/>
  </p:sldIdLst>
  <p:sldSz cx="9144000" cy="6858000" type="screen4x3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777"/>
    <p:restoredTop sz="94660"/>
  </p:normalViewPr>
  <p:slideViewPr>
    <p:cSldViewPr showGuides="1">
      <p:cViewPr varScale="1">
        <p:scale>
          <a:sx n="90" d="100"/>
          <a:sy n="90" d="100"/>
        </p:scale>
        <p:origin x="115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60" y="845"/>
                </a:cxn>
                <a:cxn ang="0">
                  <a:pos x="960" y="821"/>
                </a:cxn>
                <a:cxn ang="0">
                  <a:pos x="796" y="605"/>
                </a:cxn>
                <a:cxn ang="0">
                  <a:pos x="517" y="396"/>
                </a:cxn>
                <a:cxn ang="0">
                  <a:pos x="332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20" y="198"/>
                </a:cxn>
                <a:cxn ang="0">
                  <a:pos x="511" y="408"/>
                </a:cxn>
                <a:cxn ang="0">
                  <a:pos x="790" y="623"/>
                </a:cxn>
                <a:cxn ang="0">
                  <a:pos x="960" y="845"/>
                </a:cxn>
                <a:cxn ang="0">
                  <a:pos x="960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18" y="414"/>
                </a:cxn>
                <a:cxn ang="0">
                  <a:pos x="518" y="396"/>
                </a:cxn>
                <a:cxn ang="0">
                  <a:pos x="333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27" y="204"/>
                </a:cxn>
                <a:cxn ang="0">
                  <a:pos x="518" y="414"/>
                </a:cxn>
                <a:cxn ang="0">
                  <a:pos x="518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45" y="0"/>
                </a:cxn>
                <a:cxn ang="0">
                  <a:pos x="818" y="0"/>
                </a:cxn>
                <a:cxn ang="0">
                  <a:pos x="596" y="132"/>
                </a:cxn>
                <a:cxn ang="0">
                  <a:pos x="368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68" y="282"/>
                </a:cxn>
                <a:cxn ang="0">
                  <a:pos x="608" y="138"/>
                </a:cxn>
                <a:cxn ang="0">
                  <a:pos x="845" y="0"/>
                </a:cxn>
                <a:cxn ang="0">
                  <a:pos x="845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80" y="0"/>
                </a:cxn>
                <a:cxn ang="0">
                  <a:pos x="362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80" y="0"/>
                </a:cxn>
                <a:cxn ang="0">
                  <a:pos x="38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5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6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C4C6A8-1A35-4FA5-B3F8-7D0DE4B46EC8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4099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1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4103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4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5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6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7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8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9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0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1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2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3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4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5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116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17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18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60" y="845"/>
                </a:cxn>
                <a:cxn ang="0">
                  <a:pos x="960" y="821"/>
                </a:cxn>
                <a:cxn ang="0">
                  <a:pos x="796" y="605"/>
                </a:cxn>
                <a:cxn ang="0">
                  <a:pos x="517" y="396"/>
                </a:cxn>
                <a:cxn ang="0">
                  <a:pos x="332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20" y="198"/>
                </a:cxn>
                <a:cxn ang="0">
                  <a:pos x="511" y="408"/>
                </a:cxn>
                <a:cxn ang="0">
                  <a:pos x="790" y="623"/>
                </a:cxn>
                <a:cxn ang="0">
                  <a:pos x="960" y="845"/>
                </a:cxn>
                <a:cxn ang="0">
                  <a:pos x="960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18" y="414"/>
                </a:cxn>
                <a:cxn ang="0">
                  <a:pos x="518" y="396"/>
                </a:cxn>
                <a:cxn ang="0">
                  <a:pos x="333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27" y="204"/>
                </a:cxn>
                <a:cxn ang="0">
                  <a:pos x="518" y="414"/>
                </a:cxn>
                <a:cxn ang="0">
                  <a:pos x="518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21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45" y="0"/>
                </a:cxn>
                <a:cxn ang="0">
                  <a:pos x="818" y="0"/>
                </a:cxn>
                <a:cxn ang="0">
                  <a:pos x="596" y="132"/>
                </a:cxn>
                <a:cxn ang="0">
                  <a:pos x="368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68" y="282"/>
                </a:cxn>
                <a:cxn ang="0">
                  <a:pos x="608" y="138"/>
                </a:cxn>
                <a:cxn ang="0">
                  <a:pos x="845" y="0"/>
                </a:cxn>
                <a:cxn ang="0">
                  <a:pos x="845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80" y="0"/>
                </a:cxn>
                <a:cxn ang="0">
                  <a:pos x="362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80" y="0"/>
                </a:cxn>
                <a:cxn ang="0">
                  <a:pos x="38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3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413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BADD78-6BB4-4C11-A0B4-5011B2ECC8C0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基于“文档</a:t>
            </a: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视”结构的</a:t>
            </a:r>
            <a:b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应用框架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85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“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文档－视”结构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5900"/>
            <a:ext cx="8229600" cy="5111750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文档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用于存储和管理程序中的数据。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视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显示文档数据以及实现对文档数据进行操作时与用户的交互功能。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文档与视结合构成了“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文档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视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”结构，它可以实现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数据的内部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表示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形式和数据的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外部展现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形式相互独立。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一个文档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可以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对应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多个视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对象，即，对于同一个文档数据可以用不同的方式进行显示和操作。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基于“文档−−视”结构的应用框架</a:t>
            </a:r>
            <a:endParaRPr kumimoji="0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499745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MFC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提供了对基于“文档−视”结构的应用框架的支持。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在该应用框架中，涉及以下的类：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视类：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CView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文档类：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框架窗口类：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CFrameWnd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（包括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CMDIFrameWnd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CMDIChildWnd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应用类：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CWinApp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文档模板类：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CDocTemplate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其中，文档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模板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CDocTemplate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是应用框架的核心：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实现对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文档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框架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所构成的对象组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的创建与管理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功能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分为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单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文档模板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CSingleDocTemplate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多文档模板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CMultiDocTemplate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例：基于“文档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视”结构的多文档</a:t>
            </a:r>
            <a:b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应用框架的控制逻辑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16113"/>
            <a:ext cx="8229600" cy="4681538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1" fontAlgn="ctr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首先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创建一个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CWinApp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，然后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CWinApp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类的成员函数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InitInstance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来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该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应用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进行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初始化：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CMultiDocTemplate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文档模板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并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CWinApp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类的成员函数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AddDocTemplate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把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该文档模板对象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加入到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应用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中。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CMDIFrameWnd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主框架窗口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并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记录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应用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数据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m_pMainWnd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中。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CWinApp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类的成员函数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Run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，进入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消息循环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250"/>
            <a:ext cx="8291513" cy="6121400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用户选择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菜单项“文件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打开”后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应用框架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GB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CWinApp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类的成员函数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OnFileOpen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显示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打开文件对话框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，让用户选择要打开的文件。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根据文档模板创建三个对象：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）、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子框架窗口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CMDIChildWnd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）和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视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CView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），并建立起它们之间的关联。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OnOpenDocument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从磁盘文件读取数据：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CArchive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文件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以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该文件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作为参数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Serialize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从磁盘读入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数据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并存放在文档对象中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业务代码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CView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OnInitialUpdate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通知相应的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进行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数据显示，这时，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CView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类的成员函数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OnUpdate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将会被调用，它会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向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视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发送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WM_PAINT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消息。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视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收到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WM_PAINT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消息后将调用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CView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OnDraw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显示文档的数据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业务代码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813"/>
            <a:ext cx="8229600" cy="61198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视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对象与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文档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之间的交互：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通过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CView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GetDocument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可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获得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与视对象对应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文档对象。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通过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GetFirstViewPosition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GetNextView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可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获得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与文档对象对应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可以有多个）。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修改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文档数据后，通过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SetModifiedFlag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设置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文档的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修改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标记为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true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，并调用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UpdateAllViews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通知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与文档对象对应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刷新显示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这时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CView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OnUpdate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OnDraw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将会被调用。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913"/>
            <a:ext cx="8229600" cy="6535738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用户选择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菜单项“文件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保存”：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对当前文档，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OnSaveDocument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把文档数据保存到磁盘中：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创建一个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CArchive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文件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以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该文件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作为参数调用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Serialize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把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文档中的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数据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写入磁盘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业务代码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SetModifiedFlag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设置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修改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标记为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false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用户选择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菜单项“文件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关闭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或关闭子框架窗口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对当前文档，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OnFileClose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IsModified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判断（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根据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修改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标记）文档是否被修改，如果被修改，提示用户保存数据，然后按菜单项“文件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|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保存”处理。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OnCloseDocument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撤销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与文档对象对应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视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子框架窗口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撤销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文档对象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93700"/>
            <a:ext cx="8229600" cy="6130925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用户选择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菜单项“文件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退出”或关闭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框架</a:t>
            </a:r>
            <a:r>
              <a:rPr kumimoji="0" lang="zh-CN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窗口</a:t>
            </a:r>
            <a:r>
              <a:rPr kumimoji="0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向应用的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框架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窗口发送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一条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WM_CLOSE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消息。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框架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收到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WM_CLOSE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撤销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所有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打开的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文档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相应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视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子框架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（按“文件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|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关闭”处理）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撤销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主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框架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窗口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向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应用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发送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一条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WM_QUIT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消息。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CWinApp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类的成员函数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Run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的消息循环中收到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WM_QUIT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消息后，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退出消息循环。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CWinApp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成员函数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ExitInstance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做程序退出前的一些处理。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业务代码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应用框架规定了程序各部分之间的交互关系（流程控制），不同应用只需要添加各自的业务代码来完成各自的功能。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不同应用的业务代码（应用相关的代码）主要体现在：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菜单的设置与消息处理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鼠标、键盘消息的处理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文档的内部表示及文件输入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输出（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Serialize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视中对文档数据的显示（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OnDraw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88913"/>
            <a:ext cx="8686800" cy="143986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应用向导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来建立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一个基于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“文档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视”结构应用</a:t>
            </a: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框架的应用程序：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31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360488"/>
            <a:ext cx="7716838" cy="5381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4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82550"/>
            <a:ext cx="7848600" cy="6686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36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63" y="152400"/>
            <a:ext cx="8296275" cy="6553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对于一个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多文档应用程序，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应用框架会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自动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建立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个类，并分别为这些类写了一些必要的代码：（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假设应用的名字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为：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My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CMyApp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CWinApp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的派生类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CMainFrame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CMDIFrameWnd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的派生类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CChildFrame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CMDIChildWnd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的派生类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CMyView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CView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的派生类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CMyDoc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CDocument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的派生类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20713"/>
            <a:ext cx="8218488" cy="5661025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在应用向导建立的应用程序中有一个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CMyApp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类的全局对象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theApp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，它在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WinMain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执行之前创建。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为了体现“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纯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”面向对象特性，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应用向导建立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应用程序中隐藏了主函数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WinMain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。在隐藏的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WinMain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首先调用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theApp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的成员函数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InitInstance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对应用程序进行初始化；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然后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去调用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theApp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的成员函数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Run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进入消息循环；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消息循环结束之后，将会调用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theApp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的成员函数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ExitInstance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进行程序结束前的一些处理。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在应用向导建立的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应用程序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消息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处理函数进行了结构化处理：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通过“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消息映射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”机制把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Windows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与程序中相应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类的成员函数关联起来。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各个消息的处理分别由相应类的一个成员函数来实现。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7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765175"/>
            <a:ext cx="8229600" cy="5365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可以用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类向导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为应用程序中从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MFC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派生的类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增加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删除成员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处理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消息的成员函数（菜单、键盘、鼠标等）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类中可重定义的成员函数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新定义数据成员（成员变量）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对话框类中与各个“控件”所对应的数据成员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48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44450"/>
            <a:ext cx="7848600" cy="6791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2676</Words>
  <Application>WPS 演示</Application>
  <PresentationFormat/>
  <Paragraphs>114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Verdana</vt:lpstr>
      <vt:lpstr>等线</vt:lpstr>
      <vt:lpstr>微软雅黑</vt:lpstr>
      <vt:lpstr>Arial Unicode MS</vt:lpstr>
      <vt:lpstr>Calibri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第十二章 实例</dc:title>
  <dc:creator>chenjiajun</dc:creator>
  <cp:lastModifiedBy>Ethereal_YC</cp:lastModifiedBy>
  <cp:revision>408</cp:revision>
  <dcterms:created xsi:type="dcterms:W3CDTF">2005-01-07T00:41:11Z</dcterms:created>
  <dcterms:modified xsi:type="dcterms:W3CDTF">2023-11-27T04:29:44Z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6549EE2AF1E9469E8697C307FDE9294F_13</vt:lpwstr>
  </property>
  <property fmtid="{D5CDD505-2E9C-101B-9397-08002B2CF9AE}" pid="3" name="KSOProductBuildVer">
    <vt:lpwstr>2052-12.1.0.15990</vt:lpwstr>
  </property>
</Properties>
</file>
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5"/>
  </p:notesMasterIdLst>
  <p:sldIdLst>
    <p:sldId id="484" r:id="rId3"/>
    <p:sldId id="526" r:id="rId4"/>
    <p:sldId id="531" r:id="rId5"/>
    <p:sldId id="532" r:id="rId6"/>
    <p:sldId id="533" r:id="rId7"/>
    <p:sldId id="534" r:id="rId8"/>
    <p:sldId id="481" r:id="rId9"/>
    <p:sldId id="482" r:id="rId10"/>
    <p:sldId id="536" r:id="rId11"/>
    <p:sldId id="535" r:id="rId12"/>
    <p:sldId id="483" r:id="rId13"/>
    <p:sldId id="527" r:id="rId14"/>
    <p:sldId id="513" r:id="rId15"/>
    <p:sldId id="518" r:id="rId16"/>
    <p:sldId id="517" r:id="rId17"/>
    <p:sldId id="514" r:id="rId18"/>
    <p:sldId id="530" r:id="rId19"/>
    <p:sldId id="502" r:id="rId20"/>
    <p:sldId id="503" r:id="rId21"/>
    <p:sldId id="529" r:id="rId22"/>
    <p:sldId id="515" r:id="rId23"/>
    <p:sldId id="508" r:id="rId24"/>
    <p:sldId id="489" r:id="rId25"/>
    <p:sldId id="490" r:id="rId26"/>
    <p:sldId id="516" r:id="rId27"/>
    <p:sldId id="511" r:id="rId28"/>
    <p:sldId id="494" r:id="rId29"/>
    <p:sldId id="495" r:id="rId30"/>
    <p:sldId id="537" r:id="rId31"/>
    <p:sldId id="507" r:id="rId32"/>
    <p:sldId id="523" r:id="rId33"/>
    <p:sldId id="491" r:id="rId34"/>
    <p:sldId id="492" r:id="rId35"/>
    <p:sldId id="509" r:id="rId36"/>
    <p:sldId id="493" r:id="rId37"/>
    <p:sldId id="510" r:id="rId38"/>
    <p:sldId id="528" r:id="rId39"/>
    <p:sldId id="496" r:id="rId40"/>
    <p:sldId id="498" r:id="rId41"/>
    <p:sldId id="499" r:id="rId42"/>
    <p:sldId id="500" r:id="rId43"/>
    <p:sldId id="538" r:id="rId44"/>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FF99"/>
    <a:srgbClr val="FF8585"/>
    <a:srgbClr val="66FFFF"/>
    <a:srgbClr val="003366"/>
    <a:srgbClr val="000000"/>
    <a:srgbClr val="008080"/>
    <a:srgbClr val="6699FF"/>
    <a:srgbClr val="99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6433"/>
    <p:restoredTop sz="94718"/>
  </p:normalViewPr>
  <p:slideViewPr>
    <p:cSldViewPr showGuides="1">
      <p:cViewPr varScale="1">
        <p:scale>
          <a:sx n="87" d="100"/>
          <a:sy n="87" d="100"/>
        </p:scale>
        <p:origin x="739"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8694"/>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8" Type="http://schemas.openxmlformats.org/officeDocument/2006/relationships/tableStyles" Target="tableStyles.xml"/><Relationship Id="rId47" Type="http://schemas.openxmlformats.org/officeDocument/2006/relationships/viewProps" Target="viewProps.xml"/><Relationship Id="rId46" Type="http://schemas.openxmlformats.org/officeDocument/2006/relationships/presProps" Target="presProps.xml"/><Relationship Id="rId45" Type="http://schemas.openxmlformats.org/officeDocument/2006/relationships/notesMaster" Target="notesMasters/notesMaster1.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614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kumimoji="1" sz="1200">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147"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kumimoji="1" sz="1200">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6" name="Rectangle 4"/>
          <p:cNvSpPr>
            <a:spLocks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6149"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150"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1" sz="1200">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151"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1" sz="1200">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717920C-97E2-4984-A5CC-99A537E0F635}" type="slidenum">
              <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gradFill rotWithShape="0">
          <a:gsLst>
            <a:gs pos="0">
              <a:srgbClr val="003366"/>
            </a:gs>
            <a:gs pos="100000">
              <a:srgbClr val="001D3B"/>
            </a:gs>
          </a:gsLst>
          <a:lin ang="5400000" scaled="1"/>
          <a:tileRect/>
        </a:gradFill>
        <a:effectLst/>
      </p:bgPr>
    </p:bg>
    <p:spTree>
      <p:nvGrpSpPr>
        <p:cNvPr id="1" name=""/>
        <p:cNvGrpSpPr/>
        <p:nvPr/>
      </p:nvGrpSpPr>
      <p:grpSpPr>
        <a:xfrm>
          <a:off x="0" y="0"/>
          <a:ext cx="0" cy="0"/>
          <a:chOff x="0" y="0"/>
          <a:chExt cx="0" cy="0"/>
        </a:xfrm>
      </p:grpSpPr>
      <p:grpSp>
        <p:nvGrpSpPr>
          <p:cNvPr id="2051" name="Group 2"/>
          <p:cNvGrpSpPr/>
          <p:nvPr/>
        </p:nvGrpSpPr>
        <p:grpSpPr>
          <a:xfrm>
            <a:off x="0" y="0"/>
            <a:ext cx="9148763" cy="6851650"/>
            <a:chOff x="1" y="0"/>
            <a:chExt cx="5763" cy="4316"/>
          </a:xfrm>
        </p:grpSpPr>
        <p:sp>
          <p:nvSpPr>
            <p:cNvPr id="45" name="Freeform 3"/>
            <p:cNvSpPr/>
            <p:nvPr/>
          </p:nvSpPr>
          <p:spPr bwMode="hidden">
            <a:xfrm>
              <a:off x="5045" y="2626"/>
              <a:ext cx="719" cy="1690"/>
            </a:xfrm>
            <a:custGeom>
              <a:avLst/>
              <a:gdLst/>
              <a:ahLst/>
              <a:cxnLst>
                <a:cxn ang="0">
                  <a:pos x="717" y="72"/>
                </a:cxn>
                <a:cxn ang="0">
                  <a:pos x="717" y="0"/>
                </a:cxn>
                <a:cxn ang="0">
                  <a:pos x="699" y="101"/>
                </a:cxn>
                <a:cxn ang="0">
                  <a:pos x="675" y="209"/>
                </a:cxn>
                <a:cxn ang="0">
                  <a:pos x="627" y="389"/>
                </a:cxn>
                <a:cxn ang="0">
                  <a:pos x="574" y="569"/>
                </a:cxn>
                <a:cxn ang="0">
                  <a:pos x="502" y="749"/>
                </a:cxn>
                <a:cxn ang="0">
                  <a:pos x="424" y="935"/>
                </a:cxn>
                <a:cxn ang="0">
                  <a:pos x="334" y="1121"/>
                </a:cxn>
                <a:cxn ang="0">
                  <a:pos x="233" y="1312"/>
                </a:cxn>
                <a:cxn ang="0">
                  <a:pos x="125" y="1498"/>
                </a:cxn>
                <a:cxn ang="0">
                  <a:pos x="0" y="1690"/>
                </a:cxn>
                <a:cxn ang="0">
                  <a:pos x="11" y="1690"/>
                </a:cxn>
                <a:cxn ang="0">
                  <a:pos x="137" y="1498"/>
                </a:cxn>
                <a:cxn ang="0">
                  <a:pos x="245" y="1312"/>
                </a:cxn>
                <a:cxn ang="0">
                  <a:pos x="346" y="1121"/>
                </a:cxn>
                <a:cxn ang="0">
                  <a:pos x="436" y="935"/>
                </a:cxn>
                <a:cxn ang="0">
                  <a:pos x="514" y="749"/>
                </a:cxn>
                <a:cxn ang="0">
                  <a:pos x="585" y="569"/>
                </a:cxn>
                <a:cxn ang="0">
                  <a:pos x="639" y="389"/>
                </a:cxn>
                <a:cxn ang="0">
                  <a:pos x="687" y="209"/>
                </a:cxn>
                <a:cxn ang="0">
                  <a:pos x="705" y="143"/>
                </a:cxn>
                <a:cxn ang="0">
                  <a:pos x="717" y="72"/>
                </a:cxn>
                <a:cxn ang="0">
                  <a:pos x="717" y="72"/>
                </a:cxn>
              </a:cxnLst>
              <a:rect l="0" t="0" r="r" b="b"/>
              <a:pathLst>
                <a:path w="717" h="1690">
                  <a:moveTo>
                    <a:pt x="717" y="72"/>
                  </a:moveTo>
                  <a:lnTo>
                    <a:pt x="717" y="0"/>
                  </a:lnTo>
                  <a:lnTo>
                    <a:pt x="699" y="101"/>
                  </a:lnTo>
                  <a:lnTo>
                    <a:pt x="675" y="209"/>
                  </a:lnTo>
                  <a:lnTo>
                    <a:pt x="627" y="389"/>
                  </a:lnTo>
                  <a:lnTo>
                    <a:pt x="574" y="569"/>
                  </a:lnTo>
                  <a:lnTo>
                    <a:pt x="502" y="749"/>
                  </a:lnTo>
                  <a:lnTo>
                    <a:pt x="424" y="935"/>
                  </a:lnTo>
                  <a:lnTo>
                    <a:pt x="334" y="1121"/>
                  </a:lnTo>
                  <a:lnTo>
                    <a:pt x="233" y="1312"/>
                  </a:lnTo>
                  <a:lnTo>
                    <a:pt x="125" y="1498"/>
                  </a:lnTo>
                  <a:lnTo>
                    <a:pt x="0" y="1690"/>
                  </a:lnTo>
                  <a:lnTo>
                    <a:pt x="11" y="1690"/>
                  </a:lnTo>
                  <a:lnTo>
                    <a:pt x="137" y="1498"/>
                  </a:lnTo>
                  <a:lnTo>
                    <a:pt x="245" y="1312"/>
                  </a:lnTo>
                  <a:lnTo>
                    <a:pt x="346" y="1121"/>
                  </a:lnTo>
                  <a:lnTo>
                    <a:pt x="436" y="935"/>
                  </a:lnTo>
                  <a:lnTo>
                    <a:pt x="514" y="749"/>
                  </a:lnTo>
                  <a:lnTo>
                    <a:pt x="585" y="569"/>
                  </a:lnTo>
                  <a:lnTo>
                    <a:pt x="639" y="389"/>
                  </a:lnTo>
                  <a:lnTo>
                    <a:pt x="687" y="209"/>
                  </a:lnTo>
                  <a:lnTo>
                    <a:pt x="705" y="143"/>
                  </a:lnTo>
                  <a:lnTo>
                    <a:pt x="717" y="72"/>
                  </a:lnTo>
                  <a:lnTo>
                    <a:pt x="717" y="72"/>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6" name="Freeform 4"/>
            <p:cNvSpPr/>
            <p:nvPr/>
          </p:nvSpPr>
          <p:spPr bwMode="hidden">
            <a:xfrm>
              <a:off x="5386" y="3794"/>
              <a:ext cx="378" cy="522"/>
            </a:xfrm>
            <a:custGeom>
              <a:avLst/>
              <a:gdLst/>
              <a:ahLst/>
              <a:cxnLst>
                <a:cxn ang="0">
                  <a:pos x="377" y="0"/>
                </a:cxn>
                <a:cxn ang="0">
                  <a:pos x="293" y="132"/>
                </a:cxn>
                <a:cxn ang="0">
                  <a:pos x="204" y="264"/>
                </a:cxn>
                <a:cxn ang="0">
                  <a:pos x="102" y="396"/>
                </a:cxn>
                <a:cxn ang="0">
                  <a:pos x="0" y="522"/>
                </a:cxn>
                <a:cxn ang="0">
                  <a:pos x="12" y="522"/>
                </a:cxn>
                <a:cxn ang="0">
                  <a:pos x="114" y="402"/>
                </a:cxn>
                <a:cxn ang="0">
                  <a:pos x="204" y="282"/>
                </a:cxn>
                <a:cxn ang="0">
                  <a:pos x="377" y="24"/>
                </a:cxn>
                <a:cxn ang="0">
                  <a:pos x="377" y="0"/>
                </a:cxn>
                <a:cxn ang="0">
                  <a:pos x="377" y="0"/>
                </a:cxn>
              </a:cxnLst>
              <a:rect l="0" t="0" r="r" b="b"/>
              <a:pathLst>
                <a:path w="377" h="522">
                  <a:moveTo>
                    <a:pt x="377" y="0"/>
                  </a:moveTo>
                  <a:lnTo>
                    <a:pt x="293" y="132"/>
                  </a:lnTo>
                  <a:lnTo>
                    <a:pt x="204" y="264"/>
                  </a:lnTo>
                  <a:lnTo>
                    <a:pt x="102" y="396"/>
                  </a:lnTo>
                  <a:lnTo>
                    <a:pt x="0" y="522"/>
                  </a:lnTo>
                  <a:lnTo>
                    <a:pt x="12" y="522"/>
                  </a:lnTo>
                  <a:lnTo>
                    <a:pt x="114" y="402"/>
                  </a:lnTo>
                  <a:lnTo>
                    <a:pt x="204" y="282"/>
                  </a:lnTo>
                  <a:lnTo>
                    <a:pt x="377" y="24"/>
                  </a:lnTo>
                  <a:lnTo>
                    <a:pt x="377" y="0"/>
                  </a:lnTo>
                  <a:lnTo>
                    <a:pt x="377" y="0"/>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7" name="Freeform 5"/>
            <p:cNvSpPr/>
            <p:nvPr/>
          </p:nvSpPr>
          <p:spPr bwMode="hidden">
            <a:xfrm>
              <a:off x="5680" y="4214"/>
              <a:ext cx="84" cy="102"/>
            </a:xfrm>
            <a:custGeom>
              <a:avLst/>
              <a:gdLst/>
              <a:ahLst/>
              <a:cxnLst>
                <a:cxn ang="0">
                  <a:pos x="0" y="102"/>
                </a:cxn>
                <a:cxn ang="0">
                  <a:pos x="18" y="102"/>
                </a:cxn>
                <a:cxn ang="0">
                  <a:pos x="48" y="60"/>
                </a:cxn>
                <a:cxn ang="0">
                  <a:pos x="84" y="24"/>
                </a:cxn>
                <a:cxn ang="0">
                  <a:pos x="84" y="0"/>
                </a:cxn>
                <a:cxn ang="0">
                  <a:pos x="42" y="54"/>
                </a:cxn>
                <a:cxn ang="0">
                  <a:pos x="0" y="102"/>
                </a:cxn>
                <a:cxn ang="0">
                  <a:pos x="0" y="102"/>
                </a:cxn>
              </a:cxnLst>
              <a:rect l="0" t="0" r="r" b="b"/>
              <a:pathLst>
                <a:path w="84" h="102">
                  <a:moveTo>
                    <a:pt x="0" y="102"/>
                  </a:moveTo>
                  <a:lnTo>
                    <a:pt x="18" y="102"/>
                  </a:lnTo>
                  <a:lnTo>
                    <a:pt x="48" y="60"/>
                  </a:lnTo>
                  <a:lnTo>
                    <a:pt x="84" y="24"/>
                  </a:lnTo>
                  <a:lnTo>
                    <a:pt x="84" y="0"/>
                  </a:lnTo>
                  <a:lnTo>
                    <a:pt x="42" y="54"/>
                  </a:lnTo>
                  <a:lnTo>
                    <a:pt x="0" y="102"/>
                  </a:lnTo>
                  <a:lnTo>
                    <a:pt x="0" y="102"/>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grpSp>
          <p:nvGrpSpPr>
            <p:cNvPr id="2060" name="Group 6"/>
            <p:cNvGrpSpPr/>
            <p:nvPr/>
          </p:nvGrpSpPr>
          <p:grpSpPr>
            <a:xfrm>
              <a:off x="288" y="0"/>
              <a:ext cx="5098" cy="4316"/>
              <a:chOff x="288" y="0"/>
              <a:chExt cx="5098" cy="4316"/>
            </a:xfrm>
          </p:grpSpPr>
          <p:sp>
            <p:nvSpPr>
              <p:cNvPr id="68" name="Freeform 7"/>
              <p:cNvSpPr/>
              <p:nvPr/>
            </p:nvSpPr>
            <p:spPr bwMode="hidden">
              <a:xfrm>
                <a:off x="2789" y="0"/>
                <a:ext cx="72" cy="4316"/>
              </a:xfrm>
              <a:custGeom>
                <a:avLst/>
                <a:gdLst/>
                <a:ahLst/>
                <a:cxnLst>
                  <a:cxn ang="0">
                    <a:pos x="0" y="0"/>
                  </a:cxn>
                  <a:cxn ang="0">
                    <a:pos x="60" y="4316"/>
                  </a:cxn>
                  <a:cxn ang="0">
                    <a:pos x="72" y="4316"/>
                  </a:cxn>
                  <a:cxn ang="0">
                    <a:pos x="12" y="0"/>
                  </a:cxn>
                  <a:cxn ang="0">
                    <a:pos x="0" y="0"/>
                  </a:cxn>
                  <a:cxn ang="0">
                    <a:pos x="0" y="0"/>
                  </a:cxn>
                </a:cxnLst>
                <a:rect l="0" t="0" r="r" b="b"/>
                <a:pathLst>
                  <a:path w="72" h="4316">
                    <a:moveTo>
                      <a:pt x="0" y="0"/>
                    </a:moveTo>
                    <a:lnTo>
                      <a:pt x="60" y="4316"/>
                    </a:lnTo>
                    <a:lnTo>
                      <a:pt x="72" y="4316"/>
                    </a:lnTo>
                    <a:lnTo>
                      <a:pt x="12" y="0"/>
                    </a:lnTo>
                    <a:lnTo>
                      <a:pt x="0" y="0"/>
                    </a:lnTo>
                    <a:lnTo>
                      <a:pt x="0" y="0"/>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9" name="Freeform 8"/>
              <p:cNvSpPr/>
              <p:nvPr/>
            </p:nvSpPr>
            <p:spPr bwMode="hidden">
              <a:xfrm>
                <a:off x="3089" y="0"/>
                <a:ext cx="174" cy="4316"/>
              </a:xfrm>
              <a:custGeom>
                <a:avLst/>
                <a:gdLst/>
                <a:ahLst/>
                <a:cxnLst>
                  <a:cxn ang="0">
                    <a:pos x="24" y="0"/>
                  </a:cxn>
                  <a:cxn ang="0">
                    <a:pos x="12" y="0"/>
                  </a:cxn>
                  <a:cxn ang="0">
                    <a:pos x="42" y="216"/>
                  </a:cxn>
                  <a:cxn ang="0">
                    <a:pos x="72" y="444"/>
                  </a:cxn>
                  <a:cxn ang="0">
                    <a:pos x="96" y="689"/>
                  </a:cxn>
                  <a:cxn ang="0">
                    <a:pos x="120" y="947"/>
                  </a:cxn>
                  <a:cxn ang="0">
                    <a:pos x="132" y="1211"/>
                  </a:cxn>
                  <a:cxn ang="0">
                    <a:pos x="150" y="1487"/>
                  </a:cxn>
                  <a:cxn ang="0">
                    <a:pos x="156" y="1768"/>
                  </a:cxn>
                  <a:cxn ang="0">
                    <a:pos x="162" y="2062"/>
                  </a:cxn>
                  <a:cxn ang="0">
                    <a:pos x="156" y="2644"/>
                  </a:cxn>
                  <a:cxn ang="0">
                    <a:pos x="126" y="3225"/>
                  </a:cxn>
                  <a:cxn ang="0">
                    <a:pos x="108" y="3507"/>
                  </a:cxn>
                  <a:cxn ang="0">
                    <a:pos x="78" y="3788"/>
                  </a:cxn>
                  <a:cxn ang="0">
                    <a:pos x="42" y="4058"/>
                  </a:cxn>
                  <a:cxn ang="0">
                    <a:pos x="0" y="4316"/>
                  </a:cxn>
                  <a:cxn ang="0">
                    <a:pos x="12" y="4316"/>
                  </a:cxn>
                  <a:cxn ang="0">
                    <a:pos x="54" y="4058"/>
                  </a:cxn>
                  <a:cxn ang="0">
                    <a:pos x="90" y="3782"/>
                  </a:cxn>
                  <a:cxn ang="0">
                    <a:pos x="120" y="3507"/>
                  </a:cxn>
                  <a:cxn ang="0">
                    <a:pos x="138" y="3219"/>
                  </a:cxn>
                  <a:cxn ang="0">
                    <a:pos x="168" y="2638"/>
                  </a:cxn>
                  <a:cxn ang="0">
                    <a:pos x="174" y="2056"/>
                  </a:cxn>
                  <a:cxn ang="0">
                    <a:pos x="168" y="1768"/>
                  </a:cxn>
                  <a:cxn ang="0">
                    <a:pos x="162" y="1487"/>
                  </a:cxn>
                  <a:cxn ang="0">
                    <a:pos x="144" y="1211"/>
                  </a:cxn>
                  <a:cxn ang="0">
                    <a:pos x="132" y="941"/>
                  </a:cxn>
                  <a:cxn ang="0">
                    <a:pos x="108" y="689"/>
                  </a:cxn>
                  <a:cxn ang="0">
                    <a:pos x="84" y="444"/>
                  </a:cxn>
                  <a:cxn ang="0">
                    <a:pos x="54" y="216"/>
                  </a:cxn>
                  <a:cxn ang="0">
                    <a:pos x="24" y="0"/>
                  </a:cxn>
                  <a:cxn ang="0">
                    <a:pos x="24" y="0"/>
                  </a:cxn>
                </a:cxnLst>
                <a:rect l="0" t="0" r="r" b="b"/>
                <a:pathLst>
                  <a:path w="174" h="4316">
                    <a:moveTo>
                      <a:pt x="24" y="0"/>
                    </a:moveTo>
                    <a:lnTo>
                      <a:pt x="12" y="0"/>
                    </a:lnTo>
                    <a:lnTo>
                      <a:pt x="42" y="216"/>
                    </a:lnTo>
                    <a:lnTo>
                      <a:pt x="72" y="444"/>
                    </a:lnTo>
                    <a:lnTo>
                      <a:pt x="96" y="689"/>
                    </a:lnTo>
                    <a:lnTo>
                      <a:pt x="120" y="947"/>
                    </a:lnTo>
                    <a:lnTo>
                      <a:pt x="132" y="1211"/>
                    </a:lnTo>
                    <a:lnTo>
                      <a:pt x="150" y="1487"/>
                    </a:lnTo>
                    <a:lnTo>
                      <a:pt x="156" y="1768"/>
                    </a:lnTo>
                    <a:lnTo>
                      <a:pt x="162" y="2062"/>
                    </a:lnTo>
                    <a:lnTo>
                      <a:pt x="156" y="2644"/>
                    </a:lnTo>
                    <a:lnTo>
                      <a:pt x="126" y="3225"/>
                    </a:lnTo>
                    <a:lnTo>
                      <a:pt x="108" y="3507"/>
                    </a:lnTo>
                    <a:lnTo>
                      <a:pt x="78" y="3788"/>
                    </a:lnTo>
                    <a:lnTo>
                      <a:pt x="42" y="4058"/>
                    </a:lnTo>
                    <a:lnTo>
                      <a:pt x="0" y="4316"/>
                    </a:lnTo>
                    <a:lnTo>
                      <a:pt x="12" y="4316"/>
                    </a:lnTo>
                    <a:lnTo>
                      <a:pt x="54" y="4058"/>
                    </a:lnTo>
                    <a:lnTo>
                      <a:pt x="90" y="3782"/>
                    </a:lnTo>
                    <a:lnTo>
                      <a:pt x="120" y="3507"/>
                    </a:lnTo>
                    <a:lnTo>
                      <a:pt x="138" y="3219"/>
                    </a:lnTo>
                    <a:lnTo>
                      <a:pt x="168" y="2638"/>
                    </a:lnTo>
                    <a:lnTo>
                      <a:pt x="174" y="2056"/>
                    </a:lnTo>
                    <a:lnTo>
                      <a:pt x="168" y="1768"/>
                    </a:lnTo>
                    <a:lnTo>
                      <a:pt x="162" y="1487"/>
                    </a:lnTo>
                    <a:lnTo>
                      <a:pt x="144" y="1211"/>
                    </a:lnTo>
                    <a:lnTo>
                      <a:pt x="132" y="941"/>
                    </a:lnTo>
                    <a:lnTo>
                      <a:pt x="108" y="689"/>
                    </a:lnTo>
                    <a:lnTo>
                      <a:pt x="84" y="444"/>
                    </a:lnTo>
                    <a:lnTo>
                      <a:pt x="54" y="216"/>
                    </a:lnTo>
                    <a:lnTo>
                      <a:pt x="24" y="0"/>
                    </a:lnTo>
                    <a:lnTo>
                      <a:pt x="24" y="0"/>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0" name="Freeform 9"/>
              <p:cNvSpPr/>
              <p:nvPr/>
            </p:nvSpPr>
            <p:spPr bwMode="hidden">
              <a:xfrm>
                <a:off x="3358" y="0"/>
                <a:ext cx="337" cy="4316"/>
              </a:xfrm>
              <a:custGeom>
                <a:avLst/>
                <a:gdLst/>
                <a:ahLst/>
                <a:cxnLst>
                  <a:cxn ang="0">
                    <a:pos x="329" y="2014"/>
                  </a:cxn>
                  <a:cxn ang="0">
                    <a:pos x="317" y="1726"/>
                  </a:cxn>
                  <a:cxn ang="0">
                    <a:pos x="293" y="1445"/>
                  </a:cxn>
                  <a:cxn ang="0">
                    <a:pos x="263" y="1175"/>
                  </a:cxn>
                  <a:cxn ang="0">
                    <a:pos x="228" y="917"/>
                  </a:cxn>
                  <a:cxn ang="0">
                    <a:pos x="186" y="665"/>
                  </a:cxn>
                  <a:cxn ang="0">
                    <a:pos x="132" y="432"/>
                  </a:cxn>
                  <a:cxn ang="0">
                    <a:pos x="78" y="204"/>
                  </a:cxn>
                  <a:cxn ang="0">
                    <a:pos x="12" y="0"/>
                  </a:cxn>
                  <a:cxn ang="0">
                    <a:pos x="0" y="0"/>
                  </a:cxn>
                  <a:cxn ang="0">
                    <a:pos x="66" y="204"/>
                  </a:cxn>
                  <a:cxn ang="0">
                    <a:pos x="120" y="432"/>
                  </a:cxn>
                  <a:cxn ang="0">
                    <a:pos x="174" y="665"/>
                  </a:cxn>
                  <a:cxn ang="0">
                    <a:pos x="216" y="917"/>
                  </a:cxn>
                  <a:cxn ang="0">
                    <a:pos x="251" y="1175"/>
                  </a:cxn>
                  <a:cxn ang="0">
                    <a:pos x="281" y="1445"/>
                  </a:cxn>
                  <a:cxn ang="0">
                    <a:pos x="305" y="1726"/>
                  </a:cxn>
                  <a:cxn ang="0">
                    <a:pos x="317" y="2014"/>
                  </a:cxn>
                  <a:cxn ang="0">
                    <a:pos x="323" y="2314"/>
                  </a:cxn>
                  <a:cxn ang="0">
                    <a:pos x="317" y="2608"/>
                  </a:cxn>
                  <a:cxn ang="0">
                    <a:pos x="305" y="2907"/>
                  </a:cxn>
                  <a:cxn ang="0">
                    <a:pos x="281" y="3201"/>
                  </a:cxn>
                  <a:cxn ang="0">
                    <a:pos x="257" y="3489"/>
                  </a:cxn>
                  <a:cxn ang="0">
                    <a:pos x="216" y="3777"/>
                  </a:cxn>
                  <a:cxn ang="0">
                    <a:pos x="174" y="4052"/>
                  </a:cxn>
                  <a:cxn ang="0">
                    <a:pos x="120" y="4316"/>
                  </a:cxn>
                  <a:cxn ang="0">
                    <a:pos x="132" y="4316"/>
                  </a:cxn>
                  <a:cxn ang="0">
                    <a:pos x="186" y="4052"/>
                  </a:cxn>
                  <a:cxn ang="0">
                    <a:pos x="228" y="3777"/>
                  </a:cxn>
                  <a:cxn ang="0">
                    <a:pos x="269" y="3489"/>
                  </a:cxn>
                  <a:cxn ang="0">
                    <a:pos x="293" y="3201"/>
                  </a:cxn>
                  <a:cxn ang="0">
                    <a:pos x="317" y="2907"/>
                  </a:cxn>
                  <a:cxn ang="0">
                    <a:pos x="329" y="2608"/>
                  </a:cxn>
                  <a:cxn ang="0">
                    <a:pos x="335" y="2314"/>
                  </a:cxn>
                  <a:cxn ang="0">
                    <a:pos x="329" y="2014"/>
                  </a:cxn>
                  <a:cxn ang="0">
                    <a:pos x="329" y="2014"/>
                  </a:cxn>
                </a:cxnLst>
                <a:rect l="0" t="0" r="r" b="b"/>
                <a:pathLst>
                  <a:path w="335" h="4316">
                    <a:moveTo>
                      <a:pt x="329" y="2014"/>
                    </a:moveTo>
                    <a:lnTo>
                      <a:pt x="317" y="1726"/>
                    </a:lnTo>
                    <a:lnTo>
                      <a:pt x="293" y="1445"/>
                    </a:lnTo>
                    <a:lnTo>
                      <a:pt x="263" y="1175"/>
                    </a:lnTo>
                    <a:lnTo>
                      <a:pt x="228" y="917"/>
                    </a:lnTo>
                    <a:lnTo>
                      <a:pt x="186" y="665"/>
                    </a:lnTo>
                    <a:lnTo>
                      <a:pt x="132" y="432"/>
                    </a:lnTo>
                    <a:lnTo>
                      <a:pt x="78" y="204"/>
                    </a:lnTo>
                    <a:lnTo>
                      <a:pt x="12" y="0"/>
                    </a:lnTo>
                    <a:lnTo>
                      <a:pt x="0" y="0"/>
                    </a:lnTo>
                    <a:lnTo>
                      <a:pt x="66" y="204"/>
                    </a:lnTo>
                    <a:lnTo>
                      <a:pt x="120" y="432"/>
                    </a:lnTo>
                    <a:lnTo>
                      <a:pt x="174" y="665"/>
                    </a:lnTo>
                    <a:lnTo>
                      <a:pt x="216" y="917"/>
                    </a:lnTo>
                    <a:lnTo>
                      <a:pt x="251" y="1175"/>
                    </a:lnTo>
                    <a:lnTo>
                      <a:pt x="281" y="1445"/>
                    </a:lnTo>
                    <a:lnTo>
                      <a:pt x="305" y="1726"/>
                    </a:lnTo>
                    <a:lnTo>
                      <a:pt x="317" y="2014"/>
                    </a:lnTo>
                    <a:lnTo>
                      <a:pt x="323" y="2314"/>
                    </a:lnTo>
                    <a:lnTo>
                      <a:pt x="317" y="2608"/>
                    </a:lnTo>
                    <a:lnTo>
                      <a:pt x="305" y="2907"/>
                    </a:lnTo>
                    <a:lnTo>
                      <a:pt x="281" y="3201"/>
                    </a:lnTo>
                    <a:lnTo>
                      <a:pt x="257" y="3489"/>
                    </a:lnTo>
                    <a:lnTo>
                      <a:pt x="216" y="3777"/>
                    </a:lnTo>
                    <a:lnTo>
                      <a:pt x="174" y="4052"/>
                    </a:lnTo>
                    <a:lnTo>
                      <a:pt x="120" y="4316"/>
                    </a:lnTo>
                    <a:lnTo>
                      <a:pt x="132" y="4316"/>
                    </a:lnTo>
                    <a:lnTo>
                      <a:pt x="186" y="4052"/>
                    </a:lnTo>
                    <a:lnTo>
                      <a:pt x="228" y="3777"/>
                    </a:lnTo>
                    <a:lnTo>
                      <a:pt x="269" y="3489"/>
                    </a:lnTo>
                    <a:lnTo>
                      <a:pt x="293" y="3201"/>
                    </a:lnTo>
                    <a:lnTo>
                      <a:pt x="317" y="2907"/>
                    </a:lnTo>
                    <a:lnTo>
                      <a:pt x="329" y="2608"/>
                    </a:lnTo>
                    <a:lnTo>
                      <a:pt x="335" y="2314"/>
                    </a:lnTo>
                    <a:lnTo>
                      <a:pt x="329" y="2014"/>
                    </a:lnTo>
                    <a:lnTo>
                      <a:pt x="329" y="2014"/>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1" name="Freeform 10"/>
              <p:cNvSpPr/>
              <p:nvPr/>
            </p:nvSpPr>
            <p:spPr bwMode="hidden">
              <a:xfrm>
                <a:off x="3676" y="0"/>
                <a:ext cx="427" cy="4316"/>
              </a:xfrm>
              <a:custGeom>
                <a:avLst/>
                <a:gdLst/>
                <a:ahLst/>
                <a:cxnLst>
                  <a:cxn ang="0">
                    <a:pos x="413" y="1924"/>
                  </a:cxn>
                  <a:cxn ang="0">
                    <a:pos x="395" y="1690"/>
                  </a:cxn>
                  <a:cxn ang="0">
                    <a:pos x="365" y="1457"/>
                  </a:cxn>
                  <a:cxn ang="0">
                    <a:pos x="329" y="1229"/>
                  </a:cxn>
                  <a:cxn ang="0">
                    <a:pos x="281" y="1001"/>
                  </a:cxn>
                  <a:cxn ang="0">
                    <a:pos x="227" y="761"/>
                  </a:cxn>
                  <a:cxn ang="0">
                    <a:pos x="162" y="522"/>
                  </a:cxn>
                  <a:cxn ang="0">
                    <a:pos x="90" y="270"/>
                  </a:cxn>
                  <a:cxn ang="0">
                    <a:pos x="12" y="0"/>
                  </a:cxn>
                  <a:cxn ang="0">
                    <a:pos x="0" y="0"/>
                  </a:cxn>
                  <a:cxn ang="0">
                    <a:pos x="84" y="270"/>
                  </a:cxn>
                  <a:cxn ang="0">
                    <a:pos x="156" y="522"/>
                  </a:cxn>
                  <a:cxn ang="0">
                    <a:pos x="216" y="767"/>
                  </a:cxn>
                  <a:cxn ang="0">
                    <a:pos x="275" y="1001"/>
                  </a:cxn>
                  <a:cxn ang="0">
                    <a:pos x="317" y="1235"/>
                  </a:cxn>
                  <a:cxn ang="0">
                    <a:pos x="353" y="1463"/>
                  </a:cxn>
                  <a:cxn ang="0">
                    <a:pos x="383" y="1690"/>
                  </a:cxn>
                  <a:cxn ang="0">
                    <a:pos x="401" y="1924"/>
                  </a:cxn>
                  <a:cxn ang="0">
                    <a:pos x="413" y="2188"/>
                  </a:cxn>
                  <a:cxn ang="0">
                    <a:pos x="407" y="2458"/>
                  </a:cxn>
                  <a:cxn ang="0">
                    <a:pos x="395" y="2733"/>
                  </a:cxn>
                  <a:cxn ang="0">
                    <a:pos x="365" y="3021"/>
                  </a:cxn>
                  <a:cxn ang="0">
                    <a:pos x="329" y="3321"/>
                  </a:cxn>
                  <a:cxn ang="0">
                    <a:pos x="275" y="3639"/>
                  </a:cxn>
                  <a:cxn ang="0">
                    <a:pos x="204" y="3968"/>
                  </a:cxn>
                  <a:cxn ang="0">
                    <a:pos x="126" y="4316"/>
                  </a:cxn>
                  <a:cxn ang="0">
                    <a:pos x="138" y="4316"/>
                  </a:cxn>
                  <a:cxn ang="0">
                    <a:pos x="216" y="3968"/>
                  </a:cxn>
                  <a:cxn ang="0">
                    <a:pos x="287" y="3639"/>
                  </a:cxn>
                  <a:cxn ang="0">
                    <a:pos x="341" y="3321"/>
                  </a:cxn>
                  <a:cxn ang="0">
                    <a:pos x="377" y="3021"/>
                  </a:cxn>
                  <a:cxn ang="0">
                    <a:pos x="407" y="2733"/>
                  </a:cxn>
                  <a:cxn ang="0">
                    <a:pos x="419" y="2458"/>
                  </a:cxn>
                  <a:cxn ang="0">
                    <a:pos x="425" y="2188"/>
                  </a:cxn>
                  <a:cxn ang="0">
                    <a:pos x="413" y="1924"/>
                  </a:cxn>
                  <a:cxn ang="0">
                    <a:pos x="413" y="1924"/>
                  </a:cxn>
                </a:cxnLst>
                <a:rect l="0" t="0" r="r" b="b"/>
                <a:pathLst>
                  <a:path w="425" h="4316">
                    <a:moveTo>
                      <a:pt x="413" y="1924"/>
                    </a:moveTo>
                    <a:lnTo>
                      <a:pt x="395" y="1690"/>
                    </a:lnTo>
                    <a:lnTo>
                      <a:pt x="365" y="1457"/>
                    </a:lnTo>
                    <a:lnTo>
                      <a:pt x="329" y="1229"/>
                    </a:lnTo>
                    <a:lnTo>
                      <a:pt x="281" y="1001"/>
                    </a:lnTo>
                    <a:lnTo>
                      <a:pt x="227" y="761"/>
                    </a:lnTo>
                    <a:lnTo>
                      <a:pt x="162" y="522"/>
                    </a:lnTo>
                    <a:lnTo>
                      <a:pt x="90" y="270"/>
                    </a:lnTo>
                    <a:lnTo>
                      <a:pt x="12" y="0"/>
                    </a:lnTo>
                    <a:lnTo>
                      <a:pt x="0" y="0"/>
                    </a:lnTo>
                    <a:lnTo>
                      <a:pt x="84" y="270"/>
                    </a:lnTo>
                    <a:lnTo>
                      <a:pt x="156" y="522"/>
                    </a:lnTo>
                    <a:lnTo>
                      <a:pt x="216" y="767"/>
                    </a:lnTo>
                    <a:lnTo>
                      <a:pt x="275" y="1001"/>
                    </a:lnTo>
                    <a:lnTo>
                      <a:pt x="317" y="1235"/>
                    </a:lnTo>
                    <a:lnTo>
                      <a:pt x="353" y="1463"/>
                    </a:lnTo>
                    <a:lnTo>
                      <a:pt x="383" y="1690"/>
                    </a:lnTo>
                    <a:lnTo>
                      <a:pt x="401" y="1924"/>
                    </a:lnTo>
                    <a:lnTo>
                      <a:pt x="413" y="2188"/>
                    </a:lnTo>
                    <a:lnTo>
                      <a:pt x="407" y="2458"/>
                    </a:lnTo>
                    <a:lnTo>
                      <a:pt x="395" y="2733"/>
                    </a:lnTo>
                    <a:lnTo>
                      <a:pt x="365" y="3021"/>
                    </a:lnTo>
                    <a:lnTo>
                      <a:pt x="329" y="3321"/>
                    </a:lnTo>
                    <a:lnTo>
                      <a:pt x="275" y="3639"/>
                    </a:lnTo>
                    <a:lnTo>
                      <a:pt x="204" y="3968"/>
                    </a:lnTo>
                    <a:lnTo>
                      <a:pt x="126" y="4316"/>
                    </a:lnTo>
                    <a:lnTo>
                      <a:pt x="138" y="4316"/>
                    </a:lnTo>
                    <a:lnTo>
                      <a:pt x="216" y="3968"/>
                    </a:lnTo>
                    <a:lnTo>
                      <a:pt x="287" y="3639"/>
                    </a:lnTo>
                    <a:lnTo>
                      <a:pt x="341" y="3321"/>
                    </a:lnTo>
                    <a:lnTo>
                      <a:pt x="377" y="3021"/>
                    </a:lnTo>
                    <a:lnTo>
                      <a:pt x="407" y="2733"/>
                    </a:lnTo>
                    <a:lnTo>
                      <a:pt x="419" y="2458"/>
                    </a:lnTo>
                    <a:lnTo>
                      <a:pt x="425" y="2188"/>
                    </a:lnTo>
                    <a:lnTo>
                      <a:pt x="413" y="1924"/>
                    </a:lnTo>
                    <a:lnTo>
                      <a:pt x="413" y="1924"/>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2" name="Freeform 11"/>
              <p:cNvSpPr/>
              <p:nvPr/>
            </p:nvSpPr>
            <p:spPr bwMode="hidden">
              <a:xfrm>
                <a:off x="3946" y="0"/>
                <a:ext cx="558" cy="4316"/>
              </a:xfrm>
              <a:custGeom>
                <a:avLst/>
                <a:gdLst/>
                <a:ahLst/>
                <a:cxnLst>
                  <a:cxn ang="0">
                    <a:pos x="556" y="2020"/>
                  </a:cxn>
                  <a:cxn ang="0">
                    <a:pos x="538" y="1732"/>
                  </a:cxn>
                  <a:cxn ang="0">
                    <a:pos x="503" y="1445"/>
                  </a:cxn>
                  <a:cxn ang="0">
                    <a:pos x="455" y="1175"/>
                  </a:cxn>
                  <a:cxn ang="0">
                    <a:pos x="395" y="911"/>
                  </a:cxn>
                  <a:cxn ang="0">
                    <a:pos x="317" y="659"/>
                  </a:cxn>
                  <a:cxn ang="0">
                    <a:pos x="228" y="426"/>
                  </a:cxn>
                  <a:cxn ang="0">
                    <a:pos x="126" y="204"/>
                  </a:cxn>
                  <a:cxn ang="0">
                    <a:pos x="12" y="0"/>
                  </a:cxn>
                  <a:cxn ang="0">
                    <a:pos x="0" y="0"/>
                  </a:cxn>
                  <a:cxn ang="0">
                    <a:pos x="114" y="204"/>
                  </a:cxn>
                  <a:cxn ang="0">
                    <a:pos x="216" y="426"/>
                  </a:cxn>
                  <a:cxn ang="0">
                    <a:pos x="305" y="659"/>
                  </a:cxn>
                  <a:cxn ang="0">
                    <a:pos x="383" y="911"/>
                  </a:cxn>
                  <a:cxn ang="0">
                    <a:pos x="443" y="1175"/>
                  </a:cxn>
                  <a:cxn ang="0">
                    <a:pos x="491" y="1445"/>
                  </a:cxn>
                  <a:cxn ang="0">
                    <a:pos x="526" y="1732"/>
                  </a:cxn>
                  <a:cxn ang="0">
                    <a:pos x="544" y="2020"/>
                  </a:cxn>
                  <a:cxn ang="0">
                    <a:pos x="544" y="2326"/>
                  </a:cxn>
                  <a:cxn ang="0">
                    <a:pos x="532" y="2632"/>
                  </a:cxn>
                  <a:cxn ang="0">
                    <a:pos x="503" y="2931"/>
                  </a:cxn>
                  <a:cxn ang="0">
                    <a:pos x="455" y="3225"/>
                  </a:cxn>
                  <a:cxn ang="0">
                    <a:pos x="389" y="3513"/>
                  </a:cxn>
                  <a:cxn ang="0">
                    <a:pos x="311" y="3788"/>
                  </a:cxn>
                  <a:cxn ang="0">
                    <a:pos x="216" y="4058"/>
                  </a:cxn>
                  <a:cxn ang="0">
                    <a:pos x="102" y="4316"/>
                  </a:cxn>
                  <a:cxn ang="0">
                    <a:pos x="114" y="4316"/>
                  </a:cxn>
                  <a:cxn ang="0">
                    <a:pos x="228" y="4058"/>
                  </a:cxn>
                  <a:cxn ang="0">
                    <a:pos x="323" y="3788"/>
                  </a:cxn>
                  <a:cxn ang="0">
                    <a:pos x="401" y="3513"/>
                  </a:cxn>
                  <a:cxn ang="0">
                    <a:pos x="467" y="3225"/>
                  </a:cxn>
                  <a:cxn ang="0">
                    <a:pos x="515" y="2931"/>
                  </a:cxn>
                  <a:cxn ang="0">
                    <a:pos x="544" y="2632"/>
                  </a:cxn>
                  <a:cxn ang="0">
                    <a:pos x="556" y="2326"/>
                  </a:cxn>
                  <a:cxn ang="0">
                    <a:pos x="556" y="2020"/>
                  </a:cxn>
                  <a:cxn ang="0">
                    <a:pos x="556" y="2020"/>
                  </a:cxn>
                </a:cxnLst>
                <a:rect l="0" t="0" r="r" b="b"/>
                <a:pathLst>
                  <a:path w="556" h="4316">
                    <a:moveTo>
                      <a:pt x="556" y="2020"/>
                    </a:moveTo>
                    <a:lnTo>
                      <a:pt x="538" y="1732"/>
                    </a:lnTo>
                    <a:lnTo>
                      <a:pt x="503" y="1445"/>
                    </a:lnTo>
                    <a:lnTo>
                      <a:pt x="455" y="1175"/>
                    </a:lnTo>
                    <a:lnTo>
                      <a:pt x="395" y="911"/>
                    </a:lnTo>
                    <a:lnTo>
                      <a:pt x="317" y="659"/>
                    </a:lnTo>
                    <a:lnTo>
                      <a:pt x="228" y="426"/>
                    </a:lnTo>
                    <a:lnTo>
                      <a:pt x="126" y="204"/>
                    </a:lnTo>
                    <a:lnTo>
                      <a:pt x="12" y="0"/>
                    </a:lnTo>
                    <a:lnTo>
                      <a:pt x="0" y="0"/>
                    </a:lnTo>
                    <a:lnTo>
                      <a:pt x="114" y="204"/>
                    </a:lnTo>
                    <a:lnTo>
                      <a:pt x="216" y="426"/>
                    </a:lnTo>
                    <a:lnTo>
                      <a:pt x="305" y="659"/>
                    </a:lnTo>
                    <a:lnTo>
                      <a:pt x="383" y="911"/>
                    </a:lnTo>
                    <a:lnTo>
                      <a:pt x="443" y="1175"/>
                    </a:lnTo>
                    <a:lnTo>
                      <a:pt x="491" y="1445"/>
                    </a:lnTo>
                    <a:lnTo>
                      <a:pt x="526" y="1732"/>
                    </a:lnTo>
                    <a:lnTo>
                      <a:pt x="544" y="2020"/>
                    </a:lnTo>
                    <a:lnTo>
                      <a:pt x="544" y="2326"/>
                    </a:lnTo>
                    <a:lnTo>
                      <a:pt x="532" y="2632"/>
                    </a:lnTo>
                    <a:lnTo>
                      <a:pt x="503" y="2931"/>
                    </a:lnTo>
                    <a:lnTo>
                      <a:pt x="455" y="3225"/>
                    </a:lnTo>
                    <a:lnTo>
                      <a:pt x="389" y="3513"/>
                    </a:lnTo>
                    <a:lnTo>
                      <a:pt x="311" y="3788"/>
                    </a:lnTo>
                    <a:lnTo>
                      <a:pt x="216" y="4058"/>
                    </a:lnTo>
                    <a:lnTo>
                      <a:pt x="102" y="4316"/>
                    </a:lnTo>
                    <a:lnTo>
                      <a:pt x="114" y="4316"/>
                    </a:lnTo>
                    <a:lnTo>
                      <a:pt x="228" y="4058"/>
                    </a:lnTo>
                    <a:lnTo>
                      <a:pt x="323" y="3788"/>
                    </a:lnTo>
                    <a:lnTo>
                      <a:pt x="401" y="3513"/>
                    </a:lnTo>
                    <a:lnTo>
                      <a:pt x="467" y="3225"/>
                    </a:lnTo>
                    <a:lnTo>
                      <a:pt x="515" y="2931"/>
                    </a:lnTo>
                    <a:lnTo>
                      <a:pt x="544" y="2632"/>
                    </a:lnTo>
                    <a:lnTo>
                      <a:pt x="556" y="2326"/>
                    </a:lnTo>
                    <a:lnTo>
                      <a:pt x="556" y="2020"/>
                    </a:lnTo>
                    <a:lnTo>
                      <a:pt x="556" y="2020"/>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3" name="Freeform 12"/>
              <p:cNvSpPr/>
              <p:nvPr/>
            </p:nvSpPr>
            <p:spPr bwMode="hidden">
              <a:xfrm>
                <a:off x="4246" y="0"/>
                <a:ext cx="690" cy="4316"/>
              </a:xfrm>
              <a:custGeom>
                <a:avLst/>
                <a:gdLst/>
                <a:ahLst/>
                <a:cxnLst>
                  <a:cxn ang="0">
                    <a:pos x="688" y="2086"/>
                  </a:cxn>
                  <a:cxn ang="0">
                    <a:pos x="670" y="1810"/>
                  </a:cxn>
                  <a:cxn ang="0">
                    <a:pos x="634" y="1541"/>
                  </a:cxn>
                  <a:cxn ang="0">
                    <a:pos x="574" y="1271"/>
                  </a:cxn>
                  <a:cxn ang="0">
                    <a:pos x="497" y="1007"/>
                  </a:cxn>
                  <a:cxn ang="0">
                    <a:pos x="401" y="749"/>
                  </a:cxn>
                  <a:cxn ang="0">
                    <a:pos x="293" y="492"/>
                  </a:cxn>
                  <a:cxn ang="0">
                    <a:pos x="162" y="240"/>
                  </a:cxn>
                  <a:cxn ang="0">
                    <a:pos x="12" y="0"/>
                  </a:cxn>
                  <a:cxn ang="0">
                    <a:pos x="0" y="0"/>
                  </a:cxn>
                  <a:cxn ang="0">
                    <a:pos x="150" y="240"/>
                  </a:cxn>
                  <a:cxn ang="0">
                    <a:pos x="281" y="492"/>
                  </a:cxn>
                  <a:cxn ang="0">
                    <a:pos x="389" y="749"/>
                  </a:cxn>
                  <a:cxn ang="0">
                    <a:pos x="485" y="1007"/>
                  </a:cxn>
                  <a:cxn ang="0">
                    <a:pos x="562" y="1271"/>
                  </a:cxn>
                  <a:cxn ang="0">
                    <a:pos x="622" y="1541"/>
                  </a:cxn>
                  <a:cxn ang="0">
                    <a:pos x="658" y="1810"/>
                  </a:cxn>
                  <a:cxn ang="0">
                    <a:pos x="676" y="2086"/>
                  </a:cxn>
                  <a:cxn ang="0">
                    <a:pos x="676" y="2368"/>
                  </a:cxn>
                  <a:cxn ang="0">
                    <a:pos x="658" y="2650"/>
                  </a:cxn>
                  <a:cxn ang="0">
                    <a:pos x="616" y="2931"/>
                  </a:cxn>
                  <a:cxn ang="0">
                    <a:pos x="556" y="3213"/>
                  </a:cxn>
                  <a:cxn ang="0">
                    <a:pos x="473" y="3495"/>
                  </a:cxn>
                  <a:cxn ang="0">
                    <a:pos x="371" y="3777"/>
                  </a:cxn>
                  <a:cxn ang="0">
                    <a:pos x="251" y="4046"/>
                  </a:cxn>
                  <a:cxn ang="0">
                    <a:pos x="114" y="4316"/>
                  </a:cxn>
                  <a:cxn ang="0">
                    <a:pos x="126" y="4316"/>
                  </a:cxn>
                  <a:cxn ang="0">
                    <a:pos x="263" y="4046"/>
                  </a:cxn>
                  <a:cxn ang="0">
                    <a:pos x="383" y="3777"/>
                  </a:cxn>
                  <a:cxn ang="0">
                    <a:pos x="485" y="3495"/>
                  </a:cxn>
                  <a:cxn ang="0">
                    <a:pos x="568" y="3219"/>
                  </a:cxn>
                  <a:cxn ang="0">
                    <a:pos x="628" y="2937"/>
                  </a:cxn>
                  <a:cxn ang="0">
                    <a:pos x="670" y="2656"/>
                  </a:cxn>
                  <a:cxn ang="0">
                    <a:pos x="688" y="2368"/>
                  </a:cxn>
                  <a:cxn ang="0">
                    <a:pos x="688" y="2086"/>
                  </a:cxn>
                  <a:cxn ang="0">
                    <a:pos x="688" y="2086"/>
                  </a:cxn>
                </a:cxnLst>
                <a:rect l="0" t="0" r="r" b="b"/>
                <a:pathLst>
                  <a:path w="688" h="4316">
                    <a:moveTo>
                      <a:pt x="688" y="2086"/>
                    </a:moveTo>
                    <a:lnTo>
                      <a:pt x="670" y="1810"/>
                    </a:lnTo>
                    <a:lnTo>
                      <a:pt x="634" y="1541"/>
                    </a:lnTo>
                    <a:lnTo>
                      <a:pt x="574" y="1271"/>
                    </a:lnTo>
                    <a:lnTo>
                      <a:pt x="497" y="1007"/>
                    </a:lnTo>
                    <a:lnTo>
                      <a:pt x="401" y="749"/>
                    </a:lnTo>
                    <a:lnTo>
                      <a:pt x="293" y="492"/>
                    </a:lnTo>
                    <a:lnTo>
                      <a:pt x="162" y="240"/>
                    </a:lnTo>
                    <a:lnTo>
                      <a:pt x="12" y="0"/>
                    </a:lnTo>
                    <a:lnTo>
                      <a:pt x="0" y="0"/>
                    </a:lnTo>
                    <a:lnTo>
                      <a:pt x="150" y="240"/>
                    </a:lnTo>
                    <a:lnTo>
                      <a:pt x="281" y="492"/>
                    </a:lnTo>
                    <a:lnTo>
                      <a:pt x="389" y="749"/>
                    </a:lnTo>
                    <a:lnTo>
                      <a:pt x="485" y="1007"/>
                    </a:lnTo>
                    <a:lnTo>
                      <a:pt x="562" y="1271"/>
                    </a:lnTo>
                    <a:lnTo>
                      <a:pt x="622" y="1541"/>
                    </a:lnTo>
                    <a:lnTo>
                      <a:pt x="658" y="1810"/>
                    </a:lnTo>
                    <a:lnTo>
                      <a:pt x="676" y="2086"/>
                    </a:lnTo>
                    <a:lnTo>
                      <a:pt x="676" y="2368"/>
                    </a:lnTo>
                    <a:lnTo>
                      <a:pt x="658" y="2650"/>
                    </a:lnTo>
                    <a:lnTo>
                      <a:pt x="616" y="2931"/>
                    </a:lnTo>
                    <a:lnTo>
                      <a:pt x="556" y="3213"/>
                    </a:lnTo>
                    <a:lnTo>
                      <a:pt x="473" y="3495"/>
                    </a:lnTo>
                    <a:lnTo>
                      <a:pt x="371" y="3777"/>
                    </a:lnTo>
                    <a:lnTo>
                      <a:pt x="251" y="4046"/>
                    </a:lnTo>
                    <a:lnTo>
                      <a:pt x="114" y="4316"/>
                    </a:lnTo>
                    <a:lnTo>
                      <a:pt x="126" y="4316"/>
                    </a:lnTo>
                    <a:lnTo>
                      <a:pt x="263" y="4046"/>
                    </a:lnTo>
                    <a:lnTo>
                      <a:pt x="383" y="3777"/>
                    </a:lnTo>
                    <a:lnTo>
                      <a:pt x="485" y="3495"/>
                    </a:lnTo>
                    <a:lnTo>
                      <a:pt x="568" y="3219"/>
                    </a:lnTo>
                    <a:lnTo>
                      <a:pt x="628" y="2937"/>
                    </a:lnTo>
                    <a:lnTo>
                      <a:pt x="670" y="2656"/>
                    </a:lnTo>
                    <a:lnTo>
                      <a:pt x="688" y="2368"/>
                    </a:lnTo>
                    <a:lnTo>
                      <a:pt x="688" y="2086"/>
                    </a:lnTo>
                    <a:lnTo>
                      <a:pt x="688" y="2086"/>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4" name="Freeform 13"/>
              <p:cNvSpPr/>
              <p:nvPr/>
            </p:nvSpPr>
            <p:spPr bwMode="hidden">
              <a:xfrm>
                <a:off x="4522" y="0"/>
                <a:ext cx="864" cy="4316"/>
              </a:xfrm>
              <a:custGeom>
                <a:avLst/>
                <a:gdLst/>
                <a:ahLst/>
                <a:cxnLst>
                  <a:cxn ang="0">
                    <a:pos x="855" y="2128"/>
                  </a:cxn>
                  <a:cxn ang="0">
                    <a:pos x="831" y="1834"/>
                  </a:cxn>
                  <a:cxn ang="0">
                    <a:pos x="808" y="1684"/>
                  </a:cxn>
                  <a:cxn ang="0">
                    <a:pos x="784" y="1541"/>
                  </a:cxn>
                  <a:cxn ang="0">
                    <a:pos x="748" y="1397"/>
                  </a:cxn>
                  <a:cxn ang="0">
                    <a:pos x="712" y="1253"/>
                  </a:cxn>
                  <a:cxn ang="0">
                    <a:pos x="664" y="1115"/>
                  </a:cxn>
                  <a:cxn ang="0">
                    <a:pos x="610" y="977"/>
                  </a:cxn>
                  <a:cxn ang="0">
                    <a:pos x="491" y="719"/>
                  </a:cxn>
                  <a:cxn ang="0">
                    <a:pos x="353" y="468"/>
                  </a:cxn>
                  <a:cxn ang="0">
                    <a:pos x="192" y="228"/>
                  </a:cxn>
                  <a:cxn ang="0">
                    <a:pos x="12" y="0"/>
                  </a:cxn>
                  <a:cxn ang="0">
                    <a:pos x="0" y="0"/>
                  </a:cxn>
                  <a:cxn ang="0">
                    <a:pos x="180" y="228"/>
                  </a:cxn>
                  <a:cxn ang="0">
                    <a:pos x="341" y="468"/>
                  </a:cxn>
                  <a:cxn ang="0">
                    <a:pos x="479" y="719"/>
                  </a:cxn>
                  <a:cxn ang="0">
                    <a:pos x="598" y="983"/>
                  </a:cxn>
                  <a:cxn ang="0">
                    <a:pos x="652" y="1121"/>
                  </a:cxn>
                  <a:cxn ang="0">
                    <a:pos x="700" y="1259"/>
                  </a:cxn>
                  <a:cxn ang="0">
                    <a:pos x="736" y="1403"/>
                  </a:cxn>
                  <a:cxn ang="0">
                    <a:pos x="772" y="1547"/>
                  </a:cxn>
                  <a:cxn ang="0">
                    <a:pos x="802" y="1690"/>
                  </a:cxn>
                  <a:cxn ang="0">
                    <a:pos x="819" y="1834"/>
                  </a:cxn>
                  <a:cxn ang="0">
                    <a:pos x="837" y="1984"/>
                  </a:cxn>
                  <a:cxn ang="0">
                    <a:pos x="843" y="2128"/>
                  </a:cxn>
                  <a:cxn ang="0">
                    <a:pos x="849" y="2278"/>
                  </a:cxn>
                  <a:cxn ang="0">
                    <a:pos x="843" y="2428"/>
                  </a:cxn>
                  <a:cxn ang="0">
                    <a:pos x="831" y="2572"/>
                  </a:cxn>
                  <a:cxn ang="0">
                    <a:pos x="819" y="2721"/>
                  </a:cxn>
                  <a:cxn ang="0">
                    <a:pos x="796" y="2865"/>
                  </a:cxn>
                  <a:cxn ang="0">
                    <a:pos x="766" y="3015"/>
                  </a:cxn>
                  <a:cxn ang="0">
                    <a:pos x="724" y="3159"/>
                  </a:cxn>
                  <a:cxn ang="0">
                    <a:pos x="682" y="3303"/>
                  </a:cxn>
                  <a:cxn ang="0">
                    <a:pos x="586" y="3567"/>
                  </a:cxn>
                  <a:cxn ang="0">
                    <a:pos x="473" y="3824"/>
                  </a:cxn>
                  <a:cxn ang="0">
                    <a:pos x="335" y="4076"/>
                  </a:cxn>
                  <a:cxn ang="0">
                    <a:pos x="180" y="4316"/>
                  </a:cxn>
                  <a:cxn ang="0">
                    <a:pos x="192" y="4316"/>
                  </a:cxn>
                  <a:cxn ang="0">
                    <a:pos x="347" y="4076"/>
                  </a:cxn>
                  <a:cxn ang="0">
                    <a:pos x="485" y="3824"/>
                  </a:cxn>
                  <a:cxn ang="0">
                    <a:pos x="598" y="3573"/>
                  </a:cxn>
                  <a:cxn ang="0">
                    <a:pos x="694" y="3309"/>
                  </a:cxn>
                  <a:cxn ang="0">
                    <a:pos x="736" y="3165"/>
                  </a:cxn>
                  <a:cxn ang="0">
                    <a:pos x="778" y="3021"/>
                  </a:cxn>
                  <a:cxn ang="0">
                    <a:pos x="808" y="2871"/>
                  </a:cxn>
                  <a:cxn ang="0">
                    <a:pos x="831" y="2727"/>
                  </a:cxn>
                  <a:cxn ang="0">
                    <a:pos x="843" y="2578"/>
                  </a:cxn>
                  <a:cxn ang="0">
                    <a:pos x="855" y="2428"/>
                  </a:cxn>
                  <a:cxn ang="0">
                    <a:pos x="861" y="2278"/>
                  </a:cxn>
                  <a:cxn ang="0">
                    <a:pos x="855" y="2128"/>
                  </a:cxn>
                  <a:cxn ang="0">
                    <a:pos x="855" y="2128"/>
                  </a:cxn>
                </a:cxnLst>
                <a:rect l="0" t="0" r="r" b="b"/>
                <a:pathLst>
                  <a:path w="861" h="4316">
                    <a:moveTo>
                      <a:pt x="855" y="2128"/>
                    </a:moveTo>
                    <a:lnTo>
                      <a:pt x="831" y="1834"/>
                    </a:lnTo>
                    <a:lnTo>
                      <a:pt x="808" y="1684"/>
                    </a:lnTo>
                    <a:lnTo>
                      <a:pt x="784" y="1541"/>
                    </a:lnTo>
                    <a:lnTo>
                      <a:pt x="748" y="1397"/>
                    </a:lnTo>
                    <a:lnTo>
                      <a:pt x="712" y="1253"/>
                    </a:lnTo>
                    <a:lnTo>
                      <a:pt x="664" y="1115"/>
                    </a:lnTo>
                    <a:lnTo>
                      <a:pt x="610" y="977"/>
                    </a:lnTo>
                    <a:lnTo>
                      <a:pt x="491" y="719"/>
                    </a:lnTo>
                    <a:lnTo>
                      <a:pt x="353" y="468"/>
                    </a:lnTo>
                    <a:lnTo>
                      <a:pt x="192" y="228"/>
                    </a:lnTo>
                    <a:lnTo>
                      <a:pt x="12" y="0"/>
                    </a:lnTo>
                    <a:lnTo>
                      <a:pt x="0" y="0"/>
                    </a:lnTo>
                    <a:lnTo>
                      <a:pt x="180" y="228"/>
                    </a:lnTo>
                    <a:lnTo>
                      <a:pt x="341" y="468"/>
                    </a:lnTo>
                    <a:lnTo>
                      <a:pt x="479" y="719"/>
                    </a:lnTo>
                    <a:lnTo>
                      <a:pt x="598" y="983"/>
                    </a:lnTo>
                    <a:lnTo>
                      <a:pt x="652" y="1121"/>
                    </a:lnTo>
                    <a:lnTo>
                      <a:pt x="700" y="1259"/>
                    </a:lnTo>
                    <a:lnTo>
                      <a:pt x="736" y="1403"/>
                    </a:lnTo>
                    <a:lnTo>
                      <a:pt x="772" y="1547"/>
                    </a:lnTo>
                    <a:lnTo>
                      <a:pt x="802" y="1690"/>
                    </a:lnTo>
                    <a:lnTo>
                      <a:pt x="819" y="1834"/>
                    </a:lnTo>
                    <a:lnTo>
                      <a:pt x="837" y="1984"/>
                    </a:lnTo>
                    <a:lnTo>
                      <a:pt x="843" y="2128"/>
                    </a:lnTo>
                    <a:lnTo>
                      <a:pt x="849" y="2278"/>
                    </a:lnTo>
                    <a:lnTo>
                      <a:pt x="843" y="2428"/>
                    </a:lnTo>
                    <a:lnTo>
                      <a:pt x="831" y="2572"/>
                    </a:lnTo>
                    <a:lnTo>
                      <a:pt x="819" y="2721"/>
                    </a:lnTo>
                    <a:lnTo>
                      <a:pt x="796" y="2865"/>
                    </a:lnTo>
                    <a:lnTo>
                      <a:pt x="766" y="3015"/>
                    </a:lnTo>
                    <a:lnTo>
                      <a:pt x="724" y="3159"/>
                    </a:lnTo>
                    <a:lnTo>
                      <a:pt x="682" y="3303"/>
                    </a:lnTo>
                    <a:lnTo>
                      <a:pt x="586" y="3567"/>
                    </a:lnTo>
                    <a:lnTo>
                      <a:pt x="473" y="3824"/>
                    </a:lnTo>
                    <a:lnTo>
                      <a:pt x="335" y="4076"/>
                    </a:lnTo>
                    <a:lnTo>
                      <a:pt x="180" y="4316"/>
                    </a:lnTo>
                    <a:lnTo>
                      <a:pt x="192" y="4316"/>
                    </a:lnTo>
                    <a:lnTo>
                      <a:pt x="347" y="4076"/>
                    </a:lnTo>
                    <a:lnTo>
                      <a:pt x="485" y="3824"/>
                    </a:lnTo>
                    <a:lnTo>
                      <a:pt x="598" y="3573"/>
                    </a:lnTo>
                    <a:lnTo>
                      <a:pt x="694" y="3309"/>
                    </a:lnTo>
                    <a:lnTo>
                      <a:pt x="736" y="3165"/>
                    </a:lnTo>
                    <a:lnTo>
                      <a:pt x="778" y="3021"/>
                    </a:lnTo>
                    <a:lnTo>
                      <a:pt x="808" y="2871"/>
                    </a:lnTo>
                    <a:lnTo>
                      <a:pt x="831" y="2727"/>
                    </a:lnTo>
                    <a:lnTo>
                      <a:pt x="843" y="2578"/>
                    </a:lnTo>
                    <a:lnTo>
                      <a:pt x="855" y="2428"/>
                    </a:lnTo>
                    <a:lnTo>
                      <a:pt x="861" y="2278"/>
                    </a:lnTo>
                    <a:lnTo>
                      <a:pt x="855" y="2128"/>
                    </a:lnTo>
                    <a:lnTo>
                      <a:pt x="855" y="2128"/>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5" name="Freeform 14"/>
              <p:cNvSpPr/>
              <p:nvPr/>
            </p:nvSpPr>
            <p:spPr bwMode="hidden">
              <a:xfrm>
                <a:off x="2399" y="0"/>
                <a:ext cx="150" cy="4316"/>
              </a:xfrm>
              <a:custGeom>
                <a:avLst/>
                <a:gdLst/>
                <a:ahLst/>
                <a:cxnLst>
                  <a:cxn ang="0">
                    <a:pos x="18" y="1942"/>
                  </a:cxn>
                  <a:cxn ang="0">
                    <a:pos x="30" y="1630"/>
                  </a:cxn>
                  <a:cxn ang="0">
                    <a:pos x="42" y="1331"/>
                  </a:cxn>
                  <a:cxn ang="0">
                    <a:pos x="59" y="1055"/>
                  </a:cxn>
                  <a:cxn ang="0">
                    <a:pos x="77" y="791"/>
                  </a:cxn>
                  <a:cxn ang="0">
                    <a:pos x="83" y="671"/>
                  </a:cxn>
                  <a:cxn ang="0">
                    <a:pos x="95" y="557"/>
                  </a:cxn>
                  <a:cxn ang="0">
                    <a:pos x="107" y="444"/>
                  </a:cxn>
                  <a:cxn ang="0">
                    <a:pos x="113" y="342"/>
                  </a:cxn>
                  <a:cxn ang="0">
                    <a:pos x="125" y="246"/>
                  </a:cxn>
                  <a:cxn ang="0">
                    <a:pos x="131" y="156"/>
                  </a:cxn>
                  <a:cxn ang="0">
                    <a:pos x="143" y="72"/>
                  </a:cxn>
                  <a:cxn ang="0">
                    <a:pos x="149" y="0"/>
                  </a:cxn>
                  <a:cxn ang="0">
                    <a:pos x="137" y="0"/>
                  </a:cxn>
                  <a:cxn ang="0">
                    <a:pos x="131" y="72"/>
                  </a:cxn>
                  <a:cxn ang="0">
                    <a:pos x="119" y="156"/>
                  </a:cxn>
                  <a:cxn ang="0">
                    <a:pos x="113" y="246"/>
                  </a:cxn>
                  <a:cxn ang="0">
                    <a:pos x="101" y="342"/>
                  </a:cxn>
                  <a:cxn ang="0">
                    <a:pos x="95" y="444"/>
                  </a:cxn>
                  <a:cxn ang="0">
                    <a:pos x="83" y="557"/>
                  </a:cxn>
                  <a:cxn ang="0">
                    <a:pos x="71" y="671"/>
                  </a:cxn>
                  <a:cxn ang="0">
                    <a:pos x="65" y="791"/>
                  </a:cxn>
                  <a:cxn ang="0">
                    <a:pos x="48" y="1055"/>
                  </a:cxn>
                  <a:cxn ang="0">
                    <a:pos x="30" y="1331"/>
                  </a:cxn>
                  <a:cxn ang="0">
                    <a:pos x="18" y="1630"/>
                  </a:cxn>
                  <a:cxn ang="0">
                    <a:pos x="6" y="1942"/>
                  </a:cxn>
                  <a:cxn ang="0">
                    <a:pos x="0" y="2278"/>
                  </a:cxn>
                  <a:cxn ang="0">
                    <a:pos x="6" y="2602"/>
                  </a:cxn>
                  <a:cxn ang="0">
                    <a:pos x="12" y="2919"/>
                  </a:cxn>
                  <a:cxn ang="0">
                    <a:pos x="24" y="3219"/>
                  </a:cxn>
                  <a:cxn ang="0">
                    <a:pos x="36" y="3513"/>
                  </a:cxn>
                  <a:cxn ang="0">
                    <a:pos x="59" y="3794"/>
                  </a:cxn>
                  <a:cxn ang="0">
                    <a:pos x="89" y="4058"/>
                  </a:cxn>
                  <a:cxn ang="0">
                    <a:pos x="125" y="4316"/>
                  </a:cxn>
                  <a:cxn ang="0">
                    <a:pos x="137" y="4316"/>
                  </a:cxn>
                  <a:cxn ang="0">
                    <a:pos x="101" y="4058"/>
                  </a:cxn>
                  <a:cxn ang="0">
                    <a:pos x="71" y="3794"/>
                  </a:cxn>
                  <a:cxn ang="0">
                    <a:pos x="48" y="3513"/>
                  </a:cxn>
                  <a:cxn ang="0">
                    <a:pos x="36" y="3225"/>
                  </a:cxn>
                  <a:cxn ang="0">
                    <a:pos x="24" y="2919"/>
                  </a:cxn>
                  <a:cxn ang="0">
                    <a:pos x="18" y="2608"/>
                  </a:cxn>
                  <a:cxn ang="0">
                    <a:pos x="12" y="2278"/>
                  </a:cxn>
                  <a:cxn ang="0">
                    <a:pos x="18" y="1942"/>
                  </a:cxn>
                  <a:cxn ang="0">
                    <a:pos x="18" y="1942"/>
                  </a:cxn>
                </a:cxnLst>
                <a:rect l="0" t="0" r="r" b="b"/>
                <a:pathLst>
                  <a:path w="149" h="4316">
                    <a:moveTo>
                      <a:pt x="18" y="1942"/>
                    </a:moveTo>
                    <a:lnTo>
                      <a:pt x="30" y="1630"/>
                    </a:lnTo>
                    <a:lnTo>
                      <a:pt x="42" y="1331"/>
                    </a:lnTo>
                    <a:lnTo>
                      <a:pt x="59" y="1055"/>
                    </a:lnTo>
                    <a:lnTo>
                      <a:pt x="77" y="791"/>
                    </a:lnTo>
                    <a:lnTo>
                      <a:pt x="83" y="671"/>
                    </a:lnTo>
                    <a:lnTo>
                      <a:pt x="95" y="557"/>
                    </a:lnTo>
                    <a:lnTo>
                      <a:pt x="107" y="444"/>
                    </a:lnTo>
                    <a:lnTo>
                      <a:pt x="113" y="342"/>
                    </a:lnTo>
                    <a:lnTo>
                      <a:pt x="125" y="246"/>
                    </a:lnTo>
                    <a:lnTo>
                      <a:pt x="131" y="156"/>
                    </a:lnTo>
                    <a:lnTo>
                      <a:pt x="143" y="72"/>
                    </a:lnTo>
                    <a:lnTo>
                      <a:pt x="149" y="0"/>
                    </a:lnTo>
                    <a:lnTo>
                      <a:pt x="137" y="0"/>
                    </a:lnTo>
                    <a:lnTo>
                      <a:pt x="131" y="72"/>
                    </a:lnTo>
                    <a:lnTo>
                      <a:pt x="119" y="156"/>
                    </a:lnTo>
                    <a:lnTo>
                      <a:pt x="113" y="246"/>
                    </a:lnTo>
                    <a:lnTo>
                      <a:pt x="101" y="342"/>
                    </a:lnTo>
                    <a:lnTo>
                      <a:pt x="95" y="444"/>
                    </a:lnTo>
                    <a:lnTo>
                      <a:pt x="83" y="557"/>
                    </a:lnTo>
                    <a:lnTo>
                      <a:pt x="71" y="671"/>
                    </a:lnTo>
                    <a:lnTo>
                      <a:pt x="65" y="791"/>
                    </a:lnTo>
                    <a:lnTo>
                      <a:pt x="48" y="1055"/>
                    </a:lnTo>
                    <a:lnTo>
                      <a:pt x="30" y="1331"/>
                    </a:lnTo>
                    <a:lnTo>
                      <a:pt x="18" y="1630"/>
                    </a:lnTo>
                    <a:lnTo>
                      <a:pt x="6" y="1942"/>
                    </a:lnTo>
                    <a:lnTo>
                      <a:pt x="0" y="2278"/>
                    </a:lnTo>
                    <a:lnTo>
                      <a:pt x="6" y="2602"/>
                    </a:lnTo>
                    <a:lnTo>
                      <a:pt x="12" y="2919"/>
                    </a:lnTo>
                    <a:lnTo>
                      <a:pt x="24" y="3219"/>
                    </a:lnTo>
                    <a:lnTo>
                      <a:pt x="36" y="3513"/>
                    </a:lnTo>
                    <a:lnTo>
                      <a:pt x="59" y="3794"/>
                    </a:lnTo>
                    <a:lnTo>
                      <a:pt x="89" y="4058"/>
                    </a:lnTo>
                    <a:lnTo>
                      <a:pt x="125" y="4316"/>
                    </a:lnTo>
                    <a:lnTo>
                      <a:pt x="137" y="4316"/>
                    </a:lnTo>
                    <a:lnTo>
                      <a:pt x="101" y="4058"/>
                    </a:lnTo>
                    <a:lnTo>
                      <a:pt x="71" y="3794"/>
                    </a:lnTo>
                    <a:lnTo>
                      <a:pt x="48" y="3513"/>
                    </a:lnTo>
                    <a:lnTo>
                      <a:pt x="36" y="3225"/>
                    </a:lnTo>
                    <a:lnTo>
                      <a:pt x="24" y="2919"/>
                    </a:lnTo>
                    <a:lnTo>
                      <a:pt x="18" y="2608"/>
                    </a:lnTo>
                    <a:lnTo>
                      <a:pt x="12" y="2278"/>
                    </a:lnTo>
                    <a:lnTo>
                      <a:pt x="18" y="1942"/>
                    </a:lnTo>
                    <a:lnTo>
                      <a:pt x="18" y="1942"/>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6" name="Freeform 15"/>
              <p:cNvSpPr/>
              <p:nvPr/>
            </p:nvSpPr>
            <p:spPr bwMode="hidden">
              <a:xfrm>
                <a:off x="1967" y="0"/>
                <a:ext cx="300" cy="4316"/>
              </a:xfrm>
              <a:custGeom>
                <a:avLst/>
                <a:gdLst/>
                <a:ahLst/>
                <a:cxnLst>
                  <a:cxn ang="0">
                    <a:pos x="18" y="2062"/>
                  </a:cxn>
                  <a:cxn ang="0">
                    <a:pos x="30" y="1750"/>
                  </a:cxn>
                  <a:cxn ang="0">
                    <a:pos x="54" y="1451"/>
                  </a:cxn>
                  <a:cxn ang="0">
                    <a:pos x="84" y="1169"/>
                  </a:cxn>
                  <a:cxn ang="0">
                    <a:pos x="126" y="899"/>
                  </a:cxn>
                  <a:cxn ang="0">
                    <a:pos x="162" y="641"/>
                  </a:cxn>
                  <a:cxn ang="0">
                    <a:pos x="209" y="408"/>
                  </a:cxn>
                  <a:cxn ang="0">
                    <a:pos x="251" y="192"/>
                  </a:cxn>
                  <a:cxn ang="0">
                    <a:pos x="299" y="0"/>
                  </a:cxn>
                  <a:cxn ang="0">
                    <a:pos x="287" y="0"/>
                  </a:cxn>
                  <a:cxn ang="0">
                    <a:pos x="239" y="192"/>
                  </a:cxn>
                  <a:cxn ang="0">
                    <a:pos x="198" y="408"/>
                  </a:cxn>
                  <a:cxn ang="0">
                    <a:pos x="156" y="641"/>
                  </a:cxn>
                  <a:cxn ang="0">
                    <a:pos x="114" y="899"/>
                  </a:cxn>
                  <a:cxn ang="0">
                    <a:pos x="78" y="1169"/>
                  </a:cxn>
                  <a:cxn ang="0">
                    <a:pos x="48" y="1451"/>
                  </a:cxn>
                  <a:cxn ang="0">
                    <a:pos x="24" y="1750"/>
                  </a:cxn>
                  <a:cxn ang="0">
                    <a:pos x="6" y="2062"/>
                  </a:cxn>
                  <a:cxn ang="0">
                    <a:pos x="0" y="2374"/>
                  </a:cxn>
                  <a:cxn ang="0">
                    <a:pos x="12" y="2674"/>
                  </a:cxn>
                  <a:cxn ang="0">
                    <a:pos x="30" y="2973"/>
                  </a:cxn>
                  <a:cxn ang="0">
                    <a:pos x="54" y="3255"/>
                  </a:cxn>
                  <a:cxn ang="0">
                    <a:pos x="96" y="3537"/>
                  </a:cxn>
                  <a:cxn ang="0">
                    <a:pos x="144" y="3806"/>
                  </a:cxn>
                  <a:cxn ang="0">
                    <a:pos x="203" y="4064"/>
                  </a:cxn>
                  <a:cxn ang="0">
                    <a:pos x="275" y="4316"/>
                  </a:cxn>
                  <a:cxn ang="0">
                    <a:pos x="287" y="4316"/>
                  </a:cxn>
                  <a:cxn ang="0">
                    <a:pos x="215" y="4064"/>
                  </a:cxn>
                  <a:cxn ang="0">
                    <a:pos x="156" y="3806"/>
                  </a:cxn>
                  <a:cxn ang="0">
                    <a:pos x="108" y="3537"/>
                  </a:cxn>
                  <a:cxn ang="0">
                    <a:pos x="66" y="3261"/>
                  </a:cxn>
                  <a:cxn ang="0">
                    <a:pos x="42" y="2973"/>
                  </a:cxn>
                  <a:cxn ang="0">
                    <a:pos x="24" y="2680"/>
                  </a:cxn>
                  <a:cxn ang="0">
                    <a:pos x="12" y="2374"/>
                  </a:cxn>
                  <a:cxn ang="0">
                    <a:pos x="18" y="2062"/>
                  </a:cxn>
                  <a:cxn ang="0">
                    <a:pos x="18" y="2062"/>
                  </a:cxn>
                </a:cxnLst>
                <a:rect l="0" t="0" r="r" b="b"/>
                <a:pathLst>
                  <a:path w="299" h="4316">
                    <a:moveTo>
                      <a:pt x="18" y="2062"/>
                    </a:moveTo>
                    <a:lnTo>
                      <a:pt x="30" y="1750"/>
                    </a:lnTo>
                    <a:lnTo>
                      <a:pt x="54" y="1451"/>
                    </a:lnTo>
                    <a:lnTo>
                      <a:pt x="84" y="1169"/>
                    </a:lnTo>
                    <a:lnTo>
                      <a:pt x="126" y="899"/>
                    </a:lnTo>
                    <a:lnTo>
                      <a:pt x="162" y="641"/>
                    </a:lnTo>
                    <a:lnTo>
                      <a:pt x="209" y="408"/>
                    </a:lnTo>
                    <a:lnTo>
                      <a:pt x="251" y="192"/>
                    </a:lnTo>
                    <a:lnTo>
                      <a:pt x="299" y="0"/>
                    </a:lnTo>
                    <a:lnTo>
                      <a:pt x="287" y="0"/>
                    </a:lnTo>
                    <a:lnTo>
                      <a:pt x="239" y="192"/>
                    </a:lnTo>
                    <a:lnTo>
                      <a:pt x="198" y="408"/>
                    </a:lnTo>
                    <a:lnTo>
                      <a:pt x="156" y="641"/>
                    </a:lnTo>
                    <a:lnTo>
                      <a:pt x="114" y="899"/>
                    </a:lnTo>
                    <a:lnTo>
                      <a:pt x="78" y="1169"/>
                    </a:lnTo>
                    <a:lnTo>
                      <a:pt x="48" y="1451"/>
                    </a:lnTo>
                    <a:lnTo>
                      <a:pt x="24" y="1750"/>
                    </a:lnTo>
                    <a:lnTo>
                      <a:pt x="6" y="2062"/>
                    </a:lnTo>
                    <a:lnTo>
                      <a:pt x="0" y="2374"/>
                    </a:lnTo>
                    <a:lnTo>
                      <a:pt x="12" y="2674"/>
                    </a:lnTo>
                    <a:lnTo>
                      <a:pt x="30" y="2973"/>
                    </a:lnTo>
                    <a:lnTo>
                      <a:pt x="54" y="3255"/>
                    </a:lnTo>
                    <a:lnTo>
                      <a:pt x="96" y="3537"/>
                    </a:lnTo>
                    <a:lnTo>
                      <a:pt x="144" y="3806"/>
                    </a:lnTo>
                    <a:lnTo>
                      <a:pt x="203" y="4064"/>
                    </a:lnTo>
                    <a:lnTo>
                      <a:pt x="275" y="4316"/>
                    </a:lnTo>
                    <a:lnTo>
                      <a:pt x="287" y="4316"/>
                    </a:lnTo>
                    <a:lnTo>
                      <a:pt x="215" y="4064"/>
                    </a:lnTo>
                    <a:lnTo>
                      <a:pt x="156" y="3806"/>
                    </a:lnTo>
                    <a:lnTo>
                      <a:pt x="108" y="3537"/>
                    </a:lnTo>
                    <a:lnTo>
                      <a:pt x="66" y="3261"/>
                    </a:lnTo>
                    <a:lnTo>
                      <a:pt x="42" y="2973"/>
                    </a:lnTo>
                    <a:lnTo>
                      <a:pt x="24" y="2680"/>
                    </a:lnTo>
                    <a:lnTo>
                      <a:pt x="12" y="2374"/>
                    </a:lnTo>
                    <a:lnTo>
                      <a:pt x="18" y="2062"/>
                    </a:lnTo>
                    <a:lnTo>
                      <a:pt x="18" y="2062"/>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7" name="Freeform 16"/>
              <p:cNvSpPr/>
              <p:nvPr/>
            </p:nvSpPr>
            <p:spPr bwMode="hidden">
              <a:xfrm>
                <a:off x="1566" y="0"/>
                <a:ext cx="425" cy="4316"/>
              </a:xfrm>
              <a:custGeom>
                <a:avLst/>
                <a:gdLst/>
                <a:ahLst/>
                <a:cxnLst>
                  <a:cxn ang="0">
                    <a:pos x="424" y="0"/>
                  </a:cxn>
                  <a:cxn ang="0">
                    <a:pos x="412" y="0"/>
                  </a:cxn>
                  <a:cxn ang="0">
                    <a:pos x="316" y="222"/>
                  </a:cxn>
                  <a:cxn ang="0">
                    <a:pos x="239" y="462"/>
                  </a:cxn>
                  <a:cxn ang="0">
                    <a:pos x="167" y="707"/>
                  </a:cxn>
                  <a:cxn ang="0">
                    <a:pos x="107" y="971"/>
                  </a:cxn>
                  <a:cxn ang="0">
                    <a:pos x="65" y="1247"/>
                  </a:cxn>
                  <a:cxn ang="0">
                    <a:pos x="29" y="1529"/>
                  </a:cxn>
                  <a:cxn ang="0">
                    <a:pos x="6" y="1822"/>
                  </a:cxn>
                  <a:cxn ang="0">
                    <a:pos x="0" y="2122"/>
                  </a:cxn>
                  <a:cxn ang="0">
                    <a:pos x="6" y="2404"/>
                  </a:cxn>
                  <a:cxn ang="0">
                    <a:pos x="24" y="2686"/>
                  </a:cxn>
                  <a:cxn ang="0">
                    <a:pos x="47" y="2961"/>
                  </a:cxn>
                  <a:cxn ang="0">
                    <a:pos x="89" y="3243"/>
                  </a:cxn>
                  <a:cxn ang="0">
                    <a:pos x="137" y="3519"/>
                  </a:cxn>
                  <a:cxn ang="0">
                    <a:pos x="197" y="3788"/>
                  </a:cxn>
                  <a:cxn ang="0">
                    <a:pos x="269" y="4058"/>
                  </a:cxn>
                  <a:cxn ang="0">
                    <a:pos x="346" y="4316"/>
                  </a:cxn>
                  <a:cxn ang="0">
                    <a:pos x="358" y="4316"/>
                  </a:cxn>
                  <a:cxn ang="0">
                    <a:pos x="281" y="4058"/>
                  </a:cxn>
                  <a:cxn ang="0">
                    <a:pos x="209" y="3788"/>
                  </a:cxn>
                  <a:cxn ang="0">
                    <a:pos x="149" y="3519"/>
                  </a:cxn>
                  <a:cxn ang="0">
                    <a:pos x="101" y="3243"/>
                  </a:cxn>
                  <a:cxn ang="0">
                    <a:pos x="59" y="2961"/>
                  </a:cxn>
                  <a:cxn ang="0">
                    <a:pos x="35" y="2686"/>
                  </a:cxn>
                  <a:cxn ang="0">
                    <a:pos x="18" y="2404"/>
                  </a:cxn>
                  <a:cxn ang="0">
                    <a:pos x="12" y="2122"/>
                  </a:cxn>
                  <a:cxn ang="0">
                    <a:pos x="18" y="1822"/>
                  </a:cxn>
                  <a:cxn ang="0">
                    <a:pos x="41" y="1529"/>
                  </a:cxn>
                  <a:cxn ang="0">
                    <a:pos x="71" y="1247"/>
                  </a:cxn>
                  <a:cxn ang="0">
                    <a:pos x="119" y="971"/>
                  </a:cxn>
                  <a:cxn ang="0">
                    <a:pos x="179" y="707"/>
                  </a:cxn>
                  <a:cxn ang="0">
                    <a:pos x="245" y="462"/>
                  </a:cxn>
                  <a:cxn ang="0">
                    <a:pos x="328" y="222"/>
                  </a:cxn>
                  <a:cxn ang="0">
                    <a:pos x="424" y="0"/>
                  </a:cxn>
                  <a:cxn ang="0">
                    <a:pos x="424" y="0"/>
                  </a:cxn>
                </a:cxnLst>
                <a:rect l="0" t="0" r="r" b="b"/>
                <a:pathLst>
                  <a:path w="424" h="4316">
                    <a:moveTo>
                      <a:pt x="424" y="0"/>
                    </a:moveTo>
                    <a:lnTo>
                      <a:pt x="412" y="0"/>
                    </a:lnTo>
                    <a:lnTo>
                      <a:pt x="316" y="222"/>
                    </a:lnTo>
                    <a:lnTo>
                      <a:pt x="239" y="462"/>
                    </a:lnTo>
                    <a:lnTo>
                      <a:pt x="167" y="707"/>
                    </a:lnTo>
                    <a:lnTo>
                      <a:pt x="107" y="971"/>
                    </a:lnTo>
                    <a:lnTo>
                      <a:pt x="65" y="1247"/>
                    </a:lnTo>
                    <a:lnTo>
                      <a:pt x="29" y="1529"/>
                    </a:lnTo>
                    <a:lnTo>
                      <a:pt x="6" y="1822"/>
                    </a:lnTo>
                    <a:lnTo>
                      <a:pt x="0" y="2122"/>
                    </a:lnTo>
                    <a:lnTo>
                      <a:pt x="6" y="2404"/>
                    </a:lnTo>
                    <a:lnTo>
                      <a:pt x="24" y="2686"/>
                    </a:lnTo>
                    <a:lnTo>
                      <a:pt x="47" y="2961"/>
                    </a:lnTo>
                    <a:lnTo>
                      <a:pt x="89" y="3243"/>
                    </a:lnTo>
                    <a:lnTo>
                      <a:pt x="137" y="3519"/>
                    </a:lnTo>
                    <a:lnTo>
                      <a:pt x="197" y="3788"/>
                    </a:lnTo>
                    <a:lnTo>
                      <a:pt x="269" y="4058"/>
                    </a:lnTo>
                    <a:lnTo>
                      <a:pt x="346" y="4316"/>
                    </a:lnTo>
                    <a:lnTo>
                      <a:pt x="358" y="4316"/>
                    </a:lnTo>
                    <a:lnTo>
                      <a:pt x="281" y="4058"/>
                    </a:lnTo>
                    <a:lnTo>
                      <a:pt x="209" y="3788"/>
                    </a:lnTo>
                    <a:lnTo>
                      <a:pt x="149" y="3519"/>
                    </a:lnTo>
                    <a:lnTo>
                      <a:pt x="101" y="3243"/>
                    </a:lnTo>
                    <a:lnTo>
                      <a:pt x="59" y="2961"/>
                    </a:lnTo>
                    <a:lnTo>
                      <a:pt x="35" y="2686"/>
                    </a:lnTo>
                    <a:lnTo>
                      <a:pt x="18" y="2404"/>
                    </a:lnTo>
                    <a:lnTo>
                      <a:pt x="12" y="2122"/>
                    </a:lnTo>
                    <a:lnTo>
                      <a:pt x="18" y="1822"/>
                    </a:lnTo>
                    <a:lnTo>
                      <a:pt x="41" y="1529"/>
                    </a:lnTo>
                    <a:lnTo>
                      <a:pt x="71" y="1247"/>
                    </a:lnTo>
                    <a:lnTo>
                      <a:pt x="119" y="971"/>
                    </a:lnTo>
                    <a:lnTo>
                      <a:pt x="179" y="707"/>
                    </a:lnTo>
                    <a:lnTo>
                      <a:pt x="245" y="462"/>
                    </a:lnTo>
                    <a:lnTo>
                      <a:pt x="328" y="222"/>
                    </a:lnTo>
                    <a:lnTo>
                      <a:pt x="424" y="0"/>
                    </a:lnTo>
                    <a:lnTo>
                      <a:pt x="424" y="0"/>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8" name="Freeform 17"/>
              <p:cNvSpPr/>
              <p:nvPr/>
            </p:nvSpPr>
            <p:spPr bwMode="hidden">
              <a:xfrm>
                <a:off x="1128" y="0"/>
                <a:ext cx="575" cy="4316"/>
              </a:xfrm>
              <a:custGeom>
                <a:avLst/>
                <a:gdLst/>
                <a:ahLst/>
                <a:cxnLst>
                  <a:cxn ang="0">
                    <a:pos x="12" y="2146"/>
                  </a:cxn>
                  <a:cxn ang="0">
                    <a:pos x="24" y="1846"/>
                  </a:cxn>
                  <a:cxn ang="0">
                    <a:pos x="54" y="1559"/>
                  </a:cxn>
                  <a:cxn ang="0">
                    <a:pos x="96" y="1277"/>
                  </a:cxn>
                  <a:cxn ang="0">
                    <a:pos x="162" y="1001"/>
                  </a:cxn>
                  <a:cxn ang="0">
                    <a:pos x="239" y="731"/>
                  </a:cxn>
                  <a:cxn ang="0">
                    <a:pos x="335" y="480"/>
                  </a:cxn>
                  <a:cxn ang="0">
                    <a:pos x="449" y="234"/>
                  </a:cxn>
                  <a:cxn ang="0">
                    <a:pos x="574" y="0"/>
                  </a:cxn>
                  <a:cxn ang="0">
                    <a:pos x="562" y="0"/>
                  </a:cxn>
                  <a:cxn ang="0">
                    <a:pos x="437" y="234"/>
                  </a:cxn>
                  <a:cxn ang="0">
                    <a:pos x="323" y="480"/>
                  </a:cxn>
                  <a:cxn ang="0">
                    <a:pos x="227" y="737"/>
                  </a:cxn>
                  <a:cxn ang="0">
                    <a:pos x="150" y="1001"/>
                  </a:cxn>
                  <a:cxn ang="0">
                    <a:pos x="84" y="1277"/>
                  </a:cxn>
                  <a:cxn ang="0">
                    <a:pos x="42" y="1559"/>
                  </a:cxn>
                  <a:cxn ang="0">
                    <a:pos x="12" y="1852"/>
                  </a:cxn>
                  <a:cxn ang="0">
                    <a:pos x="0" y="2146"/>
                  </a:cxn>
                  <a:cxn ang="0">
                    <a:pos x="6" y="2434"/>
                  </a:cxn>
                  <a:cxn ang="0">
                    <a:pos x="30" y="2715"/>
                  </a:cxn>
                  <a:cxn ang="0">
                    <a:pos x="66" y="2997"/>
                  </a:cxn>
                  <a:cxn ang="0">
                    <a:pos x="120" y="3273"/>
                  </a:cxn>
                  <a:cxn ang="0">
                    <a:pos x="191" y="3549"/>
                  </a:cxn>
                  <a:cxn ang="0">
                    <a:pos x="275" y="3812"/>
                  </a:cxn>
                  <a:cxn ang="0">
                    <a:pos x="371" y="4070"/>
                  </a:cxn>
                  <a:cxn ang="0">
                    <a:pos x="484" y="4316"/>
                  </a:cxn>
                  <a:cxn ang="0">
                    <a:pos x="496" y="4316"/>
                  </a:cxn>
                  <a:cxn ang="0">
                    <a:pos x="383" y="4070"/>
                  </a:cxn>
                  <a:cxn ang="0">
                    <a:pos x="287" y="3812"/>
                  </a:cxn>
                  <a:cxn ang="0">
                    <a:pos x="203" y="3549"/>
                  </a:cxn>
                  <a:cxn ang="0">
                    <a:pos x="132" y="3273"/>
                  </a:cxn>
                  <a:cxn ang="0">
                    <a:pos x="78" y="2997"/>
                  </a:cxn>
                  <a:cxn ang="0">
                    <a:pos x="42" y="2715"/>
                  </a:cxn>
                  <a:cxn ang="0">
                    <a:pos x="18" y="2434"/>
                  </a:cxn>
                  <a:cxn ang="0">
                    <a:pos x="12" y="2146"/>
                  </a:cxn>
                  <a:cxn ang="0">
                    <a:pos x="12" y="2146"/>
                  </a:cxn>
                </a:cxnLst>
                <a:rect l="0" t="0" r="r" b="b"/>
                <a:pathLst>
                  <a:path w="574" h="4316">
                    <a:moveTo>
                      <a:pt x="12" y="2146"/>
                    </a:moveTo>
                    <a:lnTo>
                      <a:pt x="24" y="1846"/>
                    </a:lnTo>
                    <a:lnTo>
                      <a:pt x="54" y="1559"/>
                    </a:lnTo>
                    <a:lnTo>
                      <a:pt x="96" y="1277"/>
                    </a:lnTo>
                    <a:lnTo>
                      <a:pt x="162" y="1001"/>
                    </a:lnTo>
                    <a:lnTo>
                      <a:pt x="239" y="731"/>
                    </a:lnTo>
                    <a:lnTo>
                      <a:pt x="335" y="480"/>
                    </a:lnTo>
                    <a:lnTo>
                      <a:pt x="449" y="234"/>
                    </a:lnTo>
                    <a:lnTo>
                      <a:pt x="574" y="0"/>
                    </a:lnTo>
                    <a:lnTo>
                      <a:pt x="562" y="0"/>
                    </a:lnTo>
                    <a:lnTo>
                      <a:pt x="437" y="234"/>
                    </a:lnTo>
                    <a:lnTo>
                      <a:pt x="323" y="480"/>
                    </a:lnTo>
                    <a:lnTo>
                      <a:pt x="227" y="737"/>
                    </a:lnTo>
                    <a:lnTo>
                      <a:pt x="150" y="1001"/>
                    </a:lnTo>
                    <a:lnTo>
                      <a:pt x="84" y="1277"/>
                    </a:lnTo>
                    <a:lnTo>
                      <a:pt x="42" y="1559"/>
                    </a:lnTo>
                    <a:lnTo>
                      <a:pt x="12" y="1852"/>
                    </a:lnTo>
                    <a:lnTo>
                      <a:pt x="0" y="2146"/>
                    </a:lnTo>
                    <a:lnTo>
                      <a:pt x="6" y="2434"/>
                    </a:lnTo>
                    <a:lnTo>
                      <a:pt x="30" y="2715"/>
                    </a:lnTo>
                    <a:lnTo>
                      <a:pt x="66" y="2997"/>
                    </a:lnTo>
                    <a:lnTo>
                      <a:pt x="120" y="3273"/>
                    </a:lnTo>
                    <a:lnTo>
                      <a:pt x="191" y="3549"/>
                    </a:lnTo>
                    <a:lnTo>
                      <a:pt x="275" y="3812"/>
                    </a:lnTo>
                    <a:lnTo>
                      <a:pt x="371" y="4070"/>
                    </a:lnTo>
                    <a:lnTo>
                      <a:pt x="484" y="4316"/>
                    </a:lnTo>
                    <a:lnTo>
                      <a:pt x="496" y="4316"/>
                    </a:lnTo>
                    <a:lnTo>
                      <a:pt x="383" y="4070"/>
                    </a:lnTo>
                    <a:lnTo>
                      <a:pt x="287" y="3812"/>
                    </a:lnTo>
                    <a:lnTo>
                      <a:pt x="203" y="3549"/>
                    </a:lnTo>
                    <a:lnTo>
                      <a:pt x="132" y="3273"/>
                    </a:lnTo>
                    <a:lnTo>
                      <a:pt x="78" y="2997"/>
                    </a:lnTo>
                    <a:lnTo>
                      <a:pt x="42" y="2715"/>
                    </a:lnTo>
                    <a:lnTo>
                      <a:pt x="18" y="2434"/>
                    </a:lnTo>
                    <a:lnTo>
                      <a:pt x="12" y="2146"/>
                    </a:lnTo>
                    <a:lnTo>
                      <a:pt x="12" y="2146"/>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9" name="Freeform 18"/>
              <p:cNvSpPr/>
              <p:nvPr/>
            </p:nvSpPr>
            <p:spPr bwMode="hidden">
              <a:xfrm>
                <a:off x="702" y="0"/>
                <a:ext cx="737" cy="4316"/>
              </a:xfrm>
              <a:custGeom>
                <a:avLst/>
                <a:gdLst/>
                <a:ahLst/>
                <a:cxnLst>
                  <a:cxn ang="0">
                    <a:pos x="12" y="2098"/>
                  </a:cxn>
                  <a:cxn ang="0">
                    <a:pos x="29" y="1798"/>
                  </a:cxn>
                  <a:cxn ang="0">
                    <a:pos x="71" y="1505"/>
                  </a:cxn>
                  <a:cxn ang="0">
                    <a:pos x="131" y="1223"/>
                  </a:cxn>
                  <a:cxn ang="0">
                    <a:pos x="215" y="941"/>
                  </a:cxn>
                  <a:cxn ang="0">
                    <a:pos x="316" y="689"/>
                  </a:cxn>
                  <a:cxn ang="0">
                    <a:pos x="442" y="444"/>
                  </a:cxn>
                  <a:cxn ang="0">
                    <a:pos x="580" y="216"/>
                  </a:cxn>
                  <a:cxn ang="0">
                    <a:pos x="735" y="0"/>
                  </a:cxn>
                  <a:cxn ang="0">
                    <a:pos x="723" y="0"/>
                  </a:cxn>
                  <a:cxn ang="0">
                    <a:pos x="568" y="210"/>
                  </a:cxn>
                  <a:cxn ang="0">
                    <a:pos x="430" y="438"/>
                  </a:cxn>
                  <a:cxn ang="0">
                    <a:pos x="311" y="683"/>
                  </a:cxn>
                  <a:cxn ang="0">
                    <a:pos x="209" y="941"/>
                  </a:cxn>
                  <a:cxn ang="0">
                    <a:pos x="125" y="1217"/>
                  </a:cxn>
                  <a:cxn ang="0">
                    <a:pos x="59" y="1505"/>
                  </a:cxn>
                  <a:cxn ang="0">
                    <a:pos x="18" y="1798"/>
                  </a:cxn>
                  <a:cxn ang="0">
                    <a:pos x="0" y="2098"/>
                  </a:cxn>
                  <a:cxn ang="0">
                    <a:pos x="6" y="2404"/>
                  </a:cxn>
                  <a:cxn ang="0">
                    <a:pos x="29" y="2709"/>
                  </a:cxn>
                  <a:cxn ang="0">
                    <a:pos x="77" y="3015"/>
                  </a:cxn>
                  <a:cxn ang="0">
                    <a:pos x="149" y="3315"/>
                  </a:cxn>
                  <a:cxn ang="0">
                    <a:pos x="227" y="3573"/>
                  </a:cxn>
                  <a:cxn ang="0">
                    <a:pos x="316" y="3824"/>
                  </a:cxn>
                  <a:cxn ang="0">
                    <a:pos x="424" y="4076"/>
                  </a:cxn>
                  <a:cxn ang="0">
                    <a:pos x="544" y="4316"/>
                  </a:cxn>
                  <a:cxn ang="0">
                    <a:pos x="556" y="4316"/>
                  </a:cxn>
                  <a:cxn ang="0">
                    <a:pos x="436" y="4076"/>
                  </a:cxn>
                  <a:cxn ang="0">
                    <a:pos x="328" y="3824"/>
                  </a:cxn>
                  <a:cxn ang="0">
                    <a:pos x="239" y="3573"/>
                  </a:cxn>
                  <a:cxn ang="0">
                    <a:pos x="161" y="3315"/>
                  </a:cxn>
                  <a:cxn ang="0">
                    <a:pos x="89" y="3015"/>
                  </a:cxn>
                  <a:cxn ang="0">
                    <a:pos x="41" y="2709"/>
                  </a:cxn>
                  <a:cxn ang="0">
                    <a:pos x="18" y="2404"/>
                  </a:cxn>
                  <a:cxn ang="0">
                    <a:pos x="12" y="2098"/>
                  </a:cxn>
                  <a:cxn ang="0">
                    <a:pos x="12" y="2098"/>
                  </a:cxn>
                </a:cxnLst>
                <a:rect l="0" t="0" r="r" b="b"/>
                <a:pathLst>
                  <a:path w="735" h="4316">
                    <a:moveTo>
                      <a:pt x="12" y="2098"/>
                    </a:moveTo>
                    <a:lnTo>
                      <a:pt x="29" y="1798"/>
                    </a:lnTo>
                    <a:lnTo>
                      <a:pt x="71" y="1505"/>
                    </a:lnTo>
                    <a:lnTo>
                      <a:pt x="131" y="1223"/>
                    </a:lnTo>
                    <a:lnTo>
                      <a:pt x="215" y="941"/>
                    </a:lnTo>
                    <a:lnTo>
                      <a:pt x="316" y="689"/>
                    </a:lnTo>
                    <a:lnTo>
                      <a:pt x="442" y="444"/>
                    </a:lnTo>
                    <a:lnTo>
                      <a:pt x="580" y="216"/>
                    </a:lnTo>
                    <a:lnTo>
                      <a:pt x="735" y="0"/>
                    </a:lnTo>
                    <a:lnTo>
                      <a:pt x="723" y="0"/>
                    </a:lnTo>
                    <a:lnTo>
                      <a:pt x="568" y="210"/>
                    </a:lnTo>
                    <a:lnTo>
                      <a:pt x="430" y="438"/>
                    </a:lnTo>
                    <a:lnTo>
                      <a:pt x="311" y="683"/>
                    </a:lnTo>
                    <a:lnTo>
                      <a:pt x="209" y="941"/>
                    </a:lnTo>
                    <a:lnTo>
                      <a:pt x="125" y="1217"/>
                    </a:lnTo>
                    <a:lnTo>
                      <a:pt x="59" y="1505"/>
                    </a:lnTo>
                    <a:lnTo>
                      <a:pt x="18" y="1798"/>
                    </a:lnTo>
                    <a:lnTo>
                      <a:pt x="0" y="2098"/>
                    </a:lnTo>
                    <a:lnTo>
                      <a:pt x="6" y="2404"/>
                    </a:lnTo>
                    <a:lnTo>
                      <a:pt x="29" y="2709"/>
                    </a:lnTo>
                    <a:lnTo>
                      <a:pt x="77" y="3015"/>
                    </a:lnTo>
                    <a:lnTo>
                      <a:pt x="149" y="3315"/>
                    </a:lnTo>
                    <a:lnTo>
                      <a:pt x="227" y="3573"/>
                    </a:lnTo>
                    <a:lnTo>
                      <a:pt x="316" y="3824"/>
                    </a:lnTo>
                    <a:lnTo>
                      <a:pt x="424" y="4076"/>
                    </a:lnTo>
                    <a:lnTo>
                      <a:pt x="544" y="4316"/>
                    </a:lnTo>
                    <a:lnTo>
                      <a:pt x="556" y="4316"/>
                    </a:lnTo>
                    <a:lnTo>
                      <a:pt x="436" y="4076"/>
                    </a:lnTo>
                    <a:lnTo>
                      <a:pt x="328" y="3824"/>
                    </a:lnTo>
                    <a:lnTo>
                      <a:pt x="239" y="3573"/>
                    </a:lnTo>
                    <a:lnTo>
                      <a:pt x="161" y="3315"/>
                    </a:lnTo>
                    <a:lnTo>
                      <a:pt x="89" y="3015"/>
                    </a:lnTo>
                    <a:lnTo>
                      <a:pt x="41" y="2709"/>
                    </a:lnTo>
                    <a:lnTo>
                      <a:pt x="18" y="2404"/>
                    </a:lnTo>
                    <a:lnTo>
                      <a:pt x="12" y="2098"/>
                    </a:lnTo>
                    <a:lnTo>
                      <a:pt x="12" y="2098"/>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0" name="Freeform 19"/>
              <p:cNvSpPr/>
              <p:nvPr/>
            </p:nvSpPr>
            <p:spPr bwMode="hidden">
              <a:xfrm>
                <a:off x="288" y="0"/>
                <a:ext cx="840" cy="4316"/>
              </a:xfrm>
              <a:custGeom>
                <a:avLst/>
                <a:gdLst/>
                <a:ahLst/>
                <a:cxnLst>
                  <a:cxn ang="0">
                    <a:pos x="18" y="1948"/>
                  </a:cxn>
                  <a:cxn ang="0">
                    <a:pos x="48" y="1708"/>
                  </a:cxn>
                  <a:cxn ang="0">
                    <a:pos x="96" y="1475"/>
                  </a:cxn>
                  <a:cxn ang="0">
                    <a:pos x="161" y="1235"/>
                  </a:cxn>
                  <a:cxn ang="0">
                    <a:pos x="251" y="995"/>
                  </a:cxn>
                  <a:cxn ang="0">
                    <a:pos x="365" y="755"/>
                  </a:cxn>
                  <a:cxn ang="0">
                    <a:pos x="496" y="510"/>
                  </a:cxn>
                  <a:cxn ang="0">
                    <a:pos x="658" y="258"/>
                  </a:cxn>
                  <a:cxn ang="0">
                    <a:pos x="741" y="132"/>
                  </a:cxn>
                  <a:cxn ang="0">
                    <a:pos x="837" y="0"/>
                  </a:cxn>
                  <a:cxn ang="0">
                    <a:pos x="825" y="0"/>
                  </a:cxn>
                  <a:cxn ang="0">
                    <a:pos x="729" y="132"/>
                  </a:cxn>
                  <a:cxn ang="0">
                    <a:pos x="640" y="258"/>
                  </a:cxn>
                  <a:cxn ang="0">
                    <a:pos x="562" y="384"/>
                  </a:cxn>
                  <a:cxn ang="0">
                    <a:pos x="484" y="510"/>
                  </a:cxn>
                  <a:cxn ang="0">
                    <a:pos x="353" y="755"/>
                  </a:cxn>
                  <a:cxn ang="0">
                    <a:pos x="239" y="995"/>
                  </a:cxn>
                  <a:cxn ang="0">
                    <a:pos x="150" y="1235"/>
                  </a:cxn>
                  <a:cxn ang="0">
                    <a:pos x="84" y="1469"/>
                  </a:cxn>
                  <a:cxn ang="0">
                    <a:pos x="36" y="1702"/>
                  </a:cxn>
                  <a:cxn ang="0">
                    <a:pos x="6" y="1942"/>
                  </a:cxn>
                  <a:cxn ang="0">
                    <a:pos x="0" y="2200"/>
                  </a:cxn>
                  <a:cxn ang="0">
                    <a:pos x="12" y="2470"/>
                  </a:cxn>
                  <a:cxn ang="0">
                    <a:pos x="48" y="2739"/>
                  </a:cxn>
                  <a:cxn ang="0">
                    <a:pos x="114" y="3027"/>
                  </a:cxn>
                  <a:cxn ang="0">
                    <a:pos x="150" y="3171"/>
                  </a:cxn>
                  <a:cxn ang="0">
                    <a:pos x="197" y="3321"/>
                  </a:cxn>
                  <a:cxn ang="0">
                    <a:pos x="245" y="3477"/>
                  </a:cxn>
                  <a:cxn ang="0">
                    <a:pos x="305" y="3639"/>
                  </a:cxn>
                  <a:cxn ang="0">
                    <a:pos x="365" y="3800"/>
                  </a:cxn>
                  <a:cxn ang="0">
                    <a:pos x="437" y="3968"/>
                  </a:cxn>
                  <a:cxn ang="0">
                    <a:pos x="508" y="4136"/>
                  </a:cxn>
                  <a:cxn ang="0">
                    <a:pos x="592" y="4316"/>
                  </a:cxn>
                  <a:cxn ang="0">
                    <a:pos x="604" y="4316"/>
                  </a:cxn>
                  <a:cxn ang="0">
                    <a:pos x="520" y="4136"/>
                  </a:cxn>
                  <a:cxn ang="0">
                    <a:pos x="448" y="3968"/>
                  </a:cxn>
                  <a:cxn ang="0">
                    <a:pos x="377" y="3800"/>
                  </a:cxn>
                  <a:cxn ang="0">
                    <a:pos x="317" y="3639"/>
                  </a:cxn>
                  <a:cxn ang="0">
                    <a:pos x="257" y="3477"/>
                  </a:cxn>
                  <a:cxn ang="0">
                    <a:pos x="209" y="3327"/>
                  </a:cxn>
                  <a:cxn ang="0">
                    <a:pos x="161" y="3171"/>
                  </a:cxn>
                  <a:cxn ang="0">
                    <a:pos x="126" y="3027"/>
                  </a:cxn>
                  <a:cxn ang="0">
                    <a:pos x="60" y="2739"/>
                  </a:cxn>
                  <a:cxn ang="0">
                    <a:pos x="24" y="2470"/>
                  </a:cxn>
                  <a:cxn ang="0">
                    <a:pos x="12" y="2206"/>
                  </a:cxn>
                  <a:cxn ang="0">
                    <a:pos x="18" y="1948"/>
                  </a:cxn>
                  <a:cxn ang="0">
                    <a:pos x="18" y="1948"/>
                  </a:cxn>
                </a:cxnLst>
                <a:rect l="0" t="0" r="r" b="b"/>
                <a:pathLst>
                  <a:path w="837" h="4316">
                    <a:moveTo>
                      <a:pt x="18" y="1948"/>
                    </a:moveTo>
                    <a:lnTo>
                      <a:pt x="48" y="1708"/>
                    </a:lnTo>
                    <a:lnTo>
                      <a:pt x="96" y="1475"/>
                    </a:lnTo>
                    <a:lnTo>
                      <a:pt x="161" y="1235"/>
                    </a:lnTo>
                    <a:lnTo>
                      <a:pt x="251" y="995"/>
                    </a:lnTo>
                    <a:lnTo>
                      <a:pt x="365" y="755"/>
                    </a:lnTo>
                    <a:lnTo>
                      <a:pt x="496" y="510"/>
                    </a:lnTo>
                    <a:lnTo>
                      <a:pt x="658" y="258"/>
                    </a:lnTo>
                    <a:lnTo>
                      <a:pt x="741" y="132"/>
                    </a:lnTo>
                    <a:lnTo>
                      <a:pt x="837" y="0"/>
                    </a:lnTo>
                    <a:lnTo>
                      <a:pt x="825" y="0"/>
                    </a:lnTo>
                    <a:lnTo>
                      <a:pt x="729" y="132"/>
                    </a:lnTo>
                    <a:lnTo>
                      <a:pt x="640" y="258"/>
                    </a:lnTo>
                    <a:lnTo>
                      <a:pt x="562" y="384"/>
                    </a:lnTo>
                    <a:lnTo>
                      <a:pt x="484" y="510"/>
                    </a:lnTo>
                    <a:lnTo>
                      <a:pt x="353" y="755"/>
                    </a:lnTo>
                    <a:lnTo>
                      <a:pt x="239" y="995"/>
                    </a:lnTo>
                    <a:lnTo>
                      <a:pt x="150" y="1235"/>
                    </a:lnTo>
                    <a:lnTo>
                      <a:pt x="84" y="1469"/>
                    </a:lnTo>
                    <a:lnTo>
                      <a:pt x="36" y="1702"/>
                    </a:lnTo>
                    <a:lnTo>
                      <a:pt x="6" y="1942"/>
                    </a:lnTo>
                    <a:lnTo>
                      <a:pt x="0" y="2200"/>
                    </a:lnTo>
                    <a:lnTo>
                      <a:pt x="12" y="2470"/>
                    </a:lnTo>
                    <a:lnTo>
                      <a:pt x="48" y="2739"/>
                    </a:lnTo>
                    <a:lnTo>
                      <a:pt x="114" y="3027"/>
                    </a:lnTo>
                    <a:lnTo>
                      <a:pt x="150" y="3171"/>
                    </a:lnTo>
                    <a:lnTo>
                      <a:pt x="197" y="3321"/>
                    </a:lnTo>
                    <a:lnTo>
                      <a:pt x="245" y="3477"/>
                    </a:lnTo>
                    <a:lnTo>
                      <a:pt x="305" y="3639"/>
                    </a:lnTo>
                    <a:lnTo>
                      <a:pt x="365" y="3800"/>
                    </a:lnTo>
                    <a:lnTo>
                      <a:pt x="437" y="3968"/>
                    </a:lnTo>
                    <a:lnTo>
                      <a:pt x="508" y="4136"/>
                    </a:lnTo>
                    <a:lnTo>
                      <a:pt x="592" y="4316"/>
                    </a:lnTo>
                    <a:lnTo>
                      <a:pt x="604" y="4316"/>
                    </a:lnTo>
                    <a:lnTo>
                      <a:pt x="520" y="4136"/>
                    </a:lnTo>
                    <a:lnTo>
                      <a:pt x="448" y="3968"/>
                    </a:lnTo>
                    <a:lnTo>
                      <a:pt x="377" y="3800"/>
                    </a:lnTo>
                    <a:lnTo>
                      <a:pt x="317" y="3639"/>
                    </a:lnTo>
                    <a:lnTo>
                      <a:pt x="257" y="3477"/>
                    </a:lnTo>
                    <a:lnTo>
                      <a:pt x="209" y="3327"/>
                    </a:lnTo>
                    <a:lnTo>
                      <a:pt x="161" y="3171"/>
                    </a:lnTo>
                    <a:lnTo>
                      <a:pt x="126" y="3027"/>
                    </a:lnTo>
                    <a:lnTo>
                      <a:pt x="60" y="2739"/>
                    </a:lnTo>
                    <a:lnTo>
                      <a:pt x="24" y="2470"/>
                    </a:lnTo>
                    <a:lnTo>
                      <a:pt x="12" y="2206"/>
                    </a:lnTo>
                    <a:lnTo>
                      <a:pt x="18" y="1948"/>
                    </a:lnTo>
                    <a:lnTo>
                      <a:pt x="18" y="1948"/>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grpSp>
        <p:sp>
          <p:nvSpPr>
            <p:cNvPr id="49" name="Freeform 20"/>
            <p:cNvSpPr/>
            <p:nvPr/>
          </p:nvSpPr>
          <p:spPr bwMode="hidden">
            <a:xfrm>
              <a:off x="6" y="2901"/>
              <a:ext cx="606" cy="1415"/>
            </a:xfrm>
            <a:custGeom>
              <a:avLst/>
              <a:gdLst/>
              <a:ahLst/>
              <a:cxnLst>
                <a:cxn ang="0">
                  <a:pos x="0" y="54"/>
                </a:cxn>
                <a:cxn ang="0">
                  <a:pos x="42" y="228"/>
                </a:cxn>
                <a:cxn ang="0">
                  <a:pos x="96" y="402"/>
                </a:cxn>
                <a:cxn ang="0">
                  <a:pos x="161" y="576"/>
                </a:cxn>
                <a:cxn ang="0">
                  <a:pos x="227" y="744"/>
                </a:cxn>
                <a:cxn ang="0">
                  <a:pos x="305" y="917"/>
                </a:cxn>
                <a:cxn ang="0">
                  <a:pos x="389" y="1085"/>
                </a:cxn>
                <a:cxn ang="0">
                  <a:pos x="484" y="1253"/>
                </a:cxn>
                <a:cxn ang="0">
                  <a:pos x="586" y="1415"/>
                </a:cxn>
                <a:cxn ang="0">
                  <a:pos x="604" y="1415"/>
                </a:cxn>
                <a:cxn ang="0">
                  <a:pos x="496" y="1247"/>
                </a:cxn>
                <a:cxn ang="0">
                  <a:pos x="401" y="1073"/>
                </a:cxn>
                <a:cxn ang="0">
                  <a:pos x="311" y="899"/>
                </a:cxn>
                <a:cxn ang="0">
                  <a:pos x="233" y="720"/>
                </a:cxn>
                <a:cxn ang="0">
                  <a:pos x="161" y="546"/>
                </a:cxn>
                <a:cxn ang="0">
                  <a:pos x="102" y="366"/>
                </a:cxn>
                <a:cxn ang="0">
                  <a:pos x="48" y="180"/>
                </a:cxn>
                <a:cxn ang="0">
                  <a:pos x="0" y="0"/>
                </a:cxn>
                <a:cxn ang="0">
                  <a:pos x="0" y="54"/>
                </a:cxn>
                <a:cxn ang="0">
                  <a:pos x="0" y="54"/>
                </a:cxn>
              </a:cxnLst>
              <a:rect l="0" t="0" r="r" b="b"/>
              <a:pathLst>
                <a:path w="604" h="1415">
                  <a:moveTo>
                    <a:pt x="0" y="54"/>
                  </a:moveTo>
                  <a:lnTo>
                    <a:pt x="42" y="228"/>
                  </a:lnTo>
                  <a:lnTo>
                    <a:pt x="96" y="402"/>
                  </a:lnTo>
                  <a:lnTo>
                    <a:pt x="161" y="576"/>
                  </a:lnTo>
                  <a:lnTo>
                    <a:pt x="227" y="744"/>
                  </a:lnTo>
                  <a:lnTo>
                    <a:pt x="305" y="917"/>
                  </a:lnTo>
                  <a:lnTo>
                    <a:pt x="389" y="1085"/>
                  </a:lnTo>
                  <a:lnTo>
                    <a:pt x="484" y="1253"/>
                  </a:lnTo>
                  <a:lnTo>
                    <a:pt x="586" y="1415"/>
                  </a:lnTo>
                  <a:lnTo>
                    <a:pt x="604" y="1415"/>
                  </a:lnTo>
                  <a:lnTo>
                    <a:pt x="496" y="1247"/>
                  </a:lnTo>
                  <a:lnTo>
                    <a:pt x="401" y="1073"/>
                  </a:lnTo>
                  <a:lnTo>
                    <a:pt x="311" y="899"/>
                  </a:lnTo>
                  <a:lnTo>
                    <a:pt x="233" y="720"/>
                  </a:lnTo>
                  <a:lnTo>
                    <a:pt x="161" y="546"/>
                  </a:lnTo>
                  <a:lnTo>
                    <a:pt x="102" y="366"/>
                  </a:lnTo>
                  <a:lnTo>
                    <a:pt x="48" y="180"/>
                  </a:lnTo>
                  <a:lnTo>
                    <a:pt x="0" y="0"/>
                  </a:lnTo>
                  <a:lnTo>
                    <a:pt x="0" y="54"/>
                  </a:lnTo>
                  <a:lnTo>
                    <a:pt x="0" y="54"/>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0" name="Freeform 21"/>
            <p:cNvSpPr/>
            <p:nvPr/>
          </p:nvSpPr>
          <p:spPr bwMode="hidden">
            <a:xfrm>
              <a:off x="6" y="3890"/>
              <a:ext cx="228" cy="426"/>
            </a:xfrm>
            <a:custGeom>
              <a:avLst/>
              <a:gdLst/>
              <a:ahLst/>
              <a:cxnLst>
                <a:cxn ang="0">
                  <a:pos x="0" y="30"/>
                </a:cxn>
                <a:cxn ang="0">
                  <a:pos x="108" y="240"/>
                </a:cxn>
                <a:cxn ang="0">
                  <a:pos x="215" y="426"/>
                </a:cxn>
                <a:cxn ang="0">
                  <a:pos x="227" y="426"/>
                </a:cxn>
                <a:cxn ang="0">
                  <a:pos x="167" y="330"/>
                </a:cxn>
                <a:cxn ang="0">
                  <a:pos x="114" y="222"/>
                </a:cxn>
                <a:cxn ang="0">
                  <a:pos x="0" y="0"/>
                </a:cxn>
                <a:cxn ang="0">
                  <a:pos x="0" y="30"/>
                </a:cxn>
                <a:cxn ang="0">
                  <a:pos x="0" y="30"/>
                </a:cxn>
              </a:cxnLst>
              <a:rect l="0" t="0" r="r" b="b"/>
              <a:pathLst>
                <a:path w="227" h="426">
                  <a:moveTo>
                    <a:pt x="0" y="30"/>
                  </a:moveTo>
                  <a:lnTo>
                    <a:pt x="108" y="240"/>
                  </a:lnTo>
                  <a:lnTo>
                    <a:pt x="215" y="426"/>
                  </a:lnTo>
                  <a:lnTo>
                    <a:pt x="227" y="426"/>
                  </a:lnTo>
                  <a:lnTo>
                    <a:pt x="167" y="330"/>
                  </a:lnTo>
                  <a:lnTo>
                    <a:pt x="114" y="222"/>
                  </a:lnTo>
                  <a:lnTo>
                    <a:pt x="0" y="0"/>
                  </a:lnTo>
                  <a:lnTo>
                    <a:pt x="0" y="30"/>
                  </a:lnTo>
                  <a:lnTo>
                    <a:pt x="0" y="30"/>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1" name="Freeform 22"/>
            <p:cNvSpPr/>
            <p:nvPr/>
          </p:nvSpPr>
          <p:spPr bwMode="hidden">
            <a:xfrm>
              <a:off x="4776" y="0"/>
              <a:ext cx="984" cy="1786"/>
            </a:xfrm>
            <a:custGeom>
              <a:avLst/>
              <a:gdLst/>
              <a:ahLst/>
              <a:cxnLst>
                <a:cxn ang="0">
                  <a:pos x="981" y="1786"/>
                </a:cxn>
                <a:cxn ang="0">
                  <a:pos x="981" y="1720"/>
                </a:cxn>
                <a:cxn ang="0">
                  <a:pos x="969" y="1666"/>
                </a:cxn>
                <a:cxn ang="0">
                  <a:pos x="957" y="1613"/>
                </a:cxn>
                <a:cxn ang="0">
                  <a:pos x="921" y="1487"/>
                </a:cxn>
                <a:cxn ang="0">
                  <a:pos x="885" y="1361"/>
                </a:cxn>
                <a:cxn ang="0">
                  <a:pos x="796" y="1121"/>
                </a:cxn>
                <a:cxn ang="0">
                  <a:pos x="682" y="899"/>
                </a:cxn>
                <a:cxn ang="0">
                  <a:pos x="562" y="689"/>
                </a:cxn>
                <a:cxn ang="0">
                  <a:pos x="431" y="498"/>
                </a:cxn>
                <a:cxn ang="0">
                  <a:pos x="293" y="318"/>
                </a:cxn>
                <a:cxn ang="0">
                  <a:pos x="150" y="150"/>
                </a:cxn>
                <a:cxn ang="0">
                  <a:pos x="12" y="0"/>
                </a:cxn>
                <a:cxn ang="0">
                  <a:pos x="0" y="0"/>
                </a:cxn>
                <a:cxn ang="0">
                  <a:pos x="138" y="150"/>
                </a:cxn>
                <a:cxn ang="0">
                  <a:pos x="275" y="318"/>
                </a:cxn>
                <a:cxn ang="0">
                  <a:pos x="413" y="498"/>
                </a:cxn>
                <a:cxn ang="0">
                  <a:pos x="545" y="689"/>
                </a:cxn>
                <a:cxn ang="0">
                  <a:pos x="670" y="899"/>
                </a:cxn>
                <a:cxn ang="0">
                  <a:pos x="778" y="1121"/>
                </a:cxn>
                <a:cxn ang="0">
                  <a:pos x="873" y="1361"/>
                </a:cxn>
                <a:cxn ang="0">
                  <a:pos x="909" y="1487"/>
                </a:cxn>
                <a:cxn ang="0">
                  <a:pos x="945" y="1619"/>
                </a:cxn>
                <a:cxn ang="0">
                  <a:pos x="963" y="1702"/>
                </a:cxn>
                <a:cxn ang="0">
                  <a:pos x="981" y="1786"/>
                </a:cxn>
                <a:cxn ang="0">
                  <a:pos x="981" y="1786"/>
                </a:cxn>
              </a:cxnLst>
              <a:rect l="0" t="0" r="r" b="b"/>
              <a:pathLst>
                <a:path w="981" h="1786">
                  <a:moveTo>
                    <a:pt x="981" y="1786"/>
                  </a:moveTo>
                  <a:lnTo>
                    <a:pt x="981" y="1720"/>
                  </a:lnTo>
                  <a:lnTo>
                    <a:pt x="969" y="1666"/>
                  </a:lnTo>
                  <a:lnTo>
                    <a:pt x="957" y="1613"/>
                  </a:lnTo>
                  <a:lnTo>
                    <a:pt x="921" y="1487"/>
                  </a:lnTo>
                  <a:lnTo>
                    <a:pt x="885" y="1361"/>
                  </a:lnTo>
                  <a:lnTo>
                    <a:pt x="796" y="1121"/>
                  </a:lnTo>
                  <a:lnTo>
                    <a:pt x="682" y="899"/>
                  </a:lnTo>
                  <a:lnTo>
                    <a:pt x="562" y="689"/>
                  </a:lnTo>
                  <a:lnTo>
                    <a:pt x="431" y="498"/>
                  </a:lnTo>
                  <a:lnTo>
                    <a:pt x="293" y="318"/>
                  </a:lnTo>
                  <a:lnTo>
                    <a:pt x="150" y="150"/>
                  </a:lnTo>
                  <a:lnTo>
                    <a:pt x="12" y="0"/>
                  </a:lnTo>
                  <a:lnTo>
                    <a:pt x="0" y="0"/>
                  </a:lnTo>
                  <a:lnTo>
                    <a:pt x="138" y="150"/>
                  </a:lnTo>
                  <a:lnTo>
                    <a:pt x="275" y="318"/>
                  </a:lnTo>
                  <a:lnTo>
                    <a:pt x="413" y="498"/>
                  </a:lnTo>
                  <a:lnTo>
                    <a:pt x="545" y="689"/>
                  </a:lnTo>
                  <a:lnTo>
                    <a:pt x="670" y="899"/>
                  </a:lnTo>
                  <a:lnTo>
                    <a:pt x="778" y="1121"/>
                  </a:lnTo>
                  <a:lnTo>
                    <a:pt x="873" y="1361"/>
                  </a:lnTo>
                  <a:lnTo>
                    <a:pt x="909" y="1487"/>
                  </a:lnTo>
                  <a:lnTo>
                    <a:pt x="945" y="1619"/>
                  </a:lnTo>
                  <a:lnTo>
                    <a:pt x="963" y="1702"/>
                  </a:lnTo>
                  <a:lnTo>
                    <a:pt x="981" y="1786"/>
                  </a:lnTo>
                  <a:lnTo>
                    <a:pt x="981" y="1786"/>
                  </a:lnTo>
                  <a:close/>
                </a:path>
              </a:pathLst>
            </a:custGeom>
            <a:gradFill rotWithShape="0">
              <a:gsLst>
                <a:gs pos="0">
                  <a:schemeClr val="bg1"/>
                </a:gs>
                <a:gs pos="100000">
                  <a:schemeClr val="bg1">
                    <a:gamma/>
                    <a:shade val="94118"/>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064" name="Freeform 23"/>
            <p:cNvSpPr/>
            <p:nvPr/>
          </p:nvSpPr>
          <p:spPr>
            <a:xfrm>
              <a:off x="5041" y="0"/>
              <a:ext cx="719" cy="845"/>
            </a:xfrm>
            <a:custGeom>
              <a:avLst/>
              <a:gdLst/>
              <a:ahLst/>
              <a:cxnLst>
                <a:cxn ang="0">
                  <a:pos x="951" y="845"/>
                </a:cxn>
                <a:cxn ang="0">
                  <a:pos x="951" y="821"/>
                </a:cxn>
                <a:cxn ang="0">
                  <a:pos x="790" y="605"/>
                </a:cxn>
                <a:cxn ang="0">
                  <a:pos x="514" y="396"/>
                </a:cxn>
                <a:cxn ang="0">
                  <a:pos x="329" y="192"/>
                </a:cxn>
                <a:cxn ang="0">
                  <a:pos x="17" y="0"/>
                </a:cxn>
                <a:cxn ang="0">
                  <a:pos x="0" y="0"/>
                </a:cxn>
                <a:cxn ang="0">
                  <a:pos x="317" y="198"/>
                </a:cxn>
                <a:cxn ang="0">
                  <a:pos x="508" y="408"/>
                </a:cxn>
                <a:cxn ang="0">
                  <a:pos x="784" y="623"/>
                </a:cxn>
                <a:cxn ang="0">
                  <a:pos x="951" y="845"/>
                </a:cxn>
                <a:cxn ang="0">
                  <a:pos x="951" y="845"/>
                </a:cxn>
              </a:cxnLst>
              <a:pathLst>
                <a:path w="717" h="845">
                  <a:moveTo>
                    <a:pt x="717" y="845"/>
                  </a:moveTo>
                  <a:lnTo>
                    <a:pt x="717" y="821"/>
                  </a:lnTo>
                  <a:lnTo>
                    <a:pt x="574" y="605"/>
                  </a:lnTo>
                  <a:lnTo>
                    <a:pt x="406" y="396"/>
                  </a:lnTo>
                  <a:lnTo>
                    <a:pt x="221" y="192"/>
                  </a:lnTo>
                  <a:lnTo>
                    <a:pt x="17" y="0"/>
                  </a:lnTo>
                  <a:lnTo>
                    <a:pt x="0" y="0"/>
                  </a:lnTo>
                  <a:lnTo>
                    <a:pt x="209" y="198"/>
                  </a:lnTo>
                  <a:lnTo>
                    <a:pt x="400" y="408"/>
                  </a:lnTo>
                  <a:lnTo>
                    <a:pt x="568" y="623"/>
                  </a:lnTo>
                  <a:lnTo>
                    <a:pt x="717" y="845"/>
                  </a:lnTo>
                  <a:close/>
                </a:path>
              </a:pathLst>
            </a:custGeom>
            <a:solidFill>
              <a:schemeClr val="bg1">
                <a:alpha val="100000"/>
              </a:schemeClr>
            </a:solidFill>
            <a:ln w="9525">
              <a:noFill/>
            </a:ln>
          </p:spPr>
          <p:txBody>
            <a:bodyPr/>
            <a:p>
              <a:endParaRPr lang="zh-CN" altLang="en-US"/>
            </a:p>
          </p:txBody>
        </p:sp>
        <p:sp>
          <p:nvSpPr>
            <p:cNvPr id="2065" name="Freeform 24"/>
            <p:cNvSpPr/>
            <p:nvPr/>
          </p:nvSpPr>
          <p:spPr>
            <a:xfrm>
              <a:off x="5352" y="0"/>
              <a:ext cx="408" cy="414"/>
            </a:xfrm>
            <a:custGeom>
              <a:avLst/>
              <a:gdLst/>
              <a:ahLst/>
              <a:cxnLst>
                <a:cxn ang="0">
                  <a:pos x="515" y="414"/>
                </a:cxn>
                <a:cxn ang="0">
                  <a:pos x="515" y="396"/>
                </a:cxn>
                <a:cxn ang="0">
                  <a:pos x="330" y="192"/>
                </a:cxn>
                <a:cxn ang="0">
                  <a:pos x="12" y="0"/>
                </a:cxn>
                <a:cxn ang="0">
                  <a:pos x="0" y="0"/>
                </a:cxn>
                <a:cxn ang="0">
                  <a:pos x="108" y="102"/>
                </a:cxn>
                <a:cxn ang="0">
                  <a:pos x="324" y="204"/>
                </a:cxn>
                <a:cxn ang="0">
                  <a:pos x="515" y="414"/>
                </a:cxn>
                <a:cxn ang="0">
                  <a:pos x="515" y="414"/>
                </a:cxn>
              </a:cxnLst>
              <a:pathLst>
                <a:path w="407" h="414">
                  <a:moveTo>
                    <a:pt x="407" y="414"/>
                  </a:moveTo>
                  <a:lnTo>
                    <a:pt x="407" y="396"/>
                  </a:lnTo>
                  <a:lnTo>
                    <a:pt x="222" y="192"/>
                  </a:lnTo>
                  <a:lnTo>
                    <a:pt x="12" y="0"/>
                  </a:lnTo>
                  <a:lnTo>
                    <a:pt x="0" y="0"/>
                  </a:lnTo>
                  <a:lnTo>
                    <a:pt x="108" y="102"/>
                  </a:lnTo>
                  <a:lnTo>
                    <a:pt x="216" y="204"/>
                  </a:lnTo>
                  <a:lnTo>
                    <a:pt x="407" y="414"/>
                  </a:lnTo>
                  <a:close/>
                </a:path>
              </a:pathLst>
            </a:custGeom>
            <a:solidFill>
              <a:schemeClr val="bg1">
                <a:alpha val="100000"/>
              </a:schemeClr>
            </a:solidFill>
            <a:ln w="9525">
              <a:noFill/>
            </a:ln>
          </p:spPr>
          <p:txBody>
            <a:bodyPr/>
            <a:p>
              <a:endParaRPr lang="zh-CN" altLang="en-US"/>
            </a:p>
          </p:txBody>
        </p:sp>
        <p:sp>
          <p:nvSpPr>
            <p:cNvPr id="54" name="Freeform 25"/>
            <p:cNvSpPr/>
            <p:nvPr/>
          </p:nvSpPr>
          <p:spPr bwMode="hidden">
            <a:xfrm>
              <a:off x="6" y="0"/>
              <a:ext cx="858" cy="1409"/>
            </a:xfrm>
            <a:custGeom>
              <a:avLst/>
              <a:gdLst/>
              <a:ahLst/>
              <a:cxnLst>
                <a:cxn ang="0">
                  <a:pos x="0" y="1361"/>
                </a:cxn>
                <a:cxn ang="0">
                  <a:pos x="0" y="1409"/>
                </a:cxn>
                <a:cxn ang="0">
                  <a:pos x="54" y="1211"/>
                </a:cxn>
                <a:cxn ang="0">
                  <a:pos x="126" y="1013"/>
                </a:cxn>
                <a:cxn ang="0">
                  <a:pos x="215" y="827"/>
                </a:cxn>
                <a:cxn ang="0">
                  <a:pos x="311" y="647"/>
                </a:cxn>
                <a:cxn ang="0">
                  <a:pos x="431" y="474"/>
                </a:cxn>
                <a:cxn ang="0">
                  <a:pos x="556" y="312"/>
                </a:cxn>
                <a:cxn ang="0">
                  <a:pos x="700" y="150"/>
                </a:cxn>
                <a:cxn ang="0">
                  <a:pos x="855" y="0"/>
                </a:cxn>
                <a:cxn ang="0">
                  <a:pos x="837" y="0"/>
                </a:cxn>
                <a:cxn ang="0">
                  <a:pos x="688" y="144"/>
                </a:cxn>
                <a:cxn ang="0">
                  <a:pos x="550" y="300"/>
                </a:cxn>
                <a:cxn ang="0">
                  <a:pos x="425" y="462"/>
                </a:cxn>
                <a:cxn ang="0">
                  <a:pos x="311" y="629"/>
                </a:cxn>
                <a:cxn ang="0">
                  <a:pos x="215" y="803"/>
                </a:cxn>
                <a:cxn ang="0">
                  <a:pos x="132" y="983"/>
                </a:cxn>
                <a:cxn ang="0">
                  <a:pos x="60" y="1169"/>
                </a:cxn>
                <a:cxn ang="0">
                  <a:pos x="0" y="1361"/>
                </a:cxn>
                <a:cxn ang="0">
                  <a:pos x="0" y="1361"/>
                </a:cxn>
              </a:cxnLst>
              <a:rect l="0" t="0" r="r" b="b"/>
              <a:pathLst>
                <a:path w="855" h="1409">
                  <a:moveTo>
                    <a:pt x="0" y="1361"/>
                  </a:moveTo>
                  <a:lnTo>
                    <a:pt x="0" y="1409"/>
                  </a:lnTo>
                  <a:lnTo>
                    <a:pt x="54" y="1211"/>
                  </a:lnTo>
                  <a:lnTo>
                    <a:pt x="126" y="1013"/>
                  </a:lnTo>
                  <a:lnTo>
                    <a:pt x="215" y="827"/>
                  </a:lnTo>
                  <a:lnTo>
                    <a:pt x="311" y="647"/>
                  </a:lnTo>
                  <a:lnTo>
                    <a:pt x="431" y="474"/>
                  </a:lnTo>
                  <a:lnTo>
                    <a:pt x="556" y="312"/>
                  </a:lnTo>
                  <a:lnTo>
                    <a:pt x="700" y="150"/>
                  </a:lnTo>
                  <a:lnTo>
                    <a:pt x="855" y="0"/>
                  </a:lnTo>
                  <a:lnTo>
                    <a:pt x="837" y="0"/>
                  </a:lnTo>
                  <a:lnTo>
                    <a:pt x="688" y="144"/>
                  </a:lnTo>
                  <a:lnTo>
                    <a:pt x="550" y="300"/>
                  </a:lnTo>
                  <a:lnTo>
                    <a:pt x="425" y="462"/>
                  </a:lnTo>
                  <a:lnTo>
                    <a:pt x="311" y="629"/>
                  </a:lnTo>
                  <a:lnTo>
                    <a:pt x="215" y="803"/>
                  </a:lnTo>
                  <a:lnTo>
                    <a:pt x="132" y="983"/>
                  </a:lnTo>
                  <a:lnTo>
                    <a:pt x="60" y="1169"/>
                  </a:lnTo>
                  <a:lnTo>
                    <a:pt x="0" y="1361"/>
                  </a:lnTo>
                  <a:lnTo>
                    <a:pt x="0" y="1361"/>
                  </a:lnTo>
                  <a:close/>
                </a:path>
              </a:pathLst>
            </a:custGeom>
            <a:gradFill rotWithShape="0">
              <a:gsLst>
                <a:gs pos="0">
                  <a:schemeClr val="bg1"/>
                </a:gs>
                <a:gs pos="100000">
                  <a:schemeClr val="bg1">
                    <a:gamma/>
                    <a:shade val="94118"/>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067" name="Freeform 26"/>
            <p:cNvSpPr/>
            <p:nvPr/>
          </p:nvSpPr>
          <p:spPr>
            <a:xfrm>
              <a:off x="6" y="0"/>
              <a:ext cx="588" cy="599"/>
            </a:xfrm>
            <a:custGeom>
              <a:avLst/>
              <a:gdLst/>
              <a:ahLst/>
              <a:cxnLst>
                <a:cxn ang="0">
                  <a:pos x="836" y="0"/>
                </a:cxn>
                <a:cxn ang="0">
                  <a:pos x="809" y="0"/>
                </a:cxn>
                <a:cxn ang="0">
                  <a:pos x="590" y="132"/>
                </a:cxn>
                <a:cxn ang="0">
                  <a:pos x="365" y="270"/>
                </a:cxn>
                <a:cxn ang="0">
                  <a:pos x="120" y="420"/>
                </a:cxn>
                <a:cxn ang="0">
                  <a:pos x="0" y="575"/>
                </a:cxn>
                <a:cxn ang="0">
                  <a:pos x="0" y="599"/>
                </a:cxn>
                <a:cxn ang="0">
                  <a:pos x="120" y="432"/>
                </a:cxn>
                <a:cxn ang="0">
                  <a:pos x="365" y="282"/>
                </a:cxn>
                <a:cxn ang="0">
                  <a:pos x="602" y="138"/>
                </a:cxn>
                <a:cxn ang="0">
                  <a:pos x="836" y="0"/>
                </a:cxn>
                <a:cxn ang="0">
                  <a:pos x="836" y="0"/>
                </a:cxn>
              </a:cxnLst>
              <a:pathLst>
                <a:path w="586" h="599">
                  <a:moveTo>
                    <a:pt x="586" y="0"/>
                  </a:moveTo>
                  <a:lnTo>
                    <a:pt x="568" y="0"/>
                  </a:lnTo>
                  <a:lnTo>
                    <a:pt x="407" y="132"/>
                  </a:lnTo>
                  <a:lnTo>
                    <a:pt x="257" y="270"/>
                  </a:lnTo>
                  <a:lnTo>
                    <a:pt x="120" y="420"/>
                  </a:lnTo>
                  <a:lnTo>
                    <a:pt x="0" y="575"/>
                  </a:lnTo>
                  <a:lnTo>
                    <a:pt x="0" y="599"/>
                  </a:lnTo>
                  <a:lnTo>
                    <a:pt x="120" y="432"/>
                  </a:lnTo>
                  <a:lnTo>
                    <a:pt x="257" y="282"/>
                  </a:lnTo>
                  <a:lnTo>
                    <a:pt x="413" y="138"/>
                  </a:lnTo>
                  <a:lnTo>
                    <a:pt x="586" y="0"/>
                  </a:lnTo>
                  <a:close/>
                </a:path>
              </a:pathLst>
            </a:custGeom>
            <a:solidFill>
              <a:schemeClr val="bg1">
                <a:alpha val="100000"/>
              </a:schemeClr>
            </a:solidFill>
            <a:ln w="9525">
              <a:noFill/>
            </a:ln>
          </p:spPr>
          <p:txBody>
            <a:bodyPr/>
            <a:p>
              <a:endParaRPr lang="zh-CN" altLang="en-US"/>
            </a:p>
          </p:txBody>
        </p:sp>
        <p:sp>
          <p:nvSpPr>
            <p:cNvPr id="2068" name="Freeform 27"/>
            <p:cNvSpPr/>
            <p:nvPr/>
          </p:nvSpPr>
          <p:spPr>
            <a:xfrm>
              <a:off x="6" y="0"/>
              <a:ext cx="270" cy="252"/>
            </a:xfrm>
            <a:custGeom>
              <a:avLst/>
              <a:gdLst/>
              <a:ahLst/>
              <a:cxnLst>
                <a:cxn ang="0">
                  <a:pos x="377" y="0"/>
                </a:cxn>
                <a:cxn ang="0">
                  <a:pos x="359" y="0"/>
                </a:cxn>
                <a:cxn ang="0">
                  <a:pos x="120" y="114"/>
                </a:cxn>
                <a:cxn ang="0">
                  <a:pos x="60" y="174"/>
                </a:cxn>
                <a:cxn ang="0">
                  <a:pos x="0" y="234"/>
                </a:cxn>
                <a:cxn ang="0">
                  <a:pos x="0" y="252"/>
                </a:cxn>
                <a:cxn ang="0">
                  <a:pos x="126" y="120"/>
                </a:cxn>
                <a:cxn ang="0">
                  <a:pos x="377" y="0"/>
                </a:cxn>
                <a:cxn ang="0">
                  <a:pos x="377" y="0"/>
                </a:cxn>
              </a:cxnLst>
              <a:pathLst>
                <a:path w="269" h="252">
                  <a:moveTo>
                    <a:pt x="269" y="0"/>
                  </a:moveTo>
                  <a:lnTo>
                    <a:pt x="251" y="0"/>
                  </a:lnTo>
                  <a:lnTo>
                    <a:pt x="120" y="114"/>
                  </a:lnTo>
                  <a:lnTo>
                    <a:pt x="60" y="174"/>
                  </a:lnTo>
                  <a:lnTo>
                    <a:pt x="0" y="234"/>
                  </a:lnTo>
                  <a:lnTo>
                    <a:pt x="0" y="252"/>
                  </a:lnTo>
                  <a:lnTo>
                    <a:pt x="126" y="120"/>
                  </a:lnTo>
                  <a:lnTo>
                    <a:pt x="269" y="0"/>
                  </a:lnTo>
                  <a:close/>
                </a:path>
              </a:pathLst>
            </a:custGeom>
            <a:solidFill>
              <a:schemeClr val="bg1">
                <a:alpha val="100000"/>
              </a:schemeClr>
            </a:solidFill>
            <a:ln w="9525">
              <a:noFill/>
            </a:ln>
          </p:spPr>
          <p:txBody>
            <a:bodyPr/>
            <a:p>
              <a:endParaRPr lang="zh-CN" altLang="en-US"/>
            </a:p>
          </p:txBody>
        </p:sp>
        <p:sp>
          <p:nvSpPr>
            <p:cNvPr id="2069" name="Line 28"/>
            <p:cNvSpPr/>
            <p:nvPr/>
          </p:nvSpPr>
          <p:spPr>
            <a:xfrm>
              <a:off x="1" y="2749"/>
              <a:ext cx="5758" cy="0"/>
            </a:xfrm>
            <a:prstGeom prst="line">
              <a:avLst/>
            </a:prstGeom>
            <a:ln w="15875" cap="flat" cmpd="sng">
              <a:solidFill>
                <a:schemeClr val="bg1"/>
              </a:solidFill>
              <a:prstDash val="solid"/>
              <a:headEnd type="none" w="med" len="med"/>
              <a:tailEnd type="none" w="med" len="med"/>
            </a:ln>
          </p:spPr>
        </p:sp>
        <p:sp>
          <p:nvSpPr>
            <p:cNvPr id="2070" name="Line 29"/>
            <p:cNvSpPr/>
            <p:nvPr/>
          </p:nvSpPr>
          <p:spPr>
            <a:xfrm>
              <a:off x="1" y="2356"/>
              <a:ext cx="5758" cy="0"/>
            </a:xfrm>
            <a:prstGeom prst="line">
              <a:avLst/>
            </a:prstGeom>
            <a:ln w="15875" cap="flat" cmpd="sng">
              <a:solidFill>
                <a:schemeClr val="bg1"/>
              </a:solidFill>
              <a:prstDash val="solid"/>
              <a:headEnd type="none" w="med" len="med"/>
              <a:tailEnd type="none" w="med" len="med"/>
            </a:ln>
          </p:spPr>
        </p:sp>
        <p:sp>
          <p:nvSpPr>
            <p:cNvPr id="2071" name="Line 30"/>
            <p:cNvSpPr/>
            <p:nvPr/>
          </p:nvSpPr>
          <p:spPr>
            <a:xfrm>
              <a:off x="1" y="3142"/>
              <a:ext cx="5758" cy="0"/>
            </a:xfrm>
            <a:prstGeom prst="line">
              <a:avLst/>
            </a:prstGeom>
            <a:ln w="15875" cap="flat" cmpd="sng">
              <a:solidFill>
                <a:schemeClr val="bg2"/>
              </a:solidFill>
              <a:prstDash val="solid"/>
              <a:headEnd type="none" w="med" len="med"/>
              <a:tailEnd type="none" w="med" len="med"/>
            </a:ln>
          </p:spPr>
        </p:sp>
        <p:grpSp>
          <p:nvGrpSpPr>
            <p:cNvPr id="2072" name="Group 31"/>
            <p:cNvGrpSpPr/>
            <p:nvPr/>
          </p:nvGrpSpPr>
          <p:grpSpPr>
            <a:xfrm>
              <a:off x="1" y="392"/>
              <a:ext cx="5758" cy="1571"/>
              <a:chOff x="1" y="392"/>
              <a:chExt cx="5758" cy="1571"/>
            </a:xfrm>
          </p:grpSpPr>
          <p:sp>
            <p:nvSpPr>
              <p:cNvPr id="2075" name="Line 32"/>
              <p:cNvSpPr/>
              <p:nvPr userDrawn="1"/>
            </p:nvSpPr>
            <p:spPr>
              <a:xfrm>
                <a:off x="1" y="784"/>
                <a:ext cx="5758" cy="0"/>
              </a:xfrm>
              <a:prstGeom prst="line">
                <a:avLst/>
              </a:prstGeom>
              <a:ln w="15875" cap="flat" cmpd="sng">
                <a:solidFill>
                  <a:schemeClr val="bg1"/>
                </a:solidFill>
                <a:prstDash val="solid"/>
                <a:headEnd type="none" w="med" len="med"/>
                <a:tailEnd type="none" w="med" len="med"/>
              </a:ln>
            </p:spPr>
          </p:sp>
          <p:sp>
            <p:nvSpPr>
              <p:cNvPr id="2076" name="Line 33"/>
              <p:cNvSpPr/>
              <p:nvPr userDrawn="1"/>
            </p:nvSpPr>
            <p:spPr>
              <a:xfrm>
                <a:off x="1" y="1963"/>
                <a:ext cx="5758" cy="0"/>
              </a:xfrm>
              <a:prstGeom prst="line">
                <a:avLst/>
              </a:prstGeom>
              <a:ln w="15875" cap="flat" cmpd="sng">
                <a:solidFill>
                  <a:schemeClr val="bg1"/>
                </a:solidFill>
                <a:prstDash val="solid"/>
                <a:headEnd type="none" w="med" len="med"/>
                <a:tailEnd type="none" w="med" len="med"/>
              </a:ln>
            </p:spPr>
          </p:sp>
          <p:sp>
            <p:nvSpPr>
              <p:cNvPr id="2077" name="Line 34"/>
              <p:cNvSpPr/>
              <p:nvPr userDrawn="1"/>
            </p:nvSpPr>
            <p:spPr>
              <a:xfrm>
                <a:off x="1" y="1570"/>
                <a:ext cx="5758" cy="0"/>
              </a:xfrm>
              <a:prstGeom prst="line">
                <a:avLst/>
              </a:prstGeom>
              <a:ln w="15875" cap="flat" cmpd="sng">
                <a:solidFill>
                  <a:schemeClr val="bg1"/>
                </a:solidFill>
                <a:prstDash val="solid"/>
                <a:headEnd type="none" w="med" len="med"/>
                <a:tailEnd type="none" w="med" len="med"/>
              </a:ln>
            </p:spPr>
          </p:sp>
          <p:sp>
            <p:nvSpPr>
              <p:cNvPr id="2078" name="Line 35"/>
              <p:cNvSpPr/>
              <p:nvPr userDrawn="1"/>
            </p:nvSpPr>
            <p:spPr>
              <a:xfrm>
                <a:off x="1" y="1177"/>
                <a:ext cx="5758" cy="0"/>
              </a:xfrm>
              <a:prstGeom prst="line">
                <a:avLst/>
              </a:prstGeom>
              <a:ln w="15875" cap="flat" cmpd="sng">
                <a:solidFill>
                  <a:schemeClr val="bg1"/>
                </a:solidFill>
                <a:prstDash val="solid"/>
                <a:headEnd type="none" w="med" len="med"/>
                <a:tailEnd type="none" w="med" len="med"/>
              </a:ln>
            </p:spPr>
          </p:sp>
          <p:sp>
            <p:nvSpPr>
              <p:cNvPr id="2079" name="Line 36"/>
              <p:cNvSpPr/>
              <p:nvPr userDrawn="1"/>
            </p:nvSpPr>
            <p:spPr>
              <a:xfrm>
                <a:off x="1" y="392"/>
                <a:ext cx="5758" cy="0"/>
              </a:xfrm>
              <a:prstGeom prst="line">
                <a:avLst/>
              </a:prstGeom>
              <a:ln w="15875" cap="flat" cmpd="sng">
                <a:solidFill>
                  <a:schemeClr val="bg1"/>
                </a:solidFill>
                <a:prstDash val="solid"/>
                <a:headEnd type="none" w="med" len="med"/>
                <a:tailEnd type="none" w="med" len="med"/>
              </a:ln>
            </p:spPr>
          </p:sp>
        </p:grpSp>
        <p:sp>
          <p:nvSpPr>
            <p:cNvPr id="2073" name="Line 37"/>
            <p:cNvSpPr/>
            <p:nvPr/>
          </p:nvSpPr>
          <p:spPr>
            <a:xfrm>
              <a:off x="1" y="3928"/>
              <a:ext cx="5758" cy="0"/>
            </a:xfrm>
            <a:prstGeom prst="line">
              <a:avLst/>
            </a:prstGeom>
            <a:ln w="15875" cap="flat" cmpd="sng">
              <a:solidFill>
                <a:schemeClr val="bg2"/>
              </a:solidFill>
              <a:prstDash val="solid"/>
              <a:headEnd type="none" w="med" len="med"/>
              <a:tailEnd type="none" w="med" len="med"/>
            </a:ln>
          </p:spPr>
        </p:sp>
        <p:sp>
          <p:nvSpPr>
            <p:cNvPr id="2074" name="Line 38"/>
            <p:cNvSpPr/>
            <p:nvPr/>
          </p:nvSpPr>
          <p:spPr>
            <a:xfrm>
              <a:off x="1" y="3535"/>
              <a:ext cx="5758" cy="0"/>
            </a:xfrm>
            <a:prstGeom prst="line">
              <a:avLst/>
            </a:prstGeom>
            <a:ln w="15875" cap="flat" cmpd="sng">
              <a:solidFill>
                <a:schemeClr val="bg2"/>
              </a:solidFill>
              <a:prstDash val="solid"/>
              <a:headEnd type="none" w="med" len="med"/>
              <a:tailEnd type="none" w="med" len="med"/>
            </a:ln>
          </p:spPr>
        </p:sp>
      </p:grpSp>
      <p:sp>
        <p:nvSpPr>
          <p:cNvPr id="263207" name="Rectangle 39"/>
          <p:cNvSpPr>
            <a:spLocks noGrp="1" noChangeArrowheads="1"/>
          </p:cNvSpPr>
          <p:nvPr>
            <p:ph type="ctrTitle" sz="quarter"/>
          </p:nvPr>
        </p:nvSpPr>
        <p:spPr>
          <a:xfrm>
            <a:off x="685800" y="1692275"/>
            <a:ext cx="7772400" cy="1736725"/>
          </a:xfrm>
        </p:spPr>
        <p:txBody>
          <a:bodyPr anchor="b"/>
          <a:lstStyle>
            <a:lvl1pPr>
              <a:defRPr sz="5400"/>
            </a:lvl1pPr>
          </a:lstStyle>
          <a:p>
            <a:r>
              <a:rPr lang="zh-CN" altLang="en-US"/>
              <a:t>单击此处编辑母版标题样式</a:t>
            </a:r>
            <a:endParaRPr lang="zh-CN" altLang="en-US"/>
          </a:p>
        </p:txBody>
      </p:sp>
      <p:sp>
        <p:nvSpPr>
          <p:cNvPr id="263208" name="Rectangle 40"/>
          <p:cNvSpPr>
            <a:spLocks noGrp="1" noChangeArrowheads="1"/>
          </p:cNvSpPr>
          <p:nvPr>
            <p:ph type="subTitle" sz="quarter"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a:t>单击此处编辑母版副标题样式</a:t>
            </a:r>
            <a:endParaRPr lang="zh-CN" altLang="en-US"/>
          </a:p>
        </p:txBody>
      </p:sp>
      <p:sp>
        <p:nvSpPr>
          <p:cNvPr id="81" name="Rectangle 41"/>
          <p:cNvSpPr>
            <a:spLocks noGrp="1" noChangeArrowheads="1"/>
          </p:cNvSpPr>
          <p:nvPr>
            <p:ph type="dt" sz="quarter" idx="2"/>
          </p:nvPr>
        </p:nvSpPr>
        <p:spPr bwMode="auto">
          <a:xfrm>
            <a:off x="457200" y="6243638"/>
            <a:ext cx="2133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82" name="Rectangle 42"/>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83" name="Rectangle 43"/>
          <p:cNvSpPr>
            <a:spLocks noGrp="1" noChangeArrowheads="1"/>
          </p:cNvSpPr>
          <p:nvPr>
            <p:ph type="sldNum" sz="quarter" idx="4"/>
          </p:nvPr>
        </p:nvSpPr>
        <p:spPr bwMode="auto">
          <a:xfrm>
            <a:off x="6553200" y="6243638"/>
            <a:ext cx="2133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F15EC870-4C76-45CB-A476-F861477CD0E4}"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546C0AE-855B-4C0E-9953-C8B1EF1E94A4}"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546C0AE-855B-4C0E-9953-C8B1EF1E94A4}"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546C0AE-855B-4C0E-9953-C8B1EF1E94A4}"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546C0AE-855B-4C0E-9953-C8B1EF1E94A4}"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546C0AE-855B-4C0E-9953-C8B1EF1E94A4}"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546C0AE-855B-4C0E-9953-C8B1EF1E94A4}"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546C0AE-855B-4C0E-9953-C8B1EF1E94A4}"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546C0AE-855B-4C0E-9953-C8B1EF1E94A4}"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546C0AE-855B-4C0E-9953-C8B1EF1E94A4}"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546C0AE-855B-4C0E-9953-C8B1EF1E94A4}"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003366"/>
            </a:gs>
            <a:gs pos="100000">
              <a:srgbClr val="001D3B"/>
            </a:gs>
          </a:gsLst>
          <a:lin ang="5400000" scaled="1"/>
          <a:tileRect/>
        </a:gradFill>
        <a:effectLst/>
      </p:bgPr>
    </p:bg>
    <p:spTree>
      <p:nvGrpSpPr>
        <p:cNvPr id="1" name=""/>
        <p:cNvGrpSpPr/>
        <p:nvPr/>
      </p:nvGrpSpPr>
      <p:grpSpPr/>
      <p:grpSp>
        <p:nvGrpSpPr>
          <p:cNvPr id="1026" name="Group 2"/>
          <p:cNvGrpSpPr/>
          <p:nvPr/>
        </p:nvGrpSpPr>
        <p:grpSpPr>
          <a:xfrm>
            <a:off x="1588" y="0"/>
            <a:ext cx="9148762" cy="6851650"/>
            <a:chOff x="1" y="0"/>
            <a:chExt cx="5763" cy="4316"/>
          </a:xfrm>
        </p:grpSpPr>
        <p:sp>
          <p:nvSpPr>
            <p:cNvPr id="262147" name="Freeform 3"/>
            <p:cNvSpPr/>
            <p:nvPr/>
          </p:nvSpPr>
          <p:spPr bwMode="hidden">
            <a:xfrm>
              <a:off x="5045" y="2626"/>
              <a:ext cx="719" cy="1690"/>
            </a:xfrm>
            <a:custGeom>
              <a:avLst/>
              <a:gdLst/>
              <a:ahLst/>
              <a:cxnLst>
                <a:cxn ang="0">
                  <a:pos x="717" y="72"/>
                </a:cxn>
                <a:cxn ang="0">
                  <a:pos x="717" y="0"/>
                </a:cxn>
                <a:cxn ang="0">
                  <a:pos x="699" y="101"/>
                </a:cxn>
                <a:cxn ang="0">
                  <a:pos x="675" y="209"/>
                </a:cxn>
                <a:cxn ang="0">
                  <a:pos x="627" y="389"/>
                </a:cxn>
                <a:cxn ang="0">
                  <a:pos x="574" y="569"/>
                </a:cxn>
                <a:cxn ang="0">
                  <a:pos x="502" y="749"/>
                </a:cxn>
                <a:cxn ang="0">
                  <a:pos x="424" y="935"/>
                </a:cxn>
                <a:cxn ang="0">
                  <a:pos x="334" y="1121"/>
                </a:cxn>
                <a:cxn ang="0">
                  <a:pos x="233" y="1312"/>
                </a:cxn>
                <a:cxn ang="0">
                  <a:pos x="125" y="1498"/>
                </a:cxn>
                <a:cxn ang="0">
                  <a:pos x="0" y="1690"/>
                </a:cxn>
                <a:cxn ang="0">
                  <a:pos x="11" y="1690"/>
                </a:cxn>
                <a:cxn ang="0">
                  <a:pos x="137" y="1498"/>
                </a:cxn>
                <a:cxn ang="0">
                  <a:pos x="245" y="1312"/>
                </a:cxn>
                <a:cxn ang="0">
                  <a:pos x="346" y="1121"/>
                </a:cxn>
                <a:cxn ang="0">
                  <a:pos x="436" y="935"/>
                </a:cxn>
                <a:cxn ang="0">
                  <a:pos x="514" y="749"/>
                </a:cxn>
                <a:cxn ang="0">
                  <a:pos x="585" y="569"/>
                </a:cxn>
                <a:cxn ang="0">
                  <a:pos x="639" y="389"/>
                </a:cxn>
                <a:cxn ang="0">
                  <a:pos x="687" y="209"/>
                </a:cxn>
                <a:cxn ang="0">
                  <a:pos x="705" y="143"/>
                </a:cxn>
                <a:cxn ang="0">
                  <a:pos x="717" y="72"/>
                </a:cxn>
                <a:cxn ang="0">
                  <a:pos x="717" y="72"/>
                </a:cxn>
              </a:cxnLst>
              <a:rect l="0" t="0" r="r" b="b"/>
              <a:pathLst>
                <a:path w="717" h="1690">
                  <a:moveTo>
                    <a:pt x="717" y="72"/>
                  </a:moveTo>
                  <a:lnTo>
                    <a:pt x="717" y="0"/>
                  </a:lnTo>
                  <a:lnTo>
                    <a:pt x="699" y="101"/>
                  </a:lnTo>
                  <a:lnTo>
                    <a:pt x="675" y="209"/>
                  </a:lnTo>
                  <a:lnTo>
                    <a:pt x="627" y="389"/>
                  </a:lnTo>
                  <a:lnTo>
                    <a:pt x="574" y="569"/>
                  </a:lnTo>
                  <a:lnTo>
                    <a:pt x="502" y="749"/>
                  </a:lnTo>
                  <a:lnTo>
                    <a:pt x="424" y="935"/>
                  </a:lnTo>
                  <a:lnTo>
                    <a:pt x="334" y="1121"/>
                  </a:lnTo>
                  <a:lnTo>
                    <a:pt x="233" y="1312"/>
                  </a:lnTo>
                  <a:lnTo>
                    <a:pt x="125" y="1498"/>
                  </a:lnTo>
                  <a:lnTo>
                    <a:pt x="0" y="1690"/>
                  </a:lnTo>
                  <a:lnTo>
                    <a:pt x="11" y="1690"/>
                  </a:lnTo>
                  <a:lnTo>
                    <a:pt x="137" y="1498"/>
                  </a:lnTo>
                  <a:lnTo>
                    <a:pt x="245" y="1312"/>
                  </a:lnTo>
                  <a:lnTo>
                    <a:pt x="346" y="1121"/>
                  </a:lnTo>
                  <a:lnTo>
                    <a:pt x="436" y="935"/>
                  </a:lnTo>
                  <a:lnTo>
                    <a:pt x="514" y="749"/>
                  </a:lnTo>
                  <a:lnTo>
                    <a:pt x="585" y="569"/>
                  </a:lnTo>
                  <a:lnTo>
                    <a:pt x="639" y="389"/>
                  </a:lnTo>
                  <a:lnTo>
                    <a:pt x="687" y="209"/>
                  </a:lnTo>
                  <a:lnTo>
                    <a:pt x="705" y="143"/>
                  </a:lnTo>
                  <a:lnTo>
                    <a:pt x="717" y="72"/>
                  </a:lnTo>
                  <a:lnTo>
                    <a:pt x="717" y="72"/>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62148" name="Freeform 4"/>
            <p:cNvSpPr/>
            <p:nvPr/>
          </p:nvSpPr>
          <p:spPr bwMode="hidden">
            <a:xfrm>
              <a:off x="5386" y="3794"/>
              <a:ext cx="378" cy="522"/>
            </a:xfrm>
            <a:custGeom>
              <a:avLst/>
              <a:gdLst/>
              <a:ahLst/>
              <a:cxnLst>
                <a:cxn ang="0">
                  <a:pos x="377" y="0"/>
                </a:cxn>
                <a:cxn ang="0">
                  <a:pos x="293" y="132"/>
                </a:cxn>
                <a:cxn ang="0">
                  <a:pos x="204" y="264"/>
                </a:cxn>
                <a:cxn ang="0">
                  <a:pos x="102" y="396"/>
                </a:cxn>
                <a:cxn ang="0">
                  <a:pos x="0" y="522"/>
                </a:cxn>
                <a:cxn ang="0">
                  <a:pos x="12" y="522"/>
                </a:cxn>
                <a:cxn ang="0">
                  <a:pos x="114" y="402"/>
                </a:cxn>
                <a:cxn ang="0">
                  <a:pos x="204" y="282"/>
                </a:cxn>
                <a:cxn ang="0">
                  <a:pos x="377" y="24"/>
                </a:cxn>
                <a:cxn ang="0">
                  <a:pos x="377" y="0"/>
                </a:cxn>
                <a:cxn ang="0">
                  <a:pos x="377" y="0"/>
                </a:cxn>
              </a:cxnLst>
              <a:rect l="0" t="0" r="r" b="b"/>
              <a:pathLst>
                <a:path w="377" h="522">
                  <a:moveTo>
                    <a:pt x="377" y="0"/>
                  </a:moveTo>
                  <a:lnTo>
                    <a:pt x="293" y="132"/>
                  </a:lnTo>
                  <a:lnTo>
                    <a:pt x="204" y="264"/>
                  </a:lnTo>
                  <a:lnTo>
                    <a:pt x="102" y="396"/>
                  </a:lnTo>
                  <a:lnTo>
                    <a:pt x="0" y="522"/>
                  </a:lnTo>
                  <a:lnTo>
                    <a:pt x="12" y="522"/>
                  </a:lnTo>
                  <a:lnTo>
                    <a:pt x="114" y="402"/>
                  </a:lnTo>
                  <a:lnTo>
                    <a:pt x="204" y="282"/>
                  </a:lnTo>
                  <a:lnTo>
                    <a:pt x="377" y="24"/>
                  </a:lnTo>
                  <a:lnTo>
                    <a:pt x="377" y="0"/>
                  </a:lnTo>
                  <a:lnTo>
                    <a:pt x="377" y="0"/>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62149" name="Freeform 5"/>
            <p:cNvSpPr/>
            <p:nvPr/>
          </p:nvSpPr>
          <p:spPr bwMode="hidden">
            <a:xfrm>
              <a:off x="5680" y="4214"/>
              <a:ext cx="84" cy="102"/>
            </a:xfrm>
            <a:custGeom>
              <a:avLst/>
              <a:gdLst/>
              <a:ahLst/>
              <a:cxnLst>
                <a:cxn ang="0">
                  <a:pos x="0" y="102"/>
                </a:cxn>
                <a:cxn ang="0">
                  <a:pos x="18" y="102"/>
                </a:cxn>
                <a:cxn ang="0">
                  <a:pos x="48" y="60"/>
                </a:cxn>
                <a:cxn ang="0">
                  <a:pos x="84" y="24"/>
                </a:cxn>
                <a:cxn ang="0">
                  <a:pos x="84" y="0"/>
                </a:cxn>
                <a:cxn ang="0">
                  <a:pos x="42" y="54"/>
                </a:cxn>
                <a:cxn ang="0">
                  <a:pos x="0" y="102"/>
                </a:cxn>
                <a:cxn ang="0">
                  <a:pos x="0" y="102"/>
                </a:cxn>
              </a:cxnLst>
              <a:rect l="0" t="0" r="r" b="b"/>
              <a:pathLst>
                <a:path w="84" h="102">
                  <a:moveTo>
                    <a:pt x="0" y="102"/>
                  </a:moveTo>
                  <a:lnTo>
                    <a:pt x="18" y="102"/>
                  </a:lnTo>
                  <a:lnTo>
                    <a:pt x="48" y="60"/>
                  </a:lnTo>
                  <a:lnTo>
                    <a:pt x="84" y="24"/>
                  </a:lnTo>
                  <a:lnTo>
                    <a:pt x="84" y="0"/>
                  </a:lnTo>
                  <a:lnTo>
                    <a:pt x="42" y="54"/>
                  </a:lnTo>
                  <a:lnTo>
                    <a:pt x="0" y="102"/>
                  </a:lnTo>
                  <a:lnTo>
                    <a:pt x="0" y="102"/>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grpSp>
          <p:nvGrpSpPr>
            <p:cNvPr id="1035" name="Group 6"/>
            <p:cNvGrpSpPr/>
            <p:nvPr/>
          </p:nvGrpSpPr>
          <p:grpSpPr>
            <a:xfrm>
              <a:off x="288" y="0"/>
              <a:ext cx="5098" cy="4316"/>
              <a:chOff x="288" y="0"/>
              <a:chExt cx="5098" cy="4316"/>
            </a:xfrm>
          </p:grpSpPr>
          <p:sp>
            <p:nvSpPr>
              <p:cNvPr id="262151" name="Freeform 7"/>
              <p:cNvSpPr/>
              <p:nvPr/>
            </p:nvSpPr>
            <p:spPr bwMode="hidden">
              <a:xfrm>
                <a:off x="2789" y="0"/>
                <a:ext cx="72" cy="4316"/>
              </a:xfrm>
              <a:custGeom>
                <a:avLst/>
                <a:gdLst/>
                <a:ahLst/>
                <a:cxnLst>
                  <a:cxn ang="0">
                    <a:pos x="0" y="0"/>
                  </a:cxn>
                  <a:cxn ang="0">
                    <a:pos x="60" y="4316"/>
                  </a:cxn>
                  <a:cxn ang="0">
                    <a:pos x="72" y="4316"/>
                  </a:cxn>
                  <a:cxn ang="0">
                    <a:pos x="12" y="0"/>
                  </a:cxn>
                  <a:cxn ang="0">
                    <a:pos x="0" y="0"/>
                  </a:cxn>
                  <a:cxn ang="0">
                    <a:pos x="0" y="0"/>
                  </a:cxn>
                </a:cxnLst>
                <a:rect l="0" t="0" r="r" b="b"/>
                <a:pathLst>
                  <a:path w="72" h="4316">
                    <a:moveTo>
                      <a:pt x="0" y="0"/>
                    </a:moveTo>
                    <a:lnTo>
                      <a:pt x="60" y="4316"/>
                    </a:lnTo>
                    <a:lnTo>
                      <a:pt x="72" y="4316"/>
                    </a:lnTo>
                    <a:lnTo>
                      <a:pt x="12" y="0"/>
                    </a:lnTo>
                    <a:lnTo>
                      <a:pt x="0" y="0"/>
                    </a:lnTo>
                    <a:lnTo>
                      <a:pt x="0" y="0"/>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62152" name="Freeform 8"/>
              <p:cNvSpPr/>
              <p:nvPr/>
            </p:nvSpPr>
            <p:spPr bwMode="hidden">
              <a:xfrm>
                <a:off x="3089" y="0"/>
                <a:ext cx="174" cy="4316"/>
              </a:xfrm>
              <a:custGeom>
                <a:avLst/>
                <a:gdLst/>
                <a:ahLst/>
                <a:cxnLst>
                  <a:cxn ang="0">
                    <a:pos x="24" y="0"/>
                  </a:cxn>
                  <a:cxn ang="0">
                    <a:pos x="12" y="0"/>
                  </a:cxn>
                  <a:cxn ang="0">
                    <a:pos x="42" y="216"/>
                  </a:cxn>
                  <a:cxn ang="0">
                    <a:pos x="72" y="444"/>
                  </a:cxn>
                  <a:cxn ang="0">
                    <a:pos x="96" y="689"/>
                  </a:cxn>
                  <a:cxn ang="0">
                    <a:pos x="120" y="947"/>
                  </a:cxn>
                  <a:cxn ang="0">
                    <a:pos x="132" y="1211"/>
                  </a:cxn>
                  <a:cxn ang="0">
                    <a:pos x="150" y="1487"/>
                  </a:cxn>
                  <a:cxn ang="0">
                    <a:pos x="156" y="1768"/>
                  </a:cxn>
                  <a:cxn ang="0">
                    <a:pos x="162" y="2062"/>
                  </a:cxn>
                  <a:cxn ang="0">
                    <a:pos x="156" y="2644"/>
                  </a:cxn>
                  <a:cxn ang="0">
                    <a:pos x="126" y="3225"/>
                  </a:cxn>
                  <a:cxn ang="0">
                    <a:pos x="108" y="3507"/>
                  </a:cxn>
                  <a:cxn ang="0">
                    <a:pos x="78" y="3788"/>
                  </a:cxn>
                  <a:cxn ang="0">
                    <a:pos x="42" y="4058"/>
                  </a:cxn>
                  <a:cxn ang="0">
                    <a:pos x="0" y="4316"/>
                  </a:cxn>
                  <a:cxn ang="0">
                    <a:pos x="12" y="4316"/>
                  </a:cxn>
                  <a:cxn ang="0">
                    <a:pos x="54" y="4058"/>
                  </a:cxn>
                  <a:cxn ang="0">
                    <a:pos x="90" y="3782"/>
                  </a:cxn>
                  <a:cxn ang="0">
                    <a:pos x="120" y="3507"/>
                  </a:cxn>
                  <a:cxn ang="0">
                    <a:pos x="138" y="3219"/>
                  </a:cxn>
                  <a:cxn ang="0">
                    <a:pos x="168" y="2638"/>
                  </a:cxn>
                  <a:cxn ang="0">
                    <a:pos x="174" y="2056"/>
                  </a:cxn>
                  <a:cxn ang="0">
                    <a:pos x="168" y="1768"/>
                  </a:cxn>
                  <a:cxn ang="0">
                    <a:pos x="162" y="1487"/>
                  </a:cxn>
                  <a:cxn ang="0">
                    <a:pos x="144" y="1211"/>
                  </a:cxn>
                  <a:cxn ang="0">
                    <a:pos x="132" y="941"/>
                  </a:cxn>
                  <a:cxn ang="0">
                    <a:pos x="108" y="689"/>
                  </a:cxn>
                  <a:cxn ang="0">
                    <a:pos x="84" y="444"/>
                  </a:cxn>
                  <a:cxn ang="0">
                    <a:pos x="54" y="216"/>
                  </a:cxn>
                  <a:cxn ang="0">
                    <a:pos x="24" y="0"/>
                  </a:cxn>
                  <a:cxn ang="0">
                    <a:pos x="24" y="0"/>
                  </a:cxn>
                </a:cxnLst>
                <a:rect l="0" t="0" r="r" b="b"/>
                <a:pathLst>
                  <a:path w="174" h="4316">
                    <a:moveTo>
                      <a:pt x="24" y="0"/>
                    </a:moveTo>
                    <a:lnTo>
                      <a:pt x="12" y="0"/>
                    </a:lnTo>
                    <a:lnTo>
                      <a:pt x="42" y="216"/>
                    </a:lnTo>
                    <a:lnTo>
                      <a:pt x="72" y="444"/>
                    </a:lnTo>
                    <a:lnTo>
                      <a:pt x="96" y="689"/>
                    </a:lnTo>
                    <a:lnTo>
                      <a:pt x="120" y="947"/>
                    </a:lnTo>
                    <a:lnTo>
                      <a:pt x="132" y="1211"/>
                    </a:lnTo>
                    <a:lnTo>
                      <a:pt x="150" y="1487"/>
                    </a:lnTo>
                    <a:lnTo>
                      <a:pt x="156" y="1768"/>
                    </a:lnTo>
                    <a:lnTo>
                      <a:pt x="162" y="2062"/>
                    </a:lnTo>
                    <a:lnTo>
                      <a:pt x="156" y="2644"/>
                    </a:lnTo>
                    <a:lnTo>
                      <a:pt x="126" y="3225"/>
                    </a:lnTo>
                    <a:lnTo>
                      <a:pt x="108" y="3507"/>
                    </a:lnTo>
                    <a:lnTo>
                      <a:pt x="78" y="3788"/>
                    </a:lnTo>
                    <a:lnTo>
                      <a:pt x="42" y="4058"/>
                    </a:lnTo>
                    <a:lnTo>
                      <a:pt x="0" y="4316"/>
                    </a:lnTo>
                    <a:lnTo>
                      <a:pt x="12" y="4316"/>
                    </a:lnTo>
                    <a:lnTo>
                      <a:pt x="54" y="4058"/>
                    </a:lnTo>
                    <a:lnTo>
                      <a:pt x="90" y="3782"/>
                    </a:lnTo>
                    <a:lnTo>
                      <a:pt x="120" y="3507"/>
                    </a:lnTo>
                    <a:lnTo>
                      <a:pt x="138" y="3219"/>
                    </a:lnTo>
                    <a:lnTo>
                      <a:pt x="168" y="2638"/>
                    </a:lnTo>
                    <a:lnTo>
                      <a:pt x="174" y="2056"/>
                    </a:lnTo>
                    <a:lnTo>
                      <a:pt x="168" y="1768"/>
                    </a:lnTo>
                    <a:lnTo>
                      <a:pt x="162" y="1487"/>
                    </a:lnTo>
                    <a:lnTo>
                      <a:pt x="144" y="1211"/>
                    </a:lnTo>
                    <a:lnTo>
                      <a:pt x="132" y="941"/>
                    </a:lnTo>
                    <a:lnTo>
                      <a:pt x="108" y="689"/>
                    </a:lnTo>
                    <a:lnTo>
                      <a:pt x="84" y="444"/>
                    </a:lnTo>
                    <a:lnTo>
                      <a:pt x="54" y="216"/>
                    </a:lnTo>
                    <a:lnTo>
                      <a:pt x="24" y="0"/>
                    </a:lnTo>
                    <a:lnTo>
                      <a:pt x="24" y="0"/>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62153" name="Freeform 9"/>
              <p:cNvSpPr/>
              <p:nvPr/>
            </p:nvSpPr>
            <p:spPr bwMode="hidden">
              <a:xfrm>
                <a:off x="3358" y="0"/>
                <a:ext cx="337" cy="4316"/>
              </a:xfrm>
              <a:custGeom>
                <a:avLst/>
                <a:gdLst/>
                <a:ahLst/>
                <a:cxnLst>
                  <a:cxn ang="0">
                    <a:pos x="329" y="2014"/>
                  </a:cxn>
                  <a:cxn ang="0">
                    <a:pos x="317" y="1726"/>
                  </a:cxn>
                  <a:cxn ang="0">
                    <a:pos x="293" y="1445"/>
                  </a:cxn>
                  <a:cxn ang="0">
                    <a:pos x="263" y="1175"/>
                  </a:cxn>
                  <a:cxn ang="0">
                    <a:pos x="228" y="917"/>
                  </a:cxn>
                  <a:cxn ang="0">
                    <a:pos x="186" y="665"/>
                  </a:cxn>
                  <a:cxn ang="0">
                    <a:pos x="132" y="432"/>
                  </a:cxn>
                  <a:cxn ang="0">
                    <a:pos x="78" y="204"/>
                  </a:cxn>
                  <a:cxn ang="0">
                    <a:pos x="12" y="0"/>
                  </a:cxn>
                  <a:cxn ang="0">
                    <a:pos x="0" y="0"/>
                  </a:cxn>
                  <a:cxn ang="0">
                    <a:pos x="66" y="204"/>
                  </a:cxn>
                  <a:cxn ang="0">
                    <a:pos x="120" y="432"/>
                  </a:cxn>
                  <a:cxn ang="0">
                    <a:pos x="174" y="665"/>
                  </a:cxn>
                  <a:cxn ang="0">
                    <a:pos x="216" y="917"/>
                  </a:cxn>
                  <a:cxn ang="0">
                    <a:pos x="251" y="1175"/>
                  </a:cxn>
                  <a:cxn ang="0">
                    <a:pos x="281" y="1445"/>
                  </a:cxn>
                  <a:cxn ang="0">
                    <a:pos x="305" y="1726"/>
                  </a:cxn>
                  <a:cxn ang="0">
                    <a:pos x="317" y="2014"/>
                  </a:cxn>
                  <a:cxn ang="0">
                    <a:pos x="323" y="2314"/>
                  </a:cxn>
                  <a:cxn ang="0">
                    <a:pos x="317" y="2608"/>
                  </a:cxn>
                  <a:cxn ang="0">
                    <a:pos x="305" y="2907"/>
                  </a:cxn>
                  <a:cxn ang="0">
                    <a:pos x="281" y="3201"/>
                  </a:cxn>
                  <a:cxn ang="0">
                    <a:pos x="257" y="3489"/>
                  </a:cxn>
                  <a:cxn ang="0">
                    <a:pos x="216" y="3777"/>
                  </a:cxn>
                  <a:cxn ang="0">
                    <a:pos x="174" y="4052"/>
                  </a:cxn>
                  <a:cxn ang="0">
                    <a:pos x="120" y="4316"/>
                  </a:cxn>
                  <a:cxn ang="0">
                    <a:pos x="132" y="4316"/>
                  </a:cxn>
                  <a:cxn ang="0">
                    <a:pos x="186" y="4052"/>
                  </a:cxn>
                  <a:cxn ang="0">
                    <a:pos x="228" y="3777"/>
                  </a:cxn>
                  <a:cxn ang="0">
                    <a:pos x="269" y="3489"/>
                  </a:cxn>
                  <a:cxn ang="0">
                    <a:pos x="293" y="3201"/>
                  </a:cxn>
                  <a:cxn ang="0">
                    <a:pos x="317" y="2907"/>
                  </a:cxn>
                  <a:cxn ang="0">
                    <a:pos x="329" y="2608"/>
                  </a:cxn>
                  <a:cxn ang="0">
                    <a:pos x="335" y="2314"/>
                  </a:cxn>
                  <a:cxn ang="0">
                    <a:pos x="329" y="2014"/>
                  </a:cxn>
                  <a:cxn ang="0">
                    <a:pos x="329" y="2014"/>
                  </a:cxn>
                </a:cxnLst>
                <a:rect l="0" t="0" r="r" b="b"/>
                <a:pathLst>
                  <a:path w="335" h="4316">
                    <a:moveTo>
                      <a:pt x="329" y="2014"/>
                    </a:moveTo>
                    <a:lnTo>
                      <a:pt x="317" y="1726"/>
                    </a:lnTo>
                    <a:lnTo>
                      <a:pt x="293" y="1445"/>
                    </a:lnTo>
                    <a:lnTo>
                      <a:pt x="263" y="1175"/>
                    </a:lnTo>
                    <a:lnTo>
                      <a:pt x="228" y="917"/>
                    </a:lnTo>
                    <a:lnTo>
                      <a:pt x="186" y="665"/>
                    </a:lnTo>
                    <a:lnTo>
                      <a:pt x="132" y="432"/>
                    </a:lnTo>
                    <a:lnTo>
                      <a:pt x="78" y="204"/>
                    </a:lnTo>
                    <a:lnTo>
                      <a:pt x="12" y="0"/>
                    </a:lnTo>
                    <a:lnTo>
                      <a:pt x="0" y="0"/>
                    </a:lnTo>
                    <a:lnTo>
                      <a:pt x="66" y="204"/>
                    </a:lnTo>
                    <a:lnTo>
                      <a:pt x="120" y="432"/>
                    </a:lnTo>
                    <a:lnTo>
                      <a:pt x="174" y="665"/>
                    </a:lnTo>
                    <a:lnTo>
                      <a:pt x="216" y="917"/>
                    </a:lnTo>
                    <a:lnTo>
                      <a:pt x="251" y="1175"/>
                    </a:lnTo>
                    <a:lnTo>
                      <a:pt x="281" y="1445"/>
                    </a:lnTo>
                    <a:lnTo>
                      <a:pt x="305" y="1726"/>
                    </a:lnTo>
                    <a:lnTo>
                      <a:pt x="317" y="2014"/>
                    </a:lnTo>
                    <a:lnTo>
                      <a:pt x="323" y="2314"/>
                    </a:lnTo>
                    <a:lnTo>
                      <a:pt x="317" y="2608"/>
                    </a:lnTo>
                    <a:lnTo>
                      <a:pt x="305" y="2907"/>
                    </a:lnTo>
                    <a:lnTo>
                      <a:pt x="281" y="3201"/>
                    </a:lnTo>
                    <a:lnTo>
                      <a:pt x="257" y="3489"/>
                    </a:lnTo>
                    <a:lnTo>
                      <a:pt x="216" y="3777"/>
                    </a:lnTo>
                    <a:lnTo>
                      <a:pt x="174" y="4052"/>
                    </a:lnTo>
                    <a:lnTo>
                      <a:pt x="120" y="4316"/>
                    </a:lnTo>
                    <a:lnTo>
                      <a:pt x="132" y="4316"/>
                    </a:lnTo>
                    <a:lnTo>
                      <a:pt x="186" y="4052"/>
                    </a:lnTo>
                    <a:lnTo>
                      <a:pt x="228" y="3777"/>
                    </a:lnTo>
                    <a:lnTo>
                      <a:pt x="269" y="3489"/>
                    </a:lnTo>
                    <a:lnTo>
                      <a:pt x="293" y="3201"/>
                    </a:lnTo>
                    <a:lnTo>
                      <a:pt x="317" y="2907"/>
                    </a:lnTo>
                    <a:lnTo>
                      <a:pt x="329" y="2608"/>
                    </a:lnTo>
                    <a:lnTo>
                      <a:pt x="335" y="2314"/>
                    </a:lnTo>
                    <a:lnTo>
                      <a:pt x="329" y="2014"/>
                    </a:lnTo>
                    <a:lnTo>
                      <a:pt x="329" y="2014"/>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62154" name="Freeform 10"/>
              <p:cNvSpPr/>
              <p:nvPr/>
            </p:nvSpPr>
            <p:spPr bwMode="hidden">
              <a:xfrm>
                <a:off x="3676" y="0"/>
                <a:ext cx="427" cy="4316"/>
              </a:xfrm>
              <a:custGeom>
                <a:avLst/>
                <a:gdLst/>
                <a:ahLst/>
                <a:cxnLst>
                  <a:cxn ang="0">
                    <a:pos x="413" y="1924"/>
                  </a:cxn>
                  <a:cxn ang="0">
                    <a:pos x="395" y="1690"/>
                  </a:cxn>
                  <a:cxn ang="0">
                    <a:pos x="365" y="1457"/>
                  </a:cxn>
                  <a:cxn ang="0">
                    <a:pos x="329" y="1229"/>
                  </a:cxn>
                  <a:cxn ang="0">
                    <a:pos x="281" y="1001"/>
                  </a:cxn>
                  <a:cxn ang="0">
                    <a:pos x="227" y="761"/>
                  </a:cxn>
                  <a:cxn ang="0">
                    <a:pos x="162" y="522"/>
                  </a:cxn>
                  <a:cxn ang="0">
                    <a:pos x="90" y="270"/>
                  </a:cxn>
                  <a:cxn ang="0">
                    <a:pos x="12" y="0"/>
                  </a:cxn>
                  <a:cxn ang="0">
                    <a:pos x="0" y="0"/>
                  </a:cxn>
                  <a:cxn ang="0">
                    <a:pos x="84" y="270"/>
                  </a:cxn>
                  <a:cxn ang="0">
                    <a:pos x="156" y="522"/>
                  </a:cxn>
                  <a:cxn ang="0">
                    <a:pos x="216" y="767"/>
                  </a:cxn>
                  <a:cxn ang="0">
                    <a:pos x="275" y="1001"/>
                  </a:cxn>
                  <a:cxn ang="0">
                    <a:pos x="317" y="1235"/>
                  </a:cxn>
                  <a:cxn ang="0">
                    <a:pos x="353" y="1463"/>
                  </a:cxn>
                  <a:cxn ang="0">
                    <a:pos x="383" y="1690"/>
                  </a:cxn>
                  <a:cxn ang="0">
                    <a:pos x="401" y="1924"/>
                  </a:cxn>
                  <a:cxn ang="0">
                    <a:pos x="413" y="2188"/>
                  </a:cxn>
                  <a:cxn ang="0">
                    <a:pos x="407" y="2458"/>
                  </a:cxn>
                  <a:cxn ang="0">
                    <a:pos x="395" y="2733"/>
                  </a:cxn>
                  <a:cxn ang="0">
                    <a:pos x="365" y="3021"/>
                  </a:cxn>
                  <a:cxn ang="0">
                    <a:pos x="329" y="3321"/>
                  </a:cxn>
                  <a:cxn ang="0">
                    <a:pos x="275" y="3639"/>
                  </a:cxn>
                  <a:cxn ang="0">
                    <a:pos x="204" y="3968"/>
                  </a:cxn>
                  <a:cxn ang="0">
                    <a:pos x="126" y="4316"/>
                  </a:cxn>
                  <a:cxn ang="0">
                    <a:pos x="138" y="4316"/>
                  </a:cxn>
                  <a:cxn ang="0">
                    <a:pos x="216" y="3968"/>
                  </a:cxn>
                  <a:cxn ang="0">
                    <a:pos x="287" y="3639"/>
                  </a:cxn>
                  <a:cxn ang="0">
                    <a:pos x="341" y="3321"/>
                  </a:cxn>
                  <a:cxn ang="0">
                    <a:pos x="377" y="3021"/>
                  </a:cxn>
                  <a:cxn ang="0">
                    <a:pos x="407" y="2733"/>
                  </a:cxn>
                  <a:cxn ang="0">
                    <a:pos x="419" y="2458"/>
                  </a:cxn>
                  <a:cxn ang="0">
                    <a:pos x="425" y="2188"/>
                  </a:cxn>
                  <a:cxn ang="0">
                    <a:pos x="413" y="1924"/>
                  </a:cxn>
                  <a:cxn ang="0">
                    <a:pos x="413" y="1924"/>
                  </a:cxn>
                </a:cxnLst>
                <a:rect l="0" t="0" r="r" b="b"/>
                <a:pathLst>
                  <a:path w="425" h="4316">
                    <a:moveTo>
                      <a:pt x="413" y="1924"/>
                    </a:moveTo>
                    <a:lnTo>
                      <a:pt x="395" y="1690"/>
                    </a:lnTo>
                    <a:lnTo>
                      <a:pt x="365" y="1457"/>
                    </a:lnTo>
                    <a:lnTo>
                      <a:pt x="329" y="1229"/>
                    </a:lnTo>
                    <a:lnTo>
                      <a:pt x="281" y="1001"/>
                    </a:lnTo>
                    <a:lnTo>
                      <a:pt x="227" y="761"/>
                    </a:lnTo>
                    <a:lnTo>
                      <a:pt x="162" y="522"/>
                    </a:lnTo>
                    <a:lnTo>
                      <a:pt x="90" y="270"/>
                    </a:lnTo>
                    <a:lnTo>
                      <a:pt x="12" y="0"/>
                    </a:lnTo>
                    <a:lnTo>
                      <a:pt x="0" y="0"/>
                    </a:lnTo>
                    <a:lnTo>
                      <a:pt x="84" y="270"/>
                    </a:lnTo>
                    <a:lnTo>
                      <a:pt x="156" y="522"/>
                    </a:lnTo>
                    <a:lnTo>
                      <a:pt x="216" y="767"/>
                    </a:lnTo>
                    <a:lnTo>
                      <a:pt x="275" y="1001"/>
                    </a:lnTo>
                    <a:lnTo>
                      <a:pt x="317" y="1235"/>
                    </a:lnTo>
                    <a:lnTo>
                      <a:pt x="353" y="1463"/>
                    </a:lnTo>
                    <a:lnTo>
                      <a:pt x="383" y="1690"/>
                    </a:lnTo>
                    <a:lnTo>
                      <a:pt x="401" y="1924"/>
                    </a:lnTo>
                    <a:lnTo>
                      <a:pt x="413" y="2188"/>
                    </a:lnTo>
                    <a:lnTo>
                      <a:pt x="407" y="2458"/>
                    </a:lnTo>
                    <a:lnTo>
                      <a:pt x="395" y="2733"/>
                    </a:lnTo>
                    <a:lnTo>
                      <a:pt x="365" y="3021"/>
                    </a:lnTo>
                    <a:lnTo>
                      <a:pt x="329" y="3321"/>
                    </a:lnTo>
                    <a:lnTo>
                      <a:pt x="275" y="3639"/>
                    </a:lnTo>
                    <a:lnTo>
                      <a:pt x="204" y="3968"/>
                    </a:lnTo>
                    <a:lnTo>
                      <a:pt x="126" y="4316"/>
                    </a:lnTo>
                    <a:lnTo>
                      <a:pt x="138" y="4316"/>
                    </a:lnTo>
                    <a:lnTo>
                      <a:pt x="216" y="3968"/>
                    </a:lnTo>
                    <a:lnTo>
                      <a:pt x="287" y="3639"/>
                    </a:lnTo>
                    <a:lnTo>
                      <a:pt x="341" y="3321"/>
                    </a:lnTo>
                    <a:lnTo>
                      <a:pt x="377" y="3021"/>
                    </a:lnTo>
                    <a:lnTo>
                      <a:pt x="407" y="2733"/>
                    </a:lnTo>
                    <a:lnTo>
                      <a:pt x="419" y="2458"/>
                    </a:lnTo>
                    <a:lnTo>
                      <a:pt x="425" y="2188"/>
                    </a:lnTo>
                    <a:lnTo>
                      <a:pt x="413" y="1924"/>
                    </a:lnTo>
                    <a:lnTo>
                      <a:pt x="413" y="1924"/>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62155" name="Freeform 11"/>
              <p:cNvSpPr/>
              <p:nvPr/>
            </p:nvSpPr>
            <p:spPr bwMode="hidden">
              <a:xfrm>
                <a:off x="3946" y="0"/>
                <a:ext cx="558" cy="4316"/>
              </a:xfrm>
              <a:custGeom>
                <a:avLst/>
                <a:gdLst/>
                <a:ahLst/>
                <a:cxnLst>
                  <a:cxn ang="0">
                    <a:pos x="556" y="2020"/>
                  </a:cxn>
                  <a:cxn ang="0">
                    <a:pos x="538" y="1732"/>
                  </a:cxn>
                  <a:cxn ang="0">
                    <a:pos x="503" y="1445"/>
                  </a:cxn>
                  <a:cxn ang="0">
                    <a:pos x="455" y="1175"/>
                  </a:cxn>
                  <a:cxn ang="0">
                    <a:pos x="395" y="911"/>
                  </a:cxn>
                  <a:cxn ang="0">
                    <a:pos x="317" y="659"/>
                  </a:cxn>
                  <a:cxn ang="0">
                    <a:pos x="228" y="426"/>
                  </a:cxn>
                  <a:cxn ang="0">
                    <a:pos x="126" y="204"/>
                  </a:cxn>
                  <a:cxn ang="0">
                    <a:pos x="12" y="0"/>
                  </a:cxn>
                  <a:cxn ang="0">
                    <a:pos x="0" y="0"/>
                  </a:cxn>
                  <a:cxn ang="0">
                    <a:pos x="114" y="204"/>
                  </a:cxn>
                  <a:cxn ang="0">
                    <a:pos x="216" y="426"/>
                  </a:cxn>
                  <a:cxn ang="0">
                    <a:pos x="305" y="659"/>
                  </a:cxn>
                  <a:cxn ang="0">
                    <a:pos x="383" y="911"/>
                  </a:cxn>
                  <a:cxn ang="0">
                    <a:pos x="443" y="1175"/>
                  </a:cxn>
                  <a:cxn ang="0">
                    <a:pos x="491" y="1445"/>
                  </a:cxn>
                  <a:cxn ang="0">
                    <a:pos x="526" y="1732"/>
                  </a:cxn>
                  <a:cxn ang="0">
                    <a:pos x="544" y="2020"/>
                  </a:cxn>
                  <a:cxn ang="0">
                    <a:pos x="544" y="2326"/>
                  </a:cxn>
                  <a:cxn ang="0">
                    <a:pos x="532" y="2632"/>
                  </a:cxn>
                  <a:cxn ang="0">
                    <a:pos x="503" y="2931"/>
                  </a:cxn>
                  <a:cxn ang="0">
                    <a:pos x="455" y="3225"/>
                  </a:cxn>
                  <a:cxn ang="0">
                    <a:pos x="389" y="3513"/>
                  </a:cxn>
                  <a:cxn ang="0">
                    <a:pos x="311" y="3788"/>
                  </a:cxn>
                  <a:cxn ang="0">
                    <a:pos x="216" y="4058"/>
                  </a:cxn>
                  <a:cxn ang="0">
                    <a:pos x="102" y="4316"/>
                  </a:cxn>
                  <a:cxn ang="0">
                    <a:pos x="114" y="4316"/>
                  </a:cxn>
                  <a:cxn ang="0">
                    <a:pos x="228" y="4058"/>
                  </a:cxn>
                  <a:cxn ang="0">
                    <a:pos x="323" y="3788"/>
                  </a:cxn>
                  <a:cxn ang="0">
                    <a:pos x="401" y="3513"/>
                  </a:cxn>
                  <a:cxn ang="0">
                    <a:pos x="467" y="3225"/>
                  </a:cxn>
                  <a:cxn ang="0">
                    <a:pos x="515" y="2931"/>
                  </a:cxn>
                  <a:cxn ang="0">
                    <a:pos x="544" y="2632"/>
                  </a:cxn>
                  <a:cxn ang="0">
                    <a:pos x="556" y="2326"/>
                  </a:cxn>
                  <a:cxn ang="0">
                    <a:pos x="556" y="2020"/>
                  </a:cxn>
                  <a:cxn ang="0">
                    <a:pos x="556" y="2020"/>
                  </a:cxn>
                </a:cxnLst>
                <a:rect l="0" t="0" r="r" b="b"/>
                <a:pathLst>
                  <a:path w="556" h="4316">
                    <a:moveTo>
                      <a:pt x="556" y="2020"/>
                    </a:moveTo>
                    <a:lnTo>
                      <a:pt x="538" y="1732"/>
                    </a:lnTo>
                    <a:lnTo>
                      <a:pt x="503" y="1445"/>
                    </a:lnTo>
                    <a:lnTo>
                      <a:pt x="455" y="1175"/>
                    </a:lnTo>
                    <a:lnTo>
                      <a:pt x="395" y="911"/>
                    </a:lnTo>
                    <a:lnTo>
                      <a:pt x="317" y="659"/>
                    </a:lnTo>
                    <a:lnTo>
                      <a:pt x="228" y="426"/>
                    </a:lnTo>
                    <a:lnTo>
                      <a:pt x="126" y="204"/>
                    </a:lnTo>
                    <a:lnTo>
                      <a:pt x="12" y="0"/>
                    </a:lnTo>
                    <a:lnTo>
                      <a:pt x="0" y="0"/>
                    </a:lnTo>
                    <a:lnTo>
                      <a:pt x="114" y="204"/>
                    </a:lnTo>
                    <a:lnTo>
                      <a:pt x="216" y="426"/>
                    </a:lnTo>
                    <a:lnTo>
                      <a:pt x="305" y="659"/>
                    </a:lnTo>
                    <a:lnTo>
                      <a:pt x="383" y="911"/>
                    </a:lnTo>
                    <a:lnTo>
                      <a:pt x="443" y="1175"/>
                    </a:lnTo>
                    <a:lnTo>
                      <a:pt x="491" y="1445"/>
                    </a:lnTo>
                    <a:lnTo>
                      <a:pt x="526" y="1732"/>
                    </a:lnTo>
                    <a:lnTo>
                      <a:pt x="544" y="2020"/>
                    </a:lnTo>
                    <a:lnTo>
                      <a:pt x="544" y="2326"/>
                    </a:lnTo>
                    <a:lnTo>
                      <a:pt x="532" y="2632"/>
                    </a:lnTo>
                    <a:lnTo>
                      <a:pt x="503" y="2931"/>
                    </a:lnTo>
                    <a:lnTo>
                      <a:pt x="455" y="3225"/>
                    </a:lnTo>
                    <a:lnTo>
                      <a:pt x="389" y="3513"/>
                    </a:lnTo>
                    <a:lnTo>
                      <a:pt x="311" y="3788"/>
                    </a:lnTo>
                    <a:lnTo>
                      <a:pt x="216" y="4058"/>
                    </a:lnTo>
                    <a:lnTo>
                      <a:pt x="102" y="4316"/>
                    </a:lnTo>
                    <a:lnTo>
                      <a:pt x="114" y="4316"/>
                    </a:lnTo>
                    <a:lnTo>
                      <a:pt x="228" y="4058"/>
                    </a:lnTo>
                    <a:lnTo>
                      <a:pt x="323" y="3788"/>
                    </a:lnTo>
                    <a:lnTo>
                      <a:pt x="401" y="3513"/>
                    </a:lnTo>
                    <a:lnTo>
                      <a:pt x="467" y="3225"/>
                    </a:lnTo>
                    <a:lnTo>
                      <a:pt x="515" y="2931"/>
                    </a:lnTo>
                    <a:lnTo>
                      <a:pt x="544" y="2632"/>
                    </a:lnTo>
                    <a:lnTo>
                      <a:pt x="556" y="2326"/>
                    </a:lnTo>
                    <a:lnTo>
                      <a:pt x="556" y="2020"/>
                    </a:lnTo>
                    <a:lnTo>
                      <a:pt x="556" y="2020"/>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62156" name="Freeform 12"/>
              <p:cNvSpPr/>
              <p:nvPr/>
            </p:nvSpPr>
            <p:spPr bwMode="hidden">
              <a:xfrm>
                <a:off x="4246" y="0"/>
                <a:ext cx="690" cy="4316"/>
              </a:xfrm>
              <a:custGeom>
                <a:avLst/>
                <a:gdLst/>
                <a:ahLst/>
                <a:cxnLst>
                  <a:cxn ang="0">
                    <a:pos x="688" y="2086"/>
                  </a:cxn>
                  <a:cxn ang="0">
                    <a:pos x="670" y="1810"/>
                  </a:cxn>
                  <a:cxn ang="0">
                    <a:pos x="634" y="1541"/>
                  </a:cxn>
                  <a:cxn ang="0">
                    <a:pos x="574" y="1271"/>
                  </a:cxn>
                  <a:cxn ang="0">
                    <a:pos x="497" y="1007"/>
                  </a:cxn>
                  <a:cxn ang="0">
                    <a:pos x="401" y="749"/>
                  </a:cxn>
                  <a:cxn ang="0">
                    <a:pos x="293" y="492"/>
                  </a:cxn>
                  <a:cxn ang="0">
                    <a:pos x="162" y="240"/>
                  </a:cxn>
                  <a:cxn ang="0">
                    <a:pos x="12" y="0"/>
                  </a:cxn>
                  <a:cxn ang="0">
                    <a:pos x="0" y="0"/>
                  </a:cxn>
                  <a:cxn ang="0">
                    <a:pos x="150" y="240"/>
                  </a:cxn>
                  <a:cxn ang="0">
                    <a:pos x="281" y="492"/>
                  </a:cxn>
                  <a:cxn ang="0">
                    <a:pos x="389" y="749"/>
                  </a:cxn>
                  <a:cxn ang="0">
                    <a:pos x="485" y="1007"/>
                  </a:cxn>
                  <a:cxn ang="0">
                    <a:pos x="562" y="1271"/>
                  </a:cxn>
                  <a:cxn ang="0">
                    <a:pos x="622" y="1541"/>
                  </a:cxn>
                  <a:cxn ang="0">
                    <a:pos x="658" y="1810"/>
                  </a:cxn>
                  <a:cxn ang="0">
                    <a:pos x="676" y="2086"/>
                  </a:cxn>
                  <a:cxn ang="0">
                    <a:pos x="676" y="2368"/>
                  </a:cxn>
                  <a:cxn ang="0">
                    <a:pos x="658" y="2650"/>
                  </a:cxn>
                  <a:cxn ang="0">
                    <a:pos x="616" y="2931"/>
                  </a:cxn>
                  <a:cxn ang="0">
                    <a:pos x="556" y="3213"/>
                  </a:cxn>
                  <a:cxn ang="0">
                    <a:pos x="473" y="3495"/>
                  </a:cxn>
                  <a:cxn ang="0">
                    <a:pos x="371" y="3777"/>
                  </a:cxn>
                  <a:cxn ang="0">
                    <a:pos x="251" y="4046"/>
                  </a:cxn>
                  <a:cxn ang="0">
                    <a:pos x="114" y="4316"/>
                  </a:cxn>
                  <a:cxn ang="0">
                    <a:pos x="126" y="4316"/>
                  </a:cxn>
                  <a:cxn ang="0">
                    <a:pos x="263" y="4046"/>
                  </a:cxn>
                  <a:cxn ang="0">
                    <a:pos x="383" y="3777"/>
                  </a:cxn>
                  <a:cxn ang="0">
                    <a:pos x="485" y="3495"/>
                  </a:cxn>
                  <a:cxn ang="0">
                    <a:pos x="568" y="3219"/>
                  </a:cxn>
                  <a:cxn ang="0">
                    <a:pos x="628" y="2937"/>
                  </a:cxn>
                  <a:cxn ang="0">
                    <a:pos x="670" y="2656"/>
                  </a:cxn>
                  <a:cxn ang="0">
                    <a:pos x="688" y="2368"/>
                  </a:cxn>
                  <a:cxn ang="0">
                    <a:pos x="688" y="2086"/>
                  </a:cxn>
                  <a:cxn ang="0">
                    <a:pos x="688" y="2086"/>
                  </a:cxn>
                </a:cxnLst>
                <a:rect l="0" t="0" r="r" b="b"/>
                <a:pathLst>
                  <a:path w="688" h="4316">
                    <a:moveTo>
                      <a:pt x="688" y="2086"/>
                    </a:moveTo>
                    <a:lnTo>
                      <a:pt x="670" y="1810"/>
                    </a:lnTo>
                    <a:lnTo>
                      <a:pt x="634" y="1541"/>
                    </a:lnTo>
                    <a:lnTo>
                      <a:pt x="574" y="1271"/>
                    </a:lnTo>
                    <a:lnTo>
                      <a:pt x="497" y="1007"/>
                    </a:lnTo>
                    <a:lnTo>
                      <a:pt x="401" y="749"/>
                    </a:lnTo>
                    <a:lnTo>
                      <a:pt x="293" y="492"/>
                    </a:lnTo>
                    <a:lnTo>
                      <a:pt x="162" y="240"/>
                    </a:lnTo>
                    <a:lnTo>
                      <a:pt x="12" y="0"/>
                    </a:lnTo>
                    <a:lnTo>
                      <a:pt x="0" y="0"/>
                    </a:lnTo>
                    <a:lnTo>
                      <a:pt x="150" y="240"/>
                    </a:lnTo>
                    <a:lnTo>
                      <a:pt x="281" y="492"/>
                    </a:lnTo>
                    <a:lnTo>
                      <a:pt x="389" y="749"/>
                    </a:lnTo>
                    <a:lnTo>
                      <a:pt x="485" y="1007"/>
                    </a:lnTo>
                    <a:lnTo>
                      <a:pt x="562" y="1271"/>
                    </a:lnTo>
                    <a:lnTo>
                      <a:pt x="622" y="1541"/>
                    </a:lnTo>
                    <a:lnTo>
                      <a:pt x="658" y="1810"/>
                    </a:lnTo>
                    <a:lnTo>
                      <a:pt x="676" y="2086"/>
                    </a:lnTo>
                    <a:lnTo>
                      <a:pt x="676" y="2368"/>
                    </a:lnTo>
                    <a:lnTo>
                      <a:pt x="658" y="2650"/>
                    </a:lnTo>
                    <a:lnTo>
                      <a:pt x="616" y="2931"/>
                    </a:lnTo>
                    <a:lnTo>
                      <a:pt x="556" y="3213"/>
                    </a:lnTo>
                    <a:lnTo>
                      <a:pt x="473" y="3495"/>
                    </a:lnTo>
                    <a:lnTo>
                      <a:pt x="371" y="3777"/>
                    </a:lnTo>
                    <a:lnTo>
                      <a:pt x="251" y="4046"/>
                    </a:lnTo>
                    <a:lnTo>
                      <a:pt x="114" y="4316"/>
                    </a:lnTo>
                    <a:lnTo>
                      <a:pt x="126" y="4316"/>
                    </a:lnTo>
                    <a:lnTo>
                      <a:pt x="263" y="4046"/>
                    </a:lnTo>
                    <a:lnTo>
                      <a:pt x="383" y="3777"/>
                    </a:lnTo>
                    <a:lnTo>
                      <a:pt x="485" y="3495"/>
                    </a:lnTo>
                    <a:lnTo>
                      <a:pt x="568" y="3219"/>
                    </a:lnTo>
                    <a:lnTo>
                      <a:pt x="628" y="2937"/>
                    </a:lnTo>
                    <a:lnTo>
                      <a:pt x="670" y="2656"/>
                    </a:lnTo>
                    <a:lnTo>
                      <a:pt x="688" y="2368"/>
                    </a:lnTo>
                    <a:lnTo>
                      <a:pt x="688" y="2086"/>
                    </a:lnTo>
                    <a:lnTo>
                      <a:pt x="688" y="2086"/>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62157" name="Freeform 13"/>
              <p:cNvSpPr/>
              <p:nvPr/>
            </p:nvSpPr>
            <p:spPr bwMode="hidden">
              <a:xfrm>
                <a:off x="4522" y="0"/>
                <a:ext cx="864" cy="4316"/>
              </a:xfrm>
              <a:custGeom>
                <a:avLst/>
                <a:gdLst/>
                <a:ahLst/>
                <a:cxnLst>
                  <a:cxn ang="0">
                    <a:pos x="855" y="2128"/>
                  </a:cxn>
                  <a:cxn ang="0">
                    <a:pos x="831" y="1834"/>
                  </a:cxn>
                  <a:cxn ang="0">
                    <a:pos x="808" y="1684"/>
                  </a:cxn>
                  <a:cxn ang="0">
                    <a:pos x="784" y="1541"/>
                  </a:cxn>
                  <a:cxn ang="0">
                    <a:pos x="748" y="1397"/>
                  </a:cxn>
                  <a:cxn ang="0">
                    <a:pos x="712" y="1253"/>
                  </a:cxn>
                  <a:cxn ang="0">
                    <a:pos x="664" y="1115"/>
                  </a:cxn>
                  <a:cxn ang="0">
                    <a:pos x="610" y="977"/>
                  </a:cxn>
                  <a:cxn ang="0">
                    <a:pos x="491" y="719"/>
                  </a:cxn>
                  <a:cxn ang="0">
                    <a:pos x="353" y="468"/>
                  </a:cxn>
                  <a:cxn ang="0">
                    <a:pos x="192" y="228"/>
                  </a:cxn>
                  <a:cxn ang="0">
                    <a:pos x="12" y="0"/>
                  </a:cxn>
                  <a:cxn ang="0">
                    <a:pos x="0" y="0"/>
                  </a:cxn>
                  <a:cxn ang="0">
                    <a:pos x="180" y="228"/>
                  </a:cxn>
                  <a:cxn ang="0">
                    <a:pos x="341" y="468"/>
                  </a:cxn>
                  <a:cxn ang="0">
                    <a:pos x="479" y="719"/>
                  </a:cxn>
                  <a:cxn ang="0">
                    <a:pos x="598" y="983"/>
                  </a:cxn>
                  <a:cxn ang="0">
                    <a:pos x="652" y="1121"/>
                  </a:cxn>
                  <a:cxn ang="0">
                    <a:pos x="700" y="1259"/>
                  </a:cxn>
                  <a:cxn ang="0">
                    <a:pos x="736" y="1403"/>
                  </a:cxn>
                  <a:cxn ang="0">
                    <a:pos x="772" y="1547"/>
                  </a:cxn>
                  <a:cxn ang="0">
                    <a:pos x="802" y="1690"/>
                  </a:cxn>
                  <a:cxn ang="0">
                    <a:pos x="819" y="1834"/>
                  </a:cxn>
                  <a:cxn ang="0">
                    <a:pos x="837" y="1984"/>
                  </a:cxn>
                  <a:cxn ang="0">
                    <a:pos x="843" y="2128"/>
                  </a:cxn>
                  <a:cxn ang="0">
                    <a:pos x="849" y="2278"/>
                  </a:cxn>
                  <a:cxn ang="0">
                    <a:pos x="843" y="2428"/>
                  </a:cxn>
                  <a:cxn ang="0">
                    <a:pos x="831" y="2572"/>
                  </a:cxn>
                  <a:cxn ang="0">
                    <a:pos x="819" y="2721"/>
                  </a:cxn>
                  <a:cxn ang="0">
                    <a:pos x="796" y="2865"/>
                  </a:cxn>
                  <a:cxn ang="0">
                    <a:pos x="766" y="3015"/>
                  </a:cxn>
                  <a:cxn ang="0">
                    <a:pos x="724" y="3159"/>
                  </a:cxn>
                  <a:cxn ang="0">
                    <a:pos x="682" y="3303"/>
                  </a:cxn>
                  <a:cxn ang="0">
                    <a:pos x="586" y="3567"/>
                  </a:cxn>
                  <a:cxn ang="0">
                    <a:pos x="473" y="3824"/>
                  </a:cxn>
                  <a:cxn ang="0">
                    <a:pos x="335" y="4076"/>
                  </a:cxn>
                  <a:cxn ang="0">
                    <a:pos x="180" y="4316"/>
                  </a:cxn>
                  <a:cxn ang="0">
                    <a:pos x="192" y="4316"/>
                  </a:cxn>
                  <a:cxn ang="0">
                    <a:pos x="347" y="4076"/>
                  </a:cxn>
                  <a:cxn ang="0">
                    <a:pos x="485" y="3824"/>
                  </a:cxn>
                  <a:cxn ang="0">
                    <a:pos x="598" y="3573"/>
                  </a:cxn>
                  <a:cxn ang="0">
                    <a:pos x="694" y="3309"/>
                  </a:cxn>
                  <a:cxn ang="0">
                    <a:pos x="736" y="3165"/>
                  </a:cxn>
                  <a:cxn ang="0">
                    <a:pos x="778" y="3021"/>
                  </a:cxn>
                  <a:cxn ang="0">
                    <a:pos x="808" y="2871"/>
                  </a:cxn>
                  <a:cxn ang="0">
                    <a:pos x="831" y="2727"/>
                  </a:cxn>
                  <a:cxn ang="0">
                    <a:pos x="843" y="2578"/>
                  </a:cxn>
                  <a:cxn ang="0">
                    <a:pos x="855" y="2428"/>
                  </a:cxn>
                  <a:cxn ang="0">
                    <a:pos x="861" y="2278"/>
                  </a:cxn>
                  <a:cxn ang="0">
                    <a:pos x="855" y="2128"/>
                  </a:cxn>
                  <a:cxn ang="0">
                    <a:pos x="855" y="2128"/>
                  </a:cxn>
                </a:cxnLst>
                <a:rect l="0" t="0" r="r" b="b"/>
                <a:pathLst>
                  <a:path w="861" h="4316">
                    <a:moveTo>
                      <a:pt x="855" y="2128"/>
                    </a:moveTo>
                    <a:lnTo>
                      <a:pt x="831" y="1834"/>
                    </a:lnTo>
                    <a:lnTo>
                      <a:pt x="808" y="1684"/>
                    </a:lnTo>
                    <a:lnTo>
                      <a:pt x="784" y="1541"/>
                    </a:lnTo>
                    <a:lnTo>
                      <a:pt x="748" y="1397"/>
                    </a:lnTo>
                    <a:lnTo>
                      <a:pt x="712" y="1253"/>
                    </a:lnTo>
                    <a:lnTo>
                      <a:pt x="664" y="1115"/>
                    </a:lnTo>
                    <a:lnTo>
                      <a:pt x="610" y="977"/>
                    </a:lnTo>
                    <a:lnTo>
                      <a:pt x="491" y="719"/>
                    </a:lnTo>
                    <a:lnTo>
                      <a:pt x="353" y="468"/>
                    </a:lnTo>
                    <a:lnTo>
                      <a:pt x="192" y="228"/>
                    </a:lnTo>
                    <a:lnTo>
                      <a:pt x="12" y="0"/>
                    </a:lnTo>
                    <a:lnTo>
                      <a:pt x="0" y="0"/>
                    </a:lnTo>
                    <a:lnTo>
                      <a:pt x="180" y="228"/>
                    </a:lnTo>
                    <a:lnTo>
                      <a:pt x="341" y="468"/>
                    </a:lnTo>
                    <a:lnTo>
                      <a:pt x="479" y="719"/>
                    </a:lnTo>
                    <a:lnTo>
                      <a:pt x="598" y="983"/>
                    </a:lnTo>
                    <a:lnTo>
                      <a:pt x="652" y="1121"/>
                    </a:lnTo>
                    <a:lnTo>
                      <a:pt x="700" y="1259"/>
                    </a:lnTo>
                    <a:lnTo>
                      <a:pt x="736" y="1403"/>
                    </a:lnTo>
                    <a:lnTo>
                      <a:pt x="772" y="1547"/>
                    </a:lnTo>
                    <a:lnTo>
                      <a:pt x="802" y="1690"/>
                    </a:lnTo>
                    <a:lnTo>
                      <a:pt x="819" y="1834"/>
                    </a:lnTo>
                    <a:lnTo>
                      <a:pt x="837" y="1984"/>
                    </a:lnTo>
                    <a:lnTo>
                      <a:pt x="843" y="2128"/>
                    </a:lnTo>
                    <a:lnTo>
                      <a:pt x="849" y="2278"/>
                    </a:lnTo>
                    <a:lnTo>
                      <a:pt x="843" y="2428"/>
                    </a:lnTo>
                    <a:lnTo>
                      <a:pt x="831" y="2572"/>
                    </a:lnTo>
                    <a:lnTo>
                      <a:pt x="819" y="2721"/>
                    </a:lnTo>
                    <a:lnTo>
                      <a:pt x="796" y="2865"/>
                    </a:lnTo>
                    <a:lnTo>
                      <a:pt x="766" y="3015"/>
                    </a:lnTo>
                    <a:lnTo>
                      <a:pt x="724" y="3159"/>
                    </a:lnTo>
                    <a:lnTo>
                      <a:pt x="682" y="3303"/>
                    </a:lnTo>
                    <a:lnTo>
                      <a:pt x="586" y="3567"/>
                    </a:lnTo>
                    <a:lnTo>
                      <a:pt x="473" y="3824"/>
                    </a:lnTo>
                    <a:lnTo>
                      <a:pt x="335" y="4076"/>
                    </a:lnTo>
                    <a:lnTo>
                      <a:pt x="180" y="4316"/>
                    </a:lnTo>
                    <a:lnTo>
                      <a:pt x="192" y="4316"/>
                    </a:lnTo>
                    <a:lnTo>
                      <a:pt x="347" y="4076"/>
                    </a:lnTo>
                    <a:lnTo>
                      <a:pt x="485" y="3824"/>
                    </a:lnTo>
                    <a:lnTo>
                      <a:pt x="598" y="3573"/>
                    </a:lnTo>
                    <a:lnTo>
                      <a:pt x="694" y="3309"/>
                    </a:lnTo>
                    <a:lnTo>
                      <a:pt x="736" y="3165"/>
                    </a:lnTo>
                    <a:lnTo>
                      <a:pt x="778" y="3021"/>
                    </a:lnTo>
                    <a:lnTo>
                      <a:pt x="808" y="2871"/>
                    </a:lnTo>
                    <a:lnTo>
                      <a:pt x="831" y="2727"/>
                    </a:lnTo>
                    <a:lnTo>
                      <a:pt x="843" y="2578"/>
                    </a:lnTo>
                    <a:lnTo>
                      <a:pt x="855" y="2428"/>
                    </a:lnTo>
                    <a:lnTo>
                      <a:pt x="861" y="2278"/>
                    </a:lnTo>
                    <a:lnTo>
                      <a:pt x="855" y="2128"/>
                    </a:lnTo>
                    <a:lnTo>
                      <a:pt x="855" y="2128"/>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62158" name="Freeform 14"/>
              <p:cNvSpPr/>
              <p:nvPr/>
            </p:nvSpPr>
            <p:spPr bwMode="hidden">
              <a:xfrm>
                <a:off x="2399" y="0"/>
                <a:ext cx="150" cy="4316"/>
              </a:xfrm>
              <a:custGeom>
                <a:avLst/>
                <a:gdLst/>
                <a:ahLst/>
                <a:cxnLst>
                  <a:cxn ang="0">
                    <a:pos x="18" y="1942"/>
                  </a:cxn>
                  <a:cxn ang="0">
                    <a:pos x="30" y="1630"/>
                  </a:cxn>
                  <a:cxn ang="0">
                    <a:pos x="42" y="1331"/>
                  </a:cxn>
                  <a:cxn ang="0">
                    <a:pos x="59" y="1055"/>
                  </a:cxn>
                  <a:cxn ang="0">
                    <a:pos x="77" y="791"/>
                  </a:cxn>
                  <a:cxn ang="0">
                    <a:pos x="83" y="671"/>
                  </a:cxn>
                  <a:cxn ang="0">
                    <a:pos x="95" y="557"/>
                  </a:cxn>
                  <a:cxn ang="0">
                    <a:pos x="107" y="444"/>
                  </a:cxn>
                  <a:cxn ang="0">
                    <a:pos x="113" y="342"/>
                  </a:cxn>
                  <a:cxn ang="0">
                    <a:pos x="125" y="246"/>
                  </a:cxn>
                  <a:cxn ang="0">
                    <a:pos x="131" y="156"/>
                  </a:cxn>
                  <a:cxn ang="0">
                    <a:pos x="143" y="72"/>
                  </a:cxn>
                  <a:cxn ang="0">
                    <a:pos x="149" y="0"/>
                  </a:cxn>
                  <a:cxn ang="0">
                    <a:pos x="137" y="0"/>
                  </a:cxn>
                  <a:cxn ang="0">
                    <a:pos x="131" y="72"/>
                  </a:cxn>
                  <a:cxn ang="0">
                    <a:pos x="119" y="156"/>
                  </a:cxn>
                  <a:cxn ang="0">
                    <a:pos x="113" y="246"/>
                  </a:cxn>
                  <a:cxn ang="0">
                    <a:pos x="101" y="342"/>
                  </a:cxn>
                  <a:cxn ang="0">
                    <a:pos x="95" y="444"/>
                  </a:cxn>
                  <a:cxn ang="0">
                    <a:pos x="83" y="557"/>
                  </a:cxn>
                  <a:cxn ang="0">
                    <a:pos x="71" y="671"/>
                  </a:cxn>
                  <a:cxn ang="0">
                    <a:pos x="65" y="791"/>
                  </a:cxn>
                  <a:cxn ang="0">
                    <a:pos x="48" y="1055"/>
                  </a:cxn>
                  <a:cxn ang="0">
                    <a:pos x="30" y="1331"/>
                  </a:cxn>
                  <a:cxn ang="0">
                    <a:pos x="18" y="1630"/>
                  </a:cxn>
                  <a:cxn ang="0">
                    <a:pos x="6" y="1942"/>
                  </a:cxn>
                  <a:cxn ang="0">
                    <a:pos x="0" y="2278"/>
                  </a:cxn>
                  <a:cxn ang="0">
                    <a:pos x="6" y="2602"/>
                  </a:cxn>
                  <a:cxn ang="0">
                    <a:pos x="12" y="2919"/>
                  </a:cxn>
                  <a:cxn ang="0">
                    <a:pos x="24" y="3219"/>
                  </a:cxn>
                  <a:cxn ang="0">
                    <a:pos x="36" y="3513"/>
                  </a:cxn>
                  <a:cxn ang="0">
                    <a:pos x="59" y="3794"/>
                  </a:cxn>
                  <a:cxn ang="0">
                    <a:pos x="89" y="4058"/>
                  </a:cxn>
                  <a:cxn ang="0">
                    <a:pos x="125" y="4316"/>
                  </a:cxn>
                  <a:cxn ang="0">
                    <a:pos x="137" y="4316"/>
                  </a:cxn>
                  <a:cxn ang="0">
                    <a:pos x="101" y="4058"/>
                  </a:cxn>
                  <a:cxn ang="0">
                    <a:pos x="71" y="3794"/>
                  </a:cxn>
                  <a:cxn ang="0">
                    <a:pos x="48" y="3513"/>
                  </a:cxn>
                  <a:cxn ang="0">
                    <a:pos x="36" y="3225"/>
                  </a:cxn>
                  <a:cxn ang="0">
                    <a:pos x="24" y="2919"/>
                  </a:cxn>
                  <a:cxn ang="0">
                    <a:pos x="18" y="2608"/>
                  </a:cxn>
                  <a:cxn ang="0">
                    <a:pos x="12" y="2278"/>
                  </a:cxn>
                  <a:cxn ang="0">
                    <a:pos x="18" y="1942"/>
                  </a:cxn>
                  <a:cxn ang="0">
                    <a:pos x="18" y="1942"/>
                  </a:cxn>
                </a:cxnLst>
                <a:rect l="0" t="0" r="r" b="b"/>
                <a:pathLst>
                  <a:path w="149" h="4316">
                    <a:moveTo>
                      <a:pt x="18" y="1942"/>
                    </a:moveTo>
                    <a:lnTo>
                      <a:pt x="30" y="1630"/>
                    </a:lnTo>
                    <a:lnTo>
                      <a:pt x="42" y="1331"/>
                    </a:lnTo>
                    <a:lnTo>
                      <a:pt x="59" y="1055"/>
                    </a:lnTo>
                    <a:lnTo>
                      <a:pt x="77" y="791"/>
                    </a:lnTo>
                    <a:lnTo>
                      <a:pt x="83" y="671"/>
                    </a:lnTo>
                    <a:lnTo>
                      <a:pt x="95" y="557"/>
                    </a:lnTo>
                    <a:lnTo>
                      <a:pt x="107" y="444"/>
                    </a:lnTo>
                    <a:lnTo>
                      <a:pt x="113" y="342"/>
                    </a:lnTo>
                    <a:lnTo>
                      <a:pt x="125" y="246"/>
                    </a:lnTo>
                    <a:lnTo>
                      <a:pt x="131" y="156"/>
                    </a:lnTo>
                    <a:lnTo>
                      <a:pt x="143" y="72"/>
                    </a:lnTo>
                    <a:lnTo>
                      <a:pt x="149" y="0"/>
                    </a:lnTo>
                    <a:lnTo>
                      <a:pt x="137" y="0"/>
                    </a:lnTo>
                    <a:lnTo>
                      <a:pt x="131" y="72"/>
                    </a:lnTo>
                    <a:lnTo>
                      <a:pt x="119" y="156"/>
                    </a:lnTo>
                    <a:lnTo>
                      <a:pt x="113" y="246"/>
                    </a:lnTo>
                    <a:lnTo>
                      <a:pt x="101" y="342"/>
                    </a:lnTo>
                    <a:lnTo>
                      <a:pt x="95" y="444"/>
                    </a:lnTo>
                    <a:lnTo>
                      <a:pt x="83" y="557"/>
                    </a:lnTo>
                    <a:lnTo>
                      <a:pt x="71" y="671"/>
                    </a:lnTo>
                    <a:lnTo>
                      <a:pt x="65" y="791"/>
                    </a:lnTo>
                    <a:lnTo>
                      <a:pt x="48" y="1055"/>
                    </a:lnTo>
                    <a:lnTo>
                      <a:pt x="30" y="1331"/>
                    </a:lnTo>
                    <a:lnTo>
                      <a:pt x="18" y="1630"/>
                    </a:lnTo>
                    <a:lnTo>
                      <a:pt x="6" y="1942"/>
                    </a:lnTo>
                    <a:lnTo>
                      <a:pt x="0" y="2278"/>
                    </a:lnTo>
                    <a:lnTo>
                      <a:pt x="6" y="2602"/>
                    </a:lnTo>
                    <a:lnTo>
                      <a:pt x="12" y="2919"/>
                    </a:lnTo>
                    <a:lnTo>
                      <a:pt x="24" y="3219"/>
                    </a:lnTo>
                    <a:lnTo>
                      <a:pt x="36" y="3513"/>
                    </a:lnTo>
                    <a:lnTo>
                      <a:pt x="59" y="3794"/>
                    </a:lnTo>
                    <a:lnTo>
                      <a:pt x="89" y="4058"/>
                    </a:lnTo>
                    <a:lnTo>
                      <a:pt x="125" y="4316"/>
                    </a:lnTo>
                    <a:lnTo>
                      <a:pt x="137" y="4316"/>
                    </a:lnTo>
                    <a:lnTo>
                      <a:pt x="101" y="4058"/>
                    </a:lnTo>
                    <a:lnTo>
                      <a:pt x="71" y="3794"/>
                    </a:lnTo>
                    <a:lnTo>
                      <a:pt x="48" y="3513"/>
                    </a:lnTo>
                    <a:lnTo>
                      <a:pt x="36" y="3225"/>
                    </a:lnTo>
                    <a:lnTo>
                      <a:pt x="24" y="2919"/>
                    </a:lnTo>
                    <a:lnTo>
                      <a:pt x="18" y="2608"/>
                    </a:lnTo>
                    <a:lnTo>
                      <a:pt x="12" y="2278"/>
                    </a:lnTo>
                    <a:lnTo>
                      <a:pt x="18" y="1942"/>
                    </a:lnTo>
                    <a:lnTo>
                      <a:pt x="18" y="1942"/>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62159" name="Freeform 15"/>
              <p:cNvSpPr/>
              <p:nvPr/>
            </p:nvSpPr>
            <p:spPr bwMode="hidden">
              <a:xfrm>
                <a:off x="1967" y="0"/>
                <a:ext cx="300" cy="4316"/>
              </a:xfrm>
              <a:custGeom>
                <a:avLst/>
                <a:gdLst/>
                <a:ahLst/>
                <a:cxnLst>
                  <a:cxn ang="0">
                    <a:pos x="18" y="2062"/>
                  </a:cxn>
                  <a:cxn ang="0">
                    <a:pos x="30" y="1750"/>
                  </a:cxn>
                  <a:cxn ang="0">
                    <a:pos x="54" y="1451"/>
                  </a:cxn>
                  <a:cxn ang="0">
                    <a:pos x="84" y="1169"/>
                  </a:cxn>
                  <a:cxn ang="0">
                    <a:pos x="126" y="899"/>
                  </a:cxn>
                  <a:cxn ang="0">
                    <a:pos x="162" y="641"/>
                  </a:cxn>
                  <a:cxn ang="0">
                    <a:pos x="209" y="408"/>
                  </a:cxn>
                  <a:cxn ang="0">
                    <a:pos x="251" y="192"/>
                  </a:cxn>
                  <a:cxn ang="0">
                    <a:pos x="299" y="0"/>
                  </a:cxn>
                  <a:cxn ang="0">
                    <a:pos x="287" y="0"/>
                  </a:cxn>
                  <a:cxn ang="0">
                    <a:pos x="239" y="192"/>
                  </a:cxn>
                  <a:cxn ang="0">
                    <a:pos x="198" y="408"/>
                  </a:cxn>
                  <a:cxn ang="0">
                    <a:pos x="156" y="641"/>
                  </a:cxn>
                  <a:cxn ang="0">
                    <a:pos x="114" y="899"/>
                  </a:cxn>
                  <a:cxn ang="0">
                    <a:pos x="78" y="1169"/>
                  </a:cxn>
                  <a:cxn ang="0">
                    <a:pos x="48" y="1451"/>
                  </a:cxn>
                  <a:cxn ang="0">
                    <a:pos x="24" y="1750"/>
                  </a:cxn>
                  <a:cxn ang="0">
                    <a:pos x="6" y="2062"/>
                  </a:cxn>
                  <a:cxn ang="0">
                    <a:pos x="0" y="2374"/>
                  </a:cxn>
                  <a:cxn ang="0">
                    <a:pos x="12" y="2674"/>
                  </a:cxn>
                  <a:cxn ang="0">
                    <a:pos x="30" y="2973"/>
                  </a:cxn>
                  <a:cxn ang="0">
                    <a:pos x="54" y="3255"/>
                  </a:cxn>
                  <a:cxn ang="0">
                    <a:pos x="96" y="3537"/>
                  </a:cxn>
                  <a:cxn ang="0">
                    <a:pos x="144" y="3806"/>
                  </a:cxn>
                  <a:cxn ang="0">
                    <a:pos x="203" y="4064"/>
                  </a:cxn>
                  <a:cxn ang="0">
                    <a:pos x="275" y="4316"/>
                  </a:cxn>
                  <a:cxn ang="0">
                    <a:pos x="287" y="4316"/>
                  </a:cxn>
                  <a:cxn ang="0">
                    <a:pos x="215" y="4064"/>
                  </a:cxn>
                  <a:cxn ang="0">
                    <a:pos x="156" y="3806"/>
                  </a:cxn>
                  <a:cxn ang="0">
                    <a:pos x="108" y="3537"/>
                  </a:cxn>
                  <a:cxn ang="0">
                    <a:pos x="66" y="3261"/>
                  </a:cxn>
                  <a:cxn ang="0">
                    <a:pos x="42" y="2973"/>
                  </a:cxn>
                  <a:cxn ang="0">
                    <a:pos x="24" y="2680"/>
                  </a:cxn>
                  <a:cxn ang="0">
                    <a:pos x="12" y="2374"/>
                  </a:cxn>
                  <a:cxn ang="0">
                    <a:pos x="18" y="2062"/>
                  </a:cxn>
                  <a:cxn ang="0">
                    <a:pos x="18" y="2062"/>
                  </a:cxn>
                </a:cxnLst>
                <a:rect l="0" t="0" r="r" b="b"/>
                <a:pathLst>
                  <a:path w="299" h="4316">
                    <a:moveTo>
                      <a:pt x="18" y="2062"/>
                    </a:moveTo>
                    <a:lnTo>
                      <a:pt x="30" y="1750"/>
                    </a:lnTo>
                    <a:lnTo>
                      <a:pt x="54" y="1451"/>
                    </a:lnTo>
                    <a:lnTo>
                      <a:pt x="84" y="1169"/>
                    </a:lnTo>
                    <a:lnTo>
                      <a:pt x="126" y="899"/>
                    </a:lnTo>
                    <a:lnTo>
                      <a:pt x="162" y="641"/>
                    </a:lnTo>
                    <a:lnTo>
                      <a:pt x="209" y="408"/>
                    </a:lnTo>
                    <a:lnTo>
                      <a:pt x="251" y="192"/>
                    </a:lnTo>
                    <a:lnTo>
                      <a:pt x="299" y="0"/>
                    </a:lnTo>
                    <a:lnTo>
                      <a:pt x="287" y="0"/>
                    </a:lnTo>
                    <a:lnTo>
                      <a:pt x="239" y="192"/>
                    </a:lnTo>
                    <a:lnTo>
                      <a:pt x="198" y="408"/>
                    </a:lnTo>
                    <a:lnTo>
                      <a:pt x="156" y="641"/>
                    </a:lnTo>
                    <a:lnTo>
                      <a:pt x="114" y="899"/>
                    </a:lnTo>
                    <a:lnTo>
                      <a:pt x="78" y="1169"/>
                    </a:lnTo>
                    <a:lnTo>
                      <a:pt x="48" y="1451"/>
                    </a:lnTo>
                    <a:lnTo>
                      <a:pt x="24" y="1750"/>
                    </a:lnTo>
                    <a:lnTo>
                      <a:pt x="6" y="2062"/>
                    </a:lnTo>
                    <a:lnTo>
                      <a:pt x="0" y="2374"/>
                    </a:lnTo>
                    <a:lnTo>
                      <a:pt x="12" y="2674"/>
                    </a:lnTo>
                    <a:lnTo>
                      <a:pt x="30" y="2973"/>
                    </a:lnTo>
                    <a:lnTo>
                      <a:pt x="54" y="3255"/>
                    </a:lnTo>
                    <a:lnTo>
                      <a:pt x="96" y="3537"/>
                    </a:lnTo>
                    <a:lnTo>
                      <a:pt x="144" y="3806"/>
                    </a:lnTo>
                    <a:lnTo>
                      <a:pt x="203" y="4064"/>
                    </a:lnTo>
                    <a:lnTo>
                      <a:pt x="275" y="4316"/>
                    </a:lnTo>
                    <a:lnTo>
                      <a:pt x="287" y="4316"/>
                    </a:lnTo>
                    <a:lnTo>
                      <a:pt x="215" y="4064"/>
                    </a:lnTo>
                    <a:lnTo>
                      <a:pt x="156" y="3806"/>
                    </a:lnTo>
                    <a:lnTo>
                      <a:pt x="108" y="3537"/>
                    </a:lnTo>
                    <a:lnTo>
                      <a:pt x="66" y="3261"/>
                    </a:lnTo>
                    <a:lnTo>
                      <a:pt x="42" y="2973"/>
                    </a:lnTo>
                    <a:lnTo>
                      <a:pt x="24" y="2680"/>
                    </a:lnTo>
                    <a:lnTo>
                      <a:pt x="12" y="2374"/>
                    </a:lnTo>
                    <a:lnTo>
                      <a:pt x="18" y="2062"/>
                    </a:lnTo>
                    <a:lnTo>
                      <a:pt x="18" y="2062"/>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62160" name="Freeform 16"/>
              <p:cNvSpPr/>
              <p:nvPr/>
            </p:nvSpPr>
            <p:spPr bwMode="hidden">
              <a:xfrm>
                <a:off x="1566" y="0"/>
                <a:ext cx="425" cy="4316"/>
              </a:xfrm>
              <a:custGeom>
                <a:avLst/>
                <a:gdLst/>
                <a:ahLst/>
                <a:cxnLst>
                  <a:cxn ang="0">
                    <a:pos x="424" y="0"/>
                  </a:cxn>
                  <a:cxn ang="0">
                    <a:pos x="412" y="0"/>
                  </a:cxn>
                  <a:cxn ang="0">
                    <a:pos x="316" y="222"/>
                  </a:cxn>
                  <a:cxn ang="0">
                    <a:pos x="239" y="462"/>
                  </a:cxn>
                  <a:cxn ang="0">
                    <a:pos x="167" y="707"/>
                  </a:cxn>
                  <a:cxn ang="0">
                    <a:pos x="107" y="971"/>
                  </a:cxn>
                  <a:cxn ang="0">
                    <a:pos x="65" y="1247"/>
                  </a:cxn>
                  <a:cxn ang="0">
                    <a:pos x="29" y="1529"/>
                  </a:cxn>
                  <a:cxn ang="0">
                    <a:pos x="6" y="1822"/>
                  </a:cxn>
                  <a:cxn ang="0">
                    <a:pos x="0" y="2122"/>
                  </a:cxn>
                  <a:cxn ang="0">
                    <a:pos x="6" y="2404"/>
                  </a:cxn>
                  <a:cxn ang="0">
                    <a:pos x="24" y="2686"/>
                  </a:cxn>
                  <a:cxn ang="0">
                    <a:pos x="47" y="2961"/>
                  </a:cxn>
                  <a:cxn ang="0">
                    <a:pos x="89" y="3243"/>
                  </a:cxn>
                  <a:cxn ang="0">
                    <a:pos x="137" y="3519"/>
                  </a:cxn>
                  <a:cxn ang="0">
                    <a:pos x="197" y="3788"/>
                  </a:cxn>
                  <a:cxn ang="0">
                    <a:pos x="269" y="4058"/>
                  </a:cxn>
                  <a:cxn ang="0">
                    <a:pos x="346" y="4316"/>
                  </a:cxn>
                  <a:cxn ang="0">
                    <a:pos x="358" y="4316"/>
                  </a:cxn>
                  <a:cxn ang="0">
                    <a:pos x="281" y="4058"/>
                  </a:cxn>
                  <a:cxn ang="0">
                    <a:pos x="209" y="3788"/>
                  </a:cxn>
                  <a:cxn ang="0">
                    <a:pos x="149" y="3519"/>
                  </a:cxn>
                  <a:cxn ang="0">
                    <a:pos x="101" y="3243"/>
                  </a:cxn>
                  <a:cxn ang="0">
                    <a:pos x="59" y="2961"/>
                  </a:cxn>
                  <a:cxn ang="0">
                    <a:pos x="35" y="2686"/>
                  </a:cxn>
                  <a:cxn ang="0">
                    <a:pos x="18" y="2404"/>
                  </a:cxn>
                  <a:cxn ang="0">
                    <a:pos x="12" y="2122"/>
                  </a:cxn>
                  <a:cxn ang="0">
                    <a:pos x="18" y="1822"/>
                  </a:cxn>
                  <a:cxn ang="0">
                    <a:pos x="41" y="1529"/>
                  </a:cxn>
                  <a:cxn ang="0">
                    <a:pos x="71" y="1247"/>
                  </a:cxn>
                  <a:cxn ang="0">
                    <a:pos x="119" y="971"/>
                  </a:cxn>
                  <a:cxn ang="0">
                    <a:pos x="179" y="707"/>
                  </a:cxn>
                  <a:cxn ang="0">
                    <a:pos x="245" y="462"/>
                  </a:cxn>
                  <a:cxn ang="0">
                    <a:pos x="328" y="222"/>
                  </a:cxn>
                  <a:cxn ang="0">
                    <a:pos x="424" y="0"/>
                  </a:cxn>
                  <a:cxn ang="0">
                    <a:pos x="424" y="0"/>
                  </a:cxn>
                </a:cxnLst>
                <a:rect l="0" t="0" r="r" b="b"/>
                <a:pathLst>
                  <a:path w="424" h="4316">
                    <a:moveTo>
                      <a:pt x="424" y="0"/>
                    </a:moveTo>
                    <a:lnTo>
                      <a:pt x="412" y="0"/>
                    </a:lnTo>
                    <a:lnTo>
                      <a:pt x="316" y="222"/>
                    </a:lnTo>
                    <a:lnTo>
                      <a:pt x="239" y="462"/>
                    </a:lnTo>
                    <a:lnTo>
                      <a:pt x="167" y="707"/>
                    </a:lnTo>
                    <a:lnTo>
                      <a:pt x="107" y="971"/>
                    </a:lnTo>
                    <a:lnTo>
                      <a:pt x="65" y="1247"/>
                    </a:lnTo>
                    <a:lnTo>
                      <a:pt x="29" y="1529"/>
                    </a:lnTo>
                    <a:lnTo>
                      <a:pt x="6" y="1822"/>
                    </a:lnTo>
                    <a:lnTo>
                      <a:pt x="0" y="2122"/>
                    </a:lnTo>
                    <a:lnTo>
                      <a:pt x="6" y="2404"/>
                    </a:lnTo>
                    <a:lnTo>
                      <a:pt x="24" y="2686"/>
                    </a:lnTo>
                    <a:lnTo>
                      <a:pt x="47" y="2961"/>
                    </a:lnTo>
                    <a:lnTo>
                      <a:pt x="89" y="3243"/>
                    </a:lnTo>
                    <a:lnTo>
                      <a:pt x="137" y="3519"/>
                    </a:lnTo>
                    <a:lnTo>
                      <a:pt x="197" y="3788"/>
                    </a:lnTo>
                    <a:lnTo>
                      <a:pt x="269" y="4058"/>
                    </a:lnTo>
                    <a:lnTo>
                      <a:pt x="346" y="4316"/>
                    </a:lnTo>
                    <a:lnTo>
                      <a:pt x="358" y="4316"/>
                    </a:lnTo>
                    <a:lnTo>
                      <a:pt x="281" y="4058"/>
                    </a:lnTo>
                    <a:lnTo>
                      <a:pt x="209" y="3788"/>
                    </a:lnTo>
                    <a:lnTo>
                      <a:pt x="149" y="3519"/>
                    </a:lnTo>
                    <a:lnTo>
                      <a:pt x="101" y="3243"/>
                    </a:lnTo>
                    <a:lnTo>
                      <a:pt x="59" y="2961"/>
                    </a:lnTo>
                    <a:lnTo>
                      <a:pt x="35" y="2686"/>
                    </a:lnTo>
                    <a:lnTo>
                      <a:pt x="18" y="2404"/>
                    </a:lnTo>
                    <a:lnTo>
                      <a:pt x="12" y="2122"/>
                    </a:lnTo>
                    <a:lnTo>
                      <a:pt x="18" y="1822"/>
                    </a:lnTo>
                    <a:lnTo>
                      <a:pt x="41" y="1529"/>
                    </a:lnTo>
                    <a:lnTo>
                      <a:pt x="71" y="1247"/>
                    </a:lnTo>
                    <a:lnTo>
                      <a:pt x="119" y="971"/>
                    </a:lnTo>
                    <a:lnTo>
                      <a:pt x="179" y="707"/>
                    </a:lnTo>
                    <a:lnTo>
                      <a:pt x="245" y="462"/>
                    </a:lnTo>
                    <a:lnTo>
                      <a:pt x="328" y="222"/>
                    </a:lnTo>
                    <a:lnTo>
                      <a:pt x="424" y="0"/>
                    </a:lnTo>
                    <a:lnTo>
                      <a:pt x="424" y="0"/>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62161" name="Freeform 17"/>
              <p:cNvSpPr/>
              <p:nvPr/>
            </p:nvSpPr>
            <p:spPr bwMode="hidden">
              <a:xfrm>
                <a:off x="1128" y="0"/>
                <a:ext cx="575" cy="4316"/>
              </a:xfrm>
              <a:custGeom>
                <a:avLst/>
                <a:gdLst/>
                <a:ahLst/>
                <a:cxnLst>
                  <a:cxn ang="0">
                    <a:pos x="12" y="2146"/>
                  </a:cxn>
                  <a:cxn ang="0">
                    <a:pos x="24" y="1846"/>
                  </a:cxn>
                  <a:cxn ang="0">
                    <a:pos x="54" y="1559"/>
                  </a:cxn>
                  <a:cxn ang="0">
                    <a:pos x="96" y="1277"/>
                  </a:cxn>
                  <a:cxn ang="0">
                    <a:pos x="162" y="1001"/>
                  </a:cxn>
                  <a:cxn ang="0">
                    <a:pos x="239" y="731"/>
                  </a:cxn>
                  <a:cxn ang="0">
                    <a:pos x="335" y="480"/>
                  </a:cxn>
                  <a:cxn ang="0">
                    <a:pos x="449" y="234"/>
                  </a:cxn>
                  <a:cxn ang="0">
                    <a:pos x="574" y="0"/>
                  </a:cxn>
                  <a:cxn ang="0">
                    <a:pos x="562" y="0"/>
                  </a:cxn>
                  <a:cxn ang="0">
                    <a:pos x="437" y="234"/>
                  </a:cxn>
                  <a:cxn ang="0">
                    <a:pos x="323" y="480"/>
                  </a:cxn>
                  <a:cxn ang="0">
                    <a:pos x="227" y="737"/>
                  </a:cxn>
                  <a:cxn ang="0">
                    <a:pos x="150" y="1001"/>
                  </a:cxn>
                  <a:cxn ang="0">
                    <a:pos x="84" y="1277"/>
                  </a:cxn>
                  <a:cxn ang="0">
                    <a:pos x="42" y="1559"/>
                  </a:cxn>
                  <a:cxn ang="0">
                    <a:pos x="12" y="1852"/>
                  </a:cxn>
                  <a:cxn ang="0">
                    <a:pos x="0" y="2146"/>
                  </a:cxn>
                  <a:cxn ang="0">
                    <a:pos x="6" y="2434"/>
                  </a:cxn>
                  <a:cxn ang="0">
                    <a:pos x="30" y="2715"/>
                  </a:cxn>
                  <a:cxn ang="0">
                    <a:pos x="66" y="2997"/>
                  </a:cxn>
                  <a:cxn ang="0">
                    <a:pos x="120" y="3273"/>
                  </a:cxn>
                  <a:cxn ang="0">
                    <a:pos x="191" y="3549"/>
                  </a:cxn>
                  <a:cxn ang="0">
                    <a:pos x="275" y="3812"/>
                  </a:cxn>
                  <a:cxn ang="0">
                    <a:pos x="371" y="4070"/>
                  </a:cxn>
                  <a:cxn ang="0">
                    <a:pos x="484" y="4316"/>
                  </a:cxn>
                  <a:cxn ang="0">
                    <a:pos x="496" y="4316"/>
                  </a:cxn>
                  <a:cxn ang="0">
                    <a:pos x="383" y="4070"/>
                  </a:cxn>
                  <a:cxn ang="0">
                    <a:pos x="287" y="3812"/>
                  </a:cxn>
                  <a:cxn ang="0">
                    <a:pos x="203" y="3549"/>
                  </a:cxn>
                  <a:cxn ang="0">
                    <a:pos x="132" y="3273"/>
                  </a:cxn>
                  <a:cxn ang="0">
                    <a:pos x="78" y="2997"/>
                  </a:cxn>
                  <a:cxn ang="0">
                    <a:pos x="42" y="2715"/>
                  </a:cxn>
                  <a:cxn ang="0">
                    <a:pos x="18" y="2434"/>
                  </a:cxn>
                  <a:cxn ang="0">
                    <a:pos x="12" y="2146"/>
                  </a:cxn>
                  <a:cxn ang="0">
                    <a:pos x="12" y="2146"/>
                  </a:cxn>
                </a:cxnLst>
                <a:rect l="0" t="0" r="r" b="b"/>
                <a:pathLst>
                  <a:path w="574" h="4316">
                    <a:moveTo>
                      <a:pt x="12" y="2146"/>
                    </a:moveTo>
                    <a:lnTo>
                      <a:pt x="24" y="1846"/>
                    </a:lnTo>
                    <a:lnTo>
                      <a:pt x="54" y="1559"/>
                    </a:lnTo>
                    <a:lnTo>
                      <a:pt x="96" y="1277"/>
                    </a:lnTo>
                    <a:lnTo>
                      <a:pt x="162" y="1001"/>
                    </a:lnTo>
                    <a:lnTo>
                      <a:pt x="239" y="731"/>
                    </a:lnTo>
                    <a:lnTo>
                      <a:pt x="335" y="480"/>
                    </a:lnTo>
                    <a:lnTo>
                      <a:pt x="449" y="234"/>
                    </a:lnTo>
                    <a:lnTo>
                      <a:pt x="574" y="0"/>
                    </a:lnTo>
                    <a:lnTo>
                      <a:pt x="562" y="0"/>
                    </a:lnTo>
                    <a:lnTo>
                      <a:pt x="437" y="234"/>
                    </a:lnTo>
                    <a:lnTo>
                      <a:pt x="323" y="480"/>
                    </a:lnTo>
                    <a:lnTo>
                      <a:pt x="227" y="737"/>
                    </a:lnTo>
                    <a:lnTo>
                      <a:pt x="150" y="1001"/>
                    </a:lnTo>
                    <a:lnTo>
                      <a:pt x="84" y="1277"/>
                    </a:lnTo>
                    <a:lnTo>
                      <a:pt x="42" y="1559"/>
                    </a:lnTo>
                    <a:lnTo>
                      <a:pt x="12" y="1852"/>
                    </a:lnTo>
                    <a:lnTo>
                      <a:pt x="0" y="2146"/>
                    </a:lnTo>
                    <a:lnTo>
                      <a:pt x="6" y="2434"/>
                    </a:lnTo>
                    <a:lnTo>
                      <a:pt x="30" y="2715"/>
                    </a:lnTo>
                    <a:lnTo>
                      <a:pt x="66" y="2997"/>
                    </a:lnTo>
                    <a:lnTo>
                      <a:pt x="120" y="3273"/>
                    </a:lnTo>
                    <a:lnTo>
                      <a:pt x="191" y="3549"/>
                    </a:lnTo>
                    <a:lnTo>
                      <a:pt x="275" y="3812"/>
                    </a:lnTo>
                    <a:lnTo>
                      <a:pt x="371" y="4070"/>
                    </a:lnTo>
                    <a:lnTo>
                      <a:pt x="484" y="4316"/>
                    </a:lnTo>
                    <a:lnTo>
                      <a:pt x="496" y="4316"/>
                    </a:lnTo>
                    <a:lnTo>
                      <a:pt x="383" y="4070"/>
                    </a:lnTo>
                    <a:lnTo>
                      <a:pt x="287" y="3812"/>
                    </a:lnTo>
                    <a:lnTo>
                      <a:pt x="203" y="3549"/>
                    </a:lnTo>
                    <a:lnTo>
                      <a:pt x="132" y="3273"/>
                    </a:lnTo>
                    <a:lnTo>
                      <a:pt x="78" y="2997"/>
                    </a:lnTo>
                    <a:lnTo>
                      <a:pt x="42" y="2715"/>
                    </a:lnTo>
                    <a:lnTo>
                      <a:pt x="18" y="2434"/>
                    </a:lnTo>
                    <a:lnTo>
                      <a:pt x="12" y="2146"/>
                    </a:lnTo>
                    <a:lnTo>
                      <a:pt x="12" y="2146"/>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62162" name="Freeform 18"/>
              <p:cNvSpPr/>
              <p:nvPr/>
            </p:nvSpPr>
            <p:spPr bwMode="hidden">
              <a:xfrm>
                <a:off x="702" y="0"/>
                <a:ext cx="737" cy="4316"/>
              </a:xfrm>
              <a:custGeom>
                <a:avLst/>
                <a:gdLst/>
                <a:ahLst/>
                <a:cxnLst>
                  <a:cxn ang="0">
                    <a:pos x="12" y="2098"/>
                  </a:cxn>
                  <a:cxn ang="0">
                    <a:pos x="29" y="1798"/>
                  </a:cxn>
                  <a:cxn ang="0">
                    <a:pos x="71" y="1505"/>
                  </a:cxn>
                  <a:cxn ang="0">
                    <a:pos x="131" y="1223"/>
                  </a:cxn>
                  <a:cxn ang="0">
                    <a:pos x="215" y="941"/>
                  </a:cxn>
                  <a:cxn ang="0">
                    <a:pos x="316" y="689"/>
                  </a:cxn>
                  <a:cxn ang="0">
                    <a:pos x="442" y="444"/>
                  </a:cxn>
                  <a:cxn ang="0">
                    <a:pos x="580" y="216"/>
                  </a:cxn>
                  <a:cxn ang="0">
                    <a:pos x="735" y="0"/>
                  </a:cxn>
                  <a:cxn ang="0">
                    <a:pos x="723" y="0"/>
                  </a:cxn>
                  <a:cxn ang="0">
                    <a:pos x="568" y="210"/>
                  </a:cxn>
                  <a:cxn ang="0">
                    <a:pos x="430" y="438"/>
                  </a:cxn>
                  <a:cxn ang="0">
                    <a:pos x="311" y="683"/>
                  </a:cxn>
                  <a:cxn ang="0">
                    <a:pos x="209" y="941"/>
                  </a:cxn>
                  <a:cxn ang="0">
                    <a:pos x="125" y="1217"/>
                  </a:cxn>
                  <a:cxn ang="0">
                    <a:pos x="59" y="1505"/>
                  </a:cxn>
                  <a:cxn ang="0">
                    <a:pos x="18" y="1798"/>
                  </a:cxn>
                  <a:cxn ang="0">
                    <a:pos x="0" y="2098"/>
                  </a:cxn>
                  <a:cxn ang="0">
                    <a:pos x="6" y="2404"/>
                  </a:cxn>
                  <a:cxn ang="0">
                    <a:pos x="29" y="2709"/>
                  </a:cxn>
                  <a:cxn ang="0">
                    <a:pos x="77" y="3015"/>
                  </a:cxn>
                  <a:cxn ang="0">
                    <a:pos x="149" y="3315"/>
                  </a:cxn>
                  <a:cxn ang="0">
                    <a:pos x="227" y="3573"/>
                  </a:cxn>
                  <a:cxn ang="0">
                    <a:pos x="316" y="3824"/>
                  </a:cxn>
                  <a:cxn ang="0">
                    <a:pos x="424" y="4076"/>
                  </a:cxn>
                  <a:cxn ang="0">
                    <a:pos x="544" y="4316"/>
                  </a:cxn>
                  <a:cxn ang="0">
                    <a:pos x="556" y="4316"/>
                  </a:cxn>
                  <a:cxn ang="0">
                    <a:pos x="436" y="4076"/>
                  </a:cxn>
                  <a:cxn ang="0">
                    <a:pos x="328" y="3824"/>
                  </a:cxn>
                  <a:cxn ang="0">
                    <a:pos x="239" y="3573"/>
                  </a:cxn>
                  <a:cxn ang="0">
                    <a:pos x="161" y="3315"/>
                  </a:cxn>
                  <a:cxn ang="0">
                    <a:pos x="89" y="3015"/>
                  </a:cxn>
                  <a:cxn ang="0">
                    <a:pos x="41" y="2709"/>
                  </a:cxn>
                  <a:cxn ang="0">
                    <a:pos x="18" y="2404"/>
                  </a:cxn>
                  <a:cxn ang="0">
                    <a:pos x="12" y="2098"/>
                  </a:cxn>
                  <a:cxn ang="0">
                    <a:pos x="12" y="2098"/>
                  </a:cxn>
                </a:cxnLst>
                <a:rect l="0" t="0" r="r" b="b"/>
                <a:pathLst>
                  <a:path w="735" h="4316">
                    <a:moveTo>
                      <a:pt x="12" y="2098"/>
                    </a:moveTo>
                    <a:lnTo>
                      <a:pt x="29" y="1798"/>
                    </a:lnTo>
                    <a:lnTo>
                      <a:pt x="71" y="1505"/>
                    </a:lnTo>
                    <a:lnTo>
                      <a:pt x="131" y="1223"/>
                    </a:lnTo>
                    <a:lnTo>
                      <a:pt x="215" y="941"/>
                    </a:lnTo>
                    <a:lnTo>
                      <a:pt x="316" y="689"/>
                    </a:lnTo>
                    <a:lnTo>
                      <a:pt x="442" y="444"/>
                    </a:lnTo>
                    <a:lnTo>
                      <a:pt x="580" y="216"/>
                    </a:lnTo>
                    <a:lnTo>
                      <a:pt x="735" y="0"/>
                    </a:lnTo>
                    <a:lnTo>
                      <a:pt x="723" y="0"/>
                    </a:lnTo>
                    <a:lnTo>
                      <a:pt x="568" y="210"/>
                    </a:lnTo>
                    <a:lnTo>
                      <a:pt x="430" y="438"/>
                    </a:lnTo>
                    <a:lnTo>
                      <a:pt x="311" y="683"/>
                    </a:lnTo>
                    <a:lnTo>
                      <a:pt x="209" y="941"/>
                    </a:lnTo>
                    <a:lnTo>
                      <a:pt x="125" y="1217"/>
                    </a:lnTo>
                    <a:lnTo>
                      <a:pt x="59" y="1505"/>
                    </a:lnTo>
                    <a:lnTo>
                      <a:pt x="18" y="1798"/>
                    </a:lnTo>
                    <a:lnTo>
                      <a:pt x="0" y="2098"/>
                    </a:lnTo>
                    <a:lnTo>
                      <a:pt x="6" y="2404"/>
                    </a:lnTo>
                    <a:lnTo>
                      <a:pt x="29" y="2709"/>
                    </a:lnTo>
                    <a:lnTo>
                      <a:pt x="77" y="3015"/>
                    </a:lnTo>
                    <a:lnTo>
                      <a:pt x="149" y="3315"/>
                    </a:lnTo>
                    <a:lnTo>
                      <a:pt x="227" y="3573"/>
                    </a:lnTo>
                    <a:lnTo>
                      <a:pt x="316" y="3824"/>
                    </a:lnTo>
                    <a:lnTo>
                      <a:pt x="424" y="4076"/>
                    </a:lnTo>
                    <a:lnTo>
                      <a:pt x="544" y="4316"/>
                    </a:lnTo>
                    <a:lnTo>
                      <a:pt x="556" y="4316"/>
                    </a:lnTo>
                    <a:lnTo>
                      <a:pt x="436" y="4076"/>
                    </a:lnTo>
                    <a:lnTo>
                      <a:pt x="328" y="3824"/>
                    </a:lnTo>
                    <a:lnTo>
                      <a:pt x="239" y="3573"/>
                    </a:lnTo>
                    <a:lnTo>
                      <a:pt x="161" y="3315"/>
                    </a:lnTo>
                    <a:lnTo>
                      <a:pt x="89" y="3015"/>
                    </a:lnTo>
                    <a:lnTo>
                      <a:pt x="41" y="2709"/>
                    </a:lnTo>
                    <a:lnTo>
                      <a:pt x="18" y="2404"/>
                    </a:lnTo>
                    <a:lnTo>
                      <a:pt x="12" y="2098"/>
                    </a:lnTo>
                    <a:lnTo>
                      <a:pt x="12" y="2098"/>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62163" name="Freeform 19"/>
              <p:cNvSpPr/>
              <p:nvPr/>
            </p:nvSpPr>
            <p:spPr bwMode="hidden">
              <a:xfrm>
                <a:off x="288" y="0"/>
                <a:ext cx="840" cy="4316"/>
              </a:xfrm>
              <a:custGeom>
                <a:avLst/>
                <a:gdLst/>
                <a:ahLst/>
                <a:cxnLst>
                  <a:cxn ang="0">
                    <a:pos x="18" y="1948"/>
                  </a:cxn>
                  <a:cxn ang="0">
                    <a:pos x="48" y="1708"/>
                  </a:cxn>
                  <a:cxn ang="0">
                    <a:pos x="96" y="1475"/>
                  </a:cxn>
                  <a:cxn ang="0">
                    <a:pos x="161" y="1235"/>
                  </a:cxn>
                  <a:cxn ang="0">
                    <a:pos x="251" y="995"/>
                  </a:cxn>
                  <a:cxn ang="0">
                    <a:pos x="365" y="755"/>
                  </a:cxn>
                  <a:cxn ang="0">
                    <a:pos x="496" y="510"/>
                  </a:cxn>
                  <a:cxn ang="0">
                    <a:pos x="658" y="258"/>
                  </a:cxn>
                  <a:cxn ang="0">
                    <a:pos x="741" y="132"/>
                  </a:cxn>
                  <a:cxn ang="0">
                    <a:pos x="837" y="0"/>
                  </a:cxn>
                  <a:cxn ang="0">
                    <a:pos x="825" y="0"/>
                  </a:cxn>
                  <a:cxn ang="0">
                    <a:pos x="729" y="132"/>
                  </a:cxn>
                  <a:cxn ang="0">
                    <a:pos x="640" y="258"/>
                  </a:cxn>
                  <a:cxn ang="0">
                    <a:pos x="562" y="384"/>
                  </a:cxn>
                  <a:cxn ang="0">
                    <a:pos x="484" y="510"/>
                  </a:cxn>
                  <a:cxn ang="0">
                    <a:pos x="353" y="755"/>
                  </a:cxn>
                  <a:cxn ang="0">
                    <a:pos x="239" y="995"/>
                  </a:cxn>
                  <a:cxn ang="0">
                    <a:pos x="150" y="1235"/>
                  </a:cxn>
                  <a:cxn ang="0">
                    <a:pos x="84" y="1469"/>
                  </a:cxn>
                  <a:cxn ang="0">
                    <a:pos x="36" y="1702"/>
                  </a:cxn>
                  <a:cxn ang="0">
                    <a:pos x="6" y="1942"/>
                  </a:cxn>
                  <a:cxn ang="0">
                    <a:pos x="0" y="2200"/>
                  </a:cxn>
                  <a:cxn ang="0">
                    <a:pos x="12" y="2470"/>
                  </a:cxn>
                  <a:cxn ang="0">
                    <a:pos x="48" y="2739"/>
                  </a:cxn>
                  <a:cxn ang="0">
                    <a:pos x="114" y="3027"/>
                  </a:cxn>
                  <a:cxn ang="0">
                    <a:pos x="150" y="3171"/>
                  </a:cxn>
                  <a:cxn ang="0">
                    <a:pos x="197" y="3321"/>
                  </a:cxn>
                  <a:cxn ang="0">
                    <a:pos x="245" y="3477"/>
                  </a:cxn>
                  <a:cxn ang="0">
                    <a:pos x="305" y="3639"/>
                  </a:cxn>
                  <a:cxn ang="0">
                    <a:pos x="365" y="3800"/>
                  </a:cxn>
                  <a:cxn ang="0">
                    <a:pos x="437" y="3968"/>
                  </a:cxn>
                  <a:cxn ang="0">
                    <a:pos x="508" y="4136"/>
                  </a:cxn>
                  <a:cxn ang="0">
                    <a:pos x="592" y="4316"/>
                  </a:cxn>
                  <a:cxn ang="0">
                    <a:pos x="604" y="4316"/>
                  </a:cxn>
                  <a:cxn ang="0">
                    <a:pos x="520" y="4136"/>
                  </a:cxn>
                  <a:cxn ang="0">
                    <a:pos x="448" y="3968"/>
                  </a:cxn>
                  <a:cxn ang="0">
                    <a:pos x="377" y="3800"/>
                  </a:cxn>
                  <a:cxn ang="0">
                    <a:pos x="317" y="3639"/>
                  </a:cxn>
                  <a:cxn ang="0">
                    <a:pos x="257" y="3477"/>
                  </a:cxn>
                  <a:cxn ang="0">
                    <a:pos x="209" y="3327"/>
                  </a:cxn>
                  <a:cxn ang="0">
                    <a:pos x="161" y="3171"/>
                  </a:cxn>
                  <a:cxn ang="0">
                    <a:pos x="126" y="3027"/>
                  </a:cxn>
                  <a:cxn ang="0">
                    <a:pos x="60" y="2739"/>
                  </a:cxn>
                  <a:cxn ang="0">
                    <a:pos x="24" y="2470"/>
                  </a:cxn>
                  <a:cxn ang="0">
                    <a:pos x="12" y="2206"/>
                  </a:cxn>
                  <a:cxn ang="0">
                    <a:pos x="18" y="1948"/>
                  </a:cxn>
                  <a:cxn ang="0">
                    <a:pos x="18" y="1948"/>
                  </a:cxn>
                </a:cxnLst>
                <a:rect l="0" t="0" r="r" b="b"/>
                <a:pathLst>
                  <a:path w="837" h="4316">
                    <a:moveTo>
                      <a:pt x="18" y="1948"/>
                    </a:moveTo>
                    <a:lnTo>
                      <a:pt x="48" y="1708"/>
                    </a:lnTo>
                    <a:lnTo>
                      <a:pt x="96" y="1475"/>
                    </a:lnTo>
                    <a:lnTo>
                      <a:pt x="161" y="1235"/>
                    </a:lnTo>
                    <a:lnTo>
                      <a:pt x="251" y="995"/>
                    </a:lnTo>
                    <a:lnTo>
                      <a:pt x="365" y="755"/>
                    </a:lnTo>
                    <a:lnTo>
                      <a:pt x="496" y="510"/>
                    </a:lnTo>
                    <a:lnTo>
                      <a:pt x="658" y="258"/>
                    </a:lnTo>
                    <a:lnTo>
                      <a:pt x="741" y="132"/>
                    </a:lnTo>
                    <a:lnTo>
                      <a:pt x="837" y="0"/>
                    </a:lnTo>
                    <a:lnTo>
                      <a:pt x="825" y="0"/>
                    </a:lnTo>
                    <a:lnTo>
                      <a:pt x="729" y="132"/>
                    </a:lnTo>
                    <a:lnTo>
                      <a:pt x="640" y="258"/>
                    </a:lnTo>
                    <a:lnTo>
                      <a:pt x="562" y="384"/>
                    </a:lnTo>
                    <a:lnTo>
                      <a:pt x="484" y="510"/>
                    </a:lnTo>
                    <a:lnTo>
                      <a:pt x="353" y="755"/>
                    </a:lnTo>
                    <a:lnTo>
                      <a:pt x="239" y="995"/>
                    </a:lnTo>
                    <a:lnTo>
                      <a:pt x="150" y="1235"/>
                    </a:lnTo>
                    <a:lnTo>
                      <a:pt x="84" y="1469"/>
                    </a:lnTo>
                    <a:lnTo>
                      <a:pt x="36" y="1702"/>
                    </a:lnTo>
                    <a:lnTo>
                      <a:pt x="6" y="1942"/>
                    </a:lnTo>
                    <a:lnTo>
                      <a:pt x="0" y="2200"/>
                    </a:lnTo>
                    <a:lnTo>
                      <a:pt x="12" y="2470"/>
                    </a:lnTo>
                    <a:lnTo>
                      <a:pt x="48" y="2739"/>
                    </a:lnTo>
                    <a:lnTo>
                      <a:pt x="114" y="3027"/>
                    </a:lnTo>
                    <a:lnTo>
                      <a:pt x="150" y="3171"/>
                    </a:lnTo>
                    <a:lnTo>
                      <a:pt x="197" y="3321"/>
                    </a:lnTo>
                    <a:lnTo>
                      <a:pt x="245" y="3477"/>
                    </a:lnTo>
                    <a:lnTo>
                      <a:pt x="305" y="3639"/>
                    </a:lnTo>
                    <a:lnTo>
                      <a:pt x="365" y="3800"/>
                    </a:lnTo>
                    <a:lnTo>
                      <a:pt x="437" y="3968"/>
                    </a:lnTo>
                    <a:lnTo>
                      <a:pt x="508" y="4136"/>
                    </a:lnTo>
                    <a:lnTo>
                      <a:pt x="592" y="4316"/>
                    </a:lnTo>
                    <a:lnTo>
                      <a:pt x="604" y="4316"/>
                    </a:lnTo>
                    <a:lnTo>
                      <a:pt x="520" y="4136"/>
                    </a:lnTo>
                    <a:lnTo>
                      <a:pt x="448" y="3968"/>
                    </a:lnTo>
                    <a:lnTo>
                      <a:pt x="377" y="3800"/>
                    </a:lnTo>
                    <a:lnTo>
                      <a:pt x="317" y="3639"/>
                    </a:lnTo>
                    <a:lnTo>
                      <a:pt x="257" y="3477"/>
                    </a:lnTo>
                    <a:lnTo>
                      <a:pt x="209" y="3327"/>
                    </a:lnTo>
                    <a:lnTo>
                      <a:pt x="161" y="3171"/>
                    </a:lnTo>
                    <a:lnTo>
                      <a:pt x="126" y="3027"/>
                    </a:lnTo>
                    <a:lnTo>
                      <a:pt x="60" y="2739"/>
                    </a:lnTo>
                    <a:lnTo>
                      <a:pt x="24" y="2470"/>
                    </a:lnTo>
                    <a:lnTo>
                      <a:pt x="12" y="2206"/>
                    </a:lnTo>
                    <a:lnTo>
                      <a:pt x="18" y="1948"/>
                    </a:lnTo>
                    <a:lnTo>
                      <a:pt x="18" y="1948"/>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grpSp>
        <p:sp>
          <p:nvSpPr>
            <p:cNvPr id="262164" name="Freeform 20"/>
            <p:cNvSpPr/>
            <p:nvPr/>
          </p:nvSpPr>
          <p:spPr bwMode="hidden">
            <a:xfrm>
              <a:off x="6" y="2901"/>
              <a:ext cx="606" cy="1415"/>
            </a:xfrm>
            <a:custGeom>
              <a:avLst/>
              <a:gdLst/>
              <a:ahLst/>
              <a:cxnLst>
                <a:cxn ang="0">
                  <a:pos x="0" y="54"/>
                </a:cxn>
                <a:cxn ang="0">
                  <a:pos x="42" y="228"/>
                </a:cxn>
                <a:cxn ang="0">
                  <a:pos x="96" y="402"/>
                </a:cxn>
                <a:cxn ang="0">
                  <a:pos x="161" y="576"/>
                </a:cxn>
                <a:cxn ang="0">
                  <a:pos x="227" y="744"/>
                </a:cxn>
                <a:cxn ang="0">
                  <a:pos x="305" y="917"/>
                </a:cxn>
                <a:cxn ang="0">
                  <a:pos x="389" y="1085"/>
                </a:cxn>
                <a:cxn ang="0">
                  <a:pos x="484" y="1253"/>
                </a:cxn>
                <a:cxn ang="0">
                  <a:pos x="586" y="1415"/>
                </a:cxn>
                <a:cxn ang="0">
                  <a:pos x="604" y="1415"/>
                </a:cxn>
                <a:cxn ang="0">
                  <a:pos x="496" y="1247"/>
                </a:cxn>
                <a:cxn ang="0">
                  <a:pos x="401" y="1073"/>
                </a:cxn>
                <a:cxn ang="0">
                  <a:pos x="311" y="899"/>
                </a:cxn>
                <a:cxn ang="0">
                  <a:pos x="233" y="720"/>
                </a:cxn>
                <a:cxn ang="0">
                  <a:pos x="161" y="546"/>
                </a:cxn>
                <a:cxn ang="0">
                  <a:pos x="102" y="366"/>
                </a:cxn>
                <a:cxn ang="0">
                  <a:pos x="48" y="180"/>
                </a:cxn>
                <a:cxn ang="0">
                  <a:pos x="0" y="0"/>
                </a:cxn>
                <a:cxn ang="0">
                  <a:pos x="0" y="54"/>
                </a:cxn>
                <a:cxn ang="0">
                  <a:pos x="0" y="54"/>
                </a:cxn>
              </a:cxnLst>
              <a:rect l="0" t="0" r="r" b="b"/>
              <a:pathLst>
                <a:path w="604" h="1415">
                  <a:moveTo>
                    <a:pt x="0" y="54"/>
                  </a:moveTo>
                  <a:lnTo>
                    <a:pt x="42" y="228"/>
                  </a:lnTo>
                  <a:lnTo>
                    <a:pt x="96" y="402"/>
                  </a:lnTo>
                  <a:lnTo>
                    <a:pt x="161" y="576"/>
                  </a:lnTo>
                  <a:lnTo>
                    <a:pt x="227" y="744"/>
                  </a:lnTo>
                  <a:lnTo>
                    <a:pt x="305" y="917"/>
                  </a:lnTo>
                  <a:lnTo>
                    <a:pt x="389" y="1085"/>
                  </a:lnTo>
                  <a:lnTo>
                    <a:pt x="484" y="1253"/>
                  </a:lnTo>
                  <a:lnTo>
                    <a:pt x="586" y="1415"/>
                  </a:lnTo>
                  <a:lnTo>
                    <a:pt x="604" y="1415"/>
                  </a:lnTo>
                  <a:lnTo>
                    <a:pt x="496" y="1247"/>
                  </a:lnTo>
                  <a:lnTo>
                    <a:pt x="401" y="1073"/>
                  </a:lnTo>
                  <a:lnTo>
                    <a:pt x="311" y="899"/>
                  </a:lnTo>
                  <a:lnTo>
                    <a:pt x="233" y="720"/>
                  </a:lnTo>
                  <a:lnTo>
                    <a:pt x="161" y="546"/>
                  </a:lnTo>
                  <a:lnTo>
                    <a:pt x="102" y="366"/>
                  </a:lnTo>
                  <a:lnTo>
                    <a:pt x="48" y="180"/>
                  </a:lnTo>
                  <a:lnTo>
                    <a:pt x="0" y="0"/>
                  </a:lnTo>
                  <a:lnTo>
                    <a:pt x="0" y="54"/>
                  </a:lnTo>
                  <a:lnTo>
                    <a:pt x="0" y="54"/>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62165" name="Freeform 21"/>
            <p:cNvSpPr/>
            <p:nvPr/>
          </p:nvSpPr>
          <p:spPr bwMode="hidden">
            <a:xfrm>
              <a:off x="6" y="3890"/>
              <a:ext cx="228" cy="426"/>
            </a:xfrm>
            <a:custGeom>
              <a:avLst/>
              <a:gdLst/>
              <a:ahLst/>
              <a:cxnLst>
                <a:cxn ang="0">
                  <a:pos x="0" y="30"/>
                </a:cxn>
                <a:cxn ang="0">
                  <a:pos x="108" y="240"/>
                </a:cxn>
                <a:cxn ang="0">
                  <a:pos x="215" y="426"/>
                </a:cxn>
                <a:cxn ang="0">
                  <a:pos x="227" y="426"/>
                </a:cxn>
                <a:cxn ang="0">
                  <a:pos x="167" y="330"/>
                </a:cxn>
                <a:cxn ang="0">
                  <a:pos x="114" y="222"/>
                </a:cxn>
                <a:cxn ang="0">
                  <a:pos x="0" y="0"/>
                </a:cxn>
                <a:cxn ang="0">
                  <a:pos x="0" y="30"/>
                </a:cxn>
                <a:cxn ang="0">
                  <a:pos x="0" y="30"/>
                </a:cxn>
              </a:cxnLst>
              <a:rect l="0" t="0" r="r" b="b"/>
              <a:pathLst>
                <a:path w="227" h="426">
                  <a:moveTo>
                    <a:pt x="0" y="30"/>
                  </a:moveTo>
                  <a:lnTo>
                    <a:pt x="108" y="240"/>
                  </a:lnTo>
                  <a:lnTo>
                    <a:pt x="215" y="426"/>
                  </a:lnTo>
                  <a:lnTo>
                    <a:pt x="227" y="426"/>
                  </a:lnTo>
                  <a:lnTo>
                    <a:pt x="167" y="330"/>
                  </a:lnTo>
                  <a:lnTo>
                    <a:pt x="114" y="222"/>
                  </a:lnTo>
                  <a:lnTo>
                    <a:pt x="0" y="0"/>
                  </a:lnTo>
                  <a:lnTo>
                    <a:pt x="0" y="30"/>
                  </a:lnTo>
                  <a:lnTo>
                    <a:pt x="0" y="30"/>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62166" name="Freeform 22"/>
            <p:cNvSpPr/>
            <p:nvPr/>
          </p:nvSpPr>
          <p:spPr bwMode="hidden">
            <a:xfrm>
              <a:off x="4776" y="0"/>
              <a:ext cx="984" cy="1786"/>
            </a:xfrm>
            <a:custGeom>
              <a:avLst/>
              <a:gdLst/>
              <a:ahLst/>
              <a:cxnLst>
                <a:cxn ang="0">
                  <a:pos x="981" y="1786"/>
                </a:cxn>
                <a:cxn ang="0">
                  <a:pos x="981" y="1720"/>
                </a:cxn>
                <a:cxn ang="0">
                  <a:pos x="969" y="1666"/>
                </a:cxn>
                <a:cxn ang="0">
                  <a:pos x="957" y="1613"/>
                </a:cxn>
                <a:cxn ang="0">
                  <a:pos x="921" y="1487"/>
                </a:cxn>
                <a:cxn ang="0">
                  <a:pos x="885" y="1361"/>
                </a:cxn>
                <a:cxn ang="0">
                  <a:pos x="796" y="1121"/>
                </a:cxn>
                <a:cxn ang="0">
                  <a:pos x="682" y="899"/>
                </a:cxn>
                <a:cxn ang="0">
                  <a:pos x="562" y="689"/>
                </a:cxn>
                <a:cxn ang="0">
                  <a:pos x="431" y="498"/>
                </a:cxn>
                <a:cxn ang="0">
                  <a:pos x="293" y="318"/>
                </a:cxn>
                <a:cxn ang="0">
                  <a:pos x="150" y="150"/>
                </a:cxn>
                <a:cxn ang="0">
                  <a:pos x="12" y="0"/>
                </a:cxn>
                <a:cxn ang="0">
                  <a:pos x="0" y="0"/>
                </a:cxn>
                <a:cxn ang="0">
                  <a:pos x="138" y="150"/>
                </a:cxn>
                <a:cxn ang="0">
                  <a:pos x="275" y="318"/>
                </a:cxn>
                <a:cxn ang="0">
                  <a:pos x="413" y="498"/>
                </a:cxn>
                <a:cxn ang="0">
                  <a:pos x="545" y="689"/>
                </a:cxn>
                <a:cxn ang="0">
                  <a:pos x="670" y="899"/>
                </a:cxn>
                <a:cxn ang="0">
                  <a:pos x="778" y="1121"/>
                </a:cxn>
                <a:cxn ang="0">
                  <a:pos x="873" y="1361"/>
                </a:cxn>
                <a:cxn ang="0">
                  <a:pos x="909" y="1487"/>
                </a:cxn>
                <a:cxn ang="0">
                  <a:pos x="945" y="1619"/>
                </a:cxn>
                <a:cxn ang="0">
                  <a:pos x="963" y="1702"/>
                </a:cxn>
                <a:cxn ang="0">
                  <a:pos x="981" y="1786"/>
                </a:cxn>
                <a:cxn ang="0">
                  <a:pos x="981" y="1786"/>
                </a:cxn>
              </a:cxnLst>
              <a:rect l="0" t="0" r="r" b="b"/>
              <a:pathLst>
                <a:path w="981" h="1786">
                  <a:moveTo>
                    <a:pt x="981" y="1786"/>
                  </a:moveTo>
                  <a:lnTo>
                    <a:pt x="981" y="1720"/>
                  </a:lnTo>
                  <a:lnTo>
                    <a:pt x="969" y="1666"/>
                  </a:lnTo>
                  <a:lnTo>
                    <a:pt x="957" y="1613"/>
                  </a:lnTo>
                  <a:lnTo>
                    <a:pt x="921" y="1487"/>
                  </a:lnTo>
                  <a:lnTo>
                    <a:pt x="885" y="1361"/>
                  </a:lnTo>
                  <a:lnTo>
                    <a:pt x="796" y="1121"/>
                  </a:lnTo>
                  <a:lnTo>
                    <a:pt x="682" y="899"/>
                  </a:lnTo>
                  <a:lnTo>
                    <a:pt x="562" y="689"/>
                  </a:lnTo>
                  <a:lnTo>
                    <a:pt x="431" y="498"/>
                  </a:lnTo>
                  <a:lnTo>
                    <a:pt x="293" y="318"/>
                  </a:lnTo>
                  <a:lnTo>
                    <a:pt x="150" y="150"/>
                  </a:lnTo>
                  <a:lnTo>
                    <a:pt x="12" y="0"/>
                  </a:lnTo>
                  <a:lnTo>
                    <a:pt x="0" y="0"/>
                  </a:lnTo>
                  <a:lnTo>
                    <a:pt x="138" y="150"/>
                  </a:lnTo>
                  <a:lnTo>
                    <a:pt x="275" y="318"/>
                  </a:lnTo>
                  <a:lnTo>
                    <a:pt x="413" y="498"/>
                  </a:lnTo>
                  <a:lnTo>
                    <a:pt x="545" y="689"/>
                  </a:lnTo>
                  <a:lnTo>
                    <a:pt x="670" y="899"/>
                  </a:lnTo>
                  <a:lnTo>
                    <a:pt x="778" y="1121"/>
                  </a:lnTo>
                  <a:lnTo>
                    <a:pt x="873" y="1361"/>
                  </a:lnTo>
                  <a:lnTo>
                    <a:pt x="909" y="1487"/>
                  </a:lnTo>
                  <a:lnTo>
                    <a:pt x="945" y="1619"/>
                  </a:lnTo>
                  <a:lnTo>
                    <a:pt x="963" y="1702"/>
                  </a:lnTo>
                  <a:lnTo>
                    <a:pt x="981" y="1786"/>
                  </a:lnTo>
                  <a:lnTo>
                    <a:pt x="981" y="1786"/>
                  </a:lnTo>
                  <a:close/>
                </a:path>
              </a:pathLst>
            </a:custGeom>
            <a:gradFill rotWithShape="0">
              <a:gsLst>
                <a:gs pos="0">
                  <a:schemeClr val="bg1"/>
                </a:gs>
                <a:gs pos="100000">
                  <a:schemeClr val="bg1">
                    <a:gamma/>
                    <a:shade val="94118"/>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39" name="Freeform 23"/>
            <p:cNvSpPr/>
            <p:nvPr/>
          </p:nvSpPr>
          <p:spPr>
            <a:xfrm>
              <a:off x="5041" y="0"/>
              <a:ext cx="719" cy="845"/>
            </a:xfrm>
            <a:custGeom>
              <a:avLst/>
              <a:gdLst/>
              <a:ahLst/>
              <a:cxnLst>
                <a:cxn ang="0">
                  <a:pos x="951" y="845"/>
                </a:cxn>
                <a:cxn ang="0">
                  <a:pos x="951" y="821"/>
                </a:cxn>
                <a:cxn ang="0">
                  <a:pos x="790" y="605"/>
                </a:cxn>
                <a:cxn ang="0">
                  <a:pos x="514" y="396"/>
                </a:cxn>
                <a:cxn ang="0">
                  <a:pos x="329" y="192"/>
                </a:cxn>
                <a:cxn ang="0">
                  <a:pos x="17" y="0"/>
                </a:cxn>
                <a:cxn ang="0">
                  <a:pos x="0" y="0"/>
                </a:cxn>
                <a:cxn ang="0">
                  <a:pos x="317" y="198"/>
                </a:cxn>
                <a:cxn ang="0">
                  <a:pos x="508" y="408"/>
                </a:cxn>
                <a:cxn ang="0">
                  <a:pos x="784" y="623"/>
                </a:cxn>
                <a:cxn ang="0">
                  <a:pos x="951" y="845"/>
                </a:cxn>
                <a:cxn ang="0">
                  <a:pos x="951" y="845"/>
                </a:cxn>
              </a:cxnLst>
              <a:pathLst>
                <a:path w="717" h="845">
                  <a:moveTo>
                    <a:pt x="717" y="845"/>
                  </a:moveTo>
                  <a:lnTo>
                    <a:pt x="717" y="821"/>
                  </a:lnTo>
                  <a:lnTo>
                    <a:pt x="574" y="605"/>
                  </a:lnTo>
                  <a:lnTo>
                    <a:pt x="406" y="396"/>
                  </a:lnTo>
                  <a:lnTo>
                    <a:pt x="221" y="192"/>
                  </a:lnTo>
                  <a:lnTo>
                    <a:pt x="17" y="0"/>
                  </a:lnTo>
                  <a:lnTo>
                    <a:pt x="0" y="0"/>
                  </a:lnTo>
                  <a:lnTo>
                    <a:pt x="209" y="198"/>
                  </a:lnTo>
                  <a:lnTo>
                    <a:pt x="400" y="408"/>
                  </a:lnTo>
                  <a:lnTo>
                    <a:pt x="568" y="623"/>
                  </a:lnTo>
                  <a:lnTo>
                    <a:pt x="717" y="845"/>
                  </a:lnTo>
                  <a:close/>
                </a:path>
              </a:pathLst>
            </a:custGeom>
            <a:solidFill>
              <a:schemeClr val="bg1">
                <a:alpha val="100000"/>
              </a:schemeClr>
            </a:solidFill>
            <a:ln w="9525">
              <a:noFill/>
            </a:ln>
          </p:spPr>
          <p:txBody>
            <a:bodyPr/>
            <a:p>
              <a:endParaRPr lang="zh-CN" altLang="en-US"/>
            </a:p>
          </p:txBody>
        </p:sp>
        <p:sp>
          <p:nvSpPr>
            <p:cNvPr id="1040" name="Freeform 24"/>
            <p:cNvSpPr/>
            <p:nvPr/>
          </p:nvSpPr>
          <p:spPr>
            <a:xfrm>
              <a:off x="5352" y="0"/>
              <a:ext cx="408" cy="414"/>
            </a:xfrm>
            <a:custGeom>
              <a:avLst/>
              <a:gdLst/>
              <a:ahLst/>
              <a:cxnLst>
                <a:cxn ang="0">
                  <a:pos x="515" y="414"/>
                </a:cxn>
                <a:cxn ang="0">
                  <a:pos x="515" y="396"/>
                </a:cxn>
                <a:cxn ang="0">
                  <a:pos x="330" y="192"/>
                </a:cxn>
                <a:cxn ang="0">
                  <a:pos x="12" y="0"/>
                </a:cxn>
                <a:cxn ang="0">
                  <a:pos x="0" y="0"/>
                </a:cxn>
                <a:cxn ang="0">
                  <a:pos x="108" y="102"/>
                </a:cxn>
                <a:cxn ang="0">
                  <a:pos x="324" y="204"/>
                </a:cxn>
                <a:cxn ang="0">
                  <a:pos x="515" y="414"/>
                </a:cxn>
                <a:cxn ang="0">
                  <a:pos x="515" y="414"/>
                </a:cxn>
              </a:cxnLst>
              <a:pathLst>
                <a:path w="407" h="414">
                  <a:moveTo>
                    <a:pt x="407" y="414"/>
                  </a:moveTo>
                  <a:lnTo>
                    <a:pt x="407" y="396"/>
                  </a:lnTo>
                  <a:lnTo>
                    <a:pt x="222" y="192"/>
                  </a:lnTo>
                  <a:lnTo>
                    <a:pt x="12" y="0"/>
                  </a:lnTo>
                  <a:lnTo>
                    <a:pt x="0" y="0"/>
                  </a:lnTo>
                  <a:lnTo>
                    <a:pt x="108" y="102"/>
                  </a:lnTo>
                  <a:lnTo>
                    <a:pt x="216" y="204"/>
                  </a:lnTo>
                  <a:lnTo>
                    <a:pt x="407" y="414"/>
                  </a:lnTo>
                  <a:close/>
                </a:path>
              </a:pathLst>
            </a:custGeom>
            <a:solidFill>
              <a:schemeClr val="bg1">
                <a:alpha val="100000"/>
              </a:schemeClr>
            </a:solidFill>
            <a:ln w="9525">
              <a:noFill/>
            </a:ln>
          </p:spPr>
          <p:txBody>
            <a:bodyPr/>
            <a:p>
              <a:endParaRPr lang="zh-CN" altLang="en-US"/>
            </a:p>
          </p:txBody>
        </p:sp>
        <p:sp>
          <p:nvSpPr>
            <p:cNvPr id="262169" name="Freeform 25"/>
            <p:cNvSpPr/>
            <p:nvPr/>
          </p:nvSpPr>
          <p:spPr bwMode="hidden">
            <a:xfrm>
              <a:off x="6" y="0"/>
              <a:ext cx="858" cy="1409"/>
            </a:xfrm>
            <a:custGeom>
              <a:avLst/>
              <a:gdLst/>
              <a:ahLst/>
              <a:cxnLst>
                <a:cxn ang="0">
                  <a:pos x="0" y="1361"/>
                </a:cxn>
                <a:cxn ang="0">
                  <a:pos x="0" y="1409"/>
                </a:cxn>
                <a:cxn ang="0">
                  <a:pos x="54" y="1211"/>
                </a:cxn>
                <a:cxn ang="0">
                  <a:pos x="126" y="1013"/>
                </a:cxn>
                <a:cxn ang="0">
                  <a:pos x="215" y="827"/>
                </a:cxn>
                <a:cxn ang="0">
                  <a:pos x="311" y="647"/>
                </a:cxn>
                <a:cxn ang="0">
                  <a:pos x="431" y="474"/>
                </a:cxn>
                <a:cxn ang="0">
                  <a:pos x="556" y="312"/>
                </a:cxn>
                <a:cxn ang="0">
                  <a:pos x="700" y="150"/>
                </a:cxn>
                <a:cxn ang="0">
                  <a:pos x="855" y="0"/>
                </a:cxn>
                <a:cxn ang="0">
                  <a:pos x="837" y="0"/>
                </a:cxn>
                <a:cxn ang="0">
                  <a:pos x="688" y="144"/>
                </a:cxn>
                <a:cxn ang="0">
                  <a:pos x="550" y="300"/>
                </a:cxn>
                <a:cxn ang="0">
                  <a:pos x="425" y="462"/>
                </a:cxn>
                <a:cxn ang="0">
                  <a:pos x="311" y="629"/>
                </a:cxn>
                <a:cxn ang="0">
                  <a:pos x="215" y="803"/>
                </a:cxn>
                <a:cxn ang="0">
                  <a:pos x="132" y="983"/>
                </a:cxn>
                <a:cxn ang="0">
                  <a:pos x="60" y="1169"/>
                </a:cxn>
                <a:cxn ang="0">
                  <a:pos x="0" y="1361"/>
                </a:cxn>
                <a:cxn ang="0">
                  <a:pos x="0" y="1361"/>
                </a:cxn>
              </a:cxnLst>
              <a:rect l="0" t="0" r="r" b="b"/>
              <a:pathLst>
                <a:path w="855" h="1409">
                  <a:moveTo>
                    <a:pt x="0" y="1361"/>
                  </a:moveTo>
                  <a:lnTo>
                    <a:pt x="0" y="1409"/>
                  </a:lnTo>
                  <a:lnTo>
                    <a:pt x="54" y="1211"/>
                  </a:lnTo>
                  <a:lnTo>
                    <a:pt x="126" y="1013"/>
                  </a:lnTo>
                  <a:lnTo>
                    <a:pt x="215" y="827"/>
                  </a:lnTo>
                  <a:lnTo>
                    <a:pt x="311" y="647"/>
                  </a:lnTo>
                  <a:lnTo>
                    <a:pt x="431" y="474"/>
                  </a:lnTo>
                  <a:lnTo>
                    <a:pt x="556" y="312"/>
                  </a:lnTo>
                  <a:lnTo>
                    <a:pt x="700" y="150"/>
                  </a:lnTo>
                  <a:lnTo>
                    <a:pt x="855" y="0"/>
                  </a:lnTo>
                  <a:lnTo>
                    <a:pt x="837" y="0"/>
                  </a:lnTo>
                  <a:lnTo>
                    <a:pt x="688" y="144"/>
                  </a:lnTo>
                  <a:lnTo>
                    <a:pt x="550" y="300"/>
                  </a:lnTo>
                  <a:lnTo>
                    <a:pt x="425" y="462"/>
                  </a:lnTo>
                  <a:lnTo>
                    <a:pt x="311" y="629"/>
                  </a:lnTo>
                  <a:lnTo>
                    <a:pt x="215" y="803"/>
                  </a:lnTo>
                  <a:lnTo>
                    <a:pt x="132" y="983"/>
                  </a:lnTo>
                  <a:lnTo>
                    <a:pt x="60" y="1169"/>
                  </a:lnTo>
                  <a:lnTo>
                    <a:pt x="0" y="1361"/>
                  </a:lnTo>
                  <a:lnTo>
                    <a:pt x="0" y="1361"/>
                  </a:lnTo>
                  <a:close/>
                </a:path>
              </a:pathLst>
            </a:custGeom>
            <a:gradFill rotWithShape="0">
              <a:gsLst>
                <a:gs pos="0">
                  <a:schemeClr val="bg1"/>
                </a:gs>
                <a:gs pos="100000">
                  <a:schemeClr val="bg1">
                    <a:gamma/>
                    <a:shade val="94118"/>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42" name="Freeform 26"/>
            <p:cNvSpPr/>
            <p:nvPr/>
          </p:nvSpPr>
          <p:spPr>
            <a:xfrm>
              <a:off x="6" y="0"/>
              <a:ext cx="588" cy="599"/>
            </a:xfrm>
            <a:custGeom>
              <a:avLst/>
              <a:gdLst/>
              <a:ahLst/>
              <a:cxnLst>
                <a:cxn ang="0">
                  <a:pos x="836" y="0"/>
                </a:cxn>
                <a:cxn ang="0">
                  <a:pos x="809" y="0"/>
                </a:cxn>
                <a:cxn ang="0">
                  <a:pos x="590" y="132"/>
                </a:cxn>
                <a:cxn ang="0">
                  <a:pos x="365" y="270"/>
                </a:cxn>
                <a:cxn ang="0">
                  <a:pos x="120" y="420"/>
                </a:cxn>
                <a:cxn ang="0">
                  <a:pos x="0" y="575"/>
                </a:cxn>
                <a:cxn ang="0">
                  <a:pos x="0" y="599"/>
                </a:cxn>
                <a:cxn ang="0">
                  <a:pos x="120" y="432"/>
                </a:cxn>
                <a:cxn ang="0">
                  <a:pos x="365" y="282"/>
                </a:cxn>
                <a:cxn ang="0">
                  <a:pos x="602" y="138"/>
                </a:cxn>
                <a:cxn ang="0">
                  <a:pos x="836" y="0"/>
                </a:cxn>
                <a:cxn ang="0">
                  <a:pos x="836" y="0"/>
                </a:cxn>
              </a:cxnLst>
              <a:pathLst>
                <a:path w="586" h="599">
                  <a:moveTo>
                    <a:pt x="586" y="0"/>
                  </a:moveTo>
                  <a:lnTo>
                    <a:pt x="568" y="0"/>
                  </a:lnTo>
                  <a:lnTo>
                    <a:pt x="407" y="132"/>
                  </a:lnTo>
                  <a:lnTo>
                    <a:pt x="257" y="270"/>
                  </a:lnTo>
                  <a:lnTo>
                    <a:pt x="120" y="420"/>
                  </a:lnTo>
                  <a:lnTo>
                    <a:pt x="0" y="575"/>
                  </a:lnTo>
                  <a:lnTo>
                    <a:pt x="0" y="599"/>
                  </a:lnTo>
                  <a:lnTo>
                    <a:pt x="120" y="432"/>
                  </a:lnTo>
                  <a:lnTo>
                    <a:pt x="257" y="282"/>
                  </a:lnTo>
                  <a:lnTo>
                    <a:pt x="413" y="138"/>
                  </a:lnTo>
                  <a:lnTo>
                    <a:pt x="586" y="0"/>
                  </a:lnTo>
                  <a:close/>
                </a:path>
              </a:pathLst>
            </a:custGeom>
            <a:solidFill>
              <a:schemeClr val="bg1">
                <a:alpha val="100000"/>
              </a:schemeClr>
            </a:solidFill>
            <a:ln w="9525">
              <a:noFill/>
            </a:ln>
          </p:spPr>
          <p:txBody>
            <a:bodyPr/>
            <a:p>
              <a:endParaRPr lang="zh-CN" altLang="en-US"/>
            </a:p>
          </p:txBody>
        </p:sp>
        <p:sp>
          <p:nvSpPr>
            <p:cNvPr id="1043" name="Freeform 27"/>
            <p:cNvSpPr/>
            <p:nvPr/>
          </p:nvSpPr>
          <p:spPr>
            <a:xfrm>
              <a:off x="6" y="0"/>
              <a:ext cx="270" cy="252"/>
            </a:xfrm>
            <a:custGeom>
              <a:avLst/>
              <a:gdLst/>
              <a:ahLst/>
              <a:cxnLst>
                <a:cxn ang="0">
                  <a:pos x="377" y="0"/>
                </a:cxn>
                <a:cxn ang="0">
                  <a:pos x="359" y="0"/>
                </a:cxn>
                <a:cxn ang="0">
                  <a:pos x="120" y="114"/>
                </a:cxn>
                <a:cxn ang="0">
                  <a:pos x="60" y="174"/>
                </a:cxn>
                <a:cxn ang="0">
                  <a:pos x="0" y="234"/>
                </a:cxn>
                <a:cxn ang="0">
                  <a:pos x="0" y="252"/>
                </a:cxn>
                <a:cxn ang="0">
                  <a:pos x="126" y="120"/>
                </a:cxn>
                <a:cxn ang="0">
                  <a:pos x="377" y="0"/>
                </a:cxn>
                <a:cxn ang="0">
                  <a:pos x="377" y="0"/>
                </a:cxn>
              </a:cxnLst>
              <a:pathLst>
                <a:path w="269" h="252">
                  <a:moveTo>
                    <a:pt x="269" y="0"/>
                  </a:moveTo>
                  <a:lnTo>
                    <a:pt x="251" y="0"/>
                  </a:lnTo>
                  <a:lnTo>
                    <a:pt x="120" y="114"/>
                  </a:lnTo>
                  <a:lnTo>
                    <a:pt x="60" y="174"/>
                  </a:lnTo>
                  <a:lnTo>
                    <a:pt x="0" y="234"/>
                  </a:lnTo>
                  <a:lnTo>
                    <a:pt x="0" y="252"/>
                  </a:lnTo>
                  <a:lnTo>
                    <a:pt x="126" y="120"/>
                  </a:lnTo>
                  <a:lnTo>
                    <a:pt x="269" y="0"/>
                  </a:lnTo>
                  <a:close/>
                </a:path>
              </a:pathLst>
            </a:custGeom>
            <a:solidFill>
              <a:schemeClr val="bg1">
                <a:alpha val="100000"/>
              </a:schemeClr>
            </a:solidFill>
            <a:ln w="9525">
              <a:noFill/>
            </a:ln>
          </p:spPr>
          <p:txBody>
            <a:bodyPr/>
            <a:p>
              <a:endParaRPr lang="zh-CN" altLang="en-US"/>
            </a:p>
          </p:txBody>
        </p:sp>
        <p:sp>
          <p:nvSpPr>
            <p:cNvPr id="1044" name="Line 28"/>
            <p:cNvSpPr/>
            <p:nvPr/>
          </p:nvSpPr>
          <p:spPr>
            <a:xfrm>
              <a:off x="1" y="2749"/>
              <a:ext cx="5758" cy="0"/>
            </a:xfrm>
            <a:prstGeom prst="line">
              <a:avLst/>
            </a:prstGeom>
            <a:ln w="15875" cap="flat" cmpd="sng">
              <a:solidFill>
                <a:schemeClr val="bg1"/>
              </a:solidFill>
              <a:prstDash val="solid"/>
              <a:headEnd type="none" w="med" len="med"/>
              <a:tailEnd type="none" w="med" len="med"/>
            </a:ln>
          </p:spPr>
        </p:sp>
        <p:sp>
          <p:nvSpPr>
            <p:cNvPr id="1045" name="Line 29"/>
            <p:cNvSpPr/>
            <p:nvPr/>
          </p:nvSpPr>
          <p:spPr>
            <a:xfrm>
              <a:off x="1" y="2356"/>
              <a:ext cx="5758" cy="0"/>
            </a:xfrm>
            <a:prstGeom prst="line">
              <a:avLst/>
            </a:prstGeom>
            <a:ln w="15875" cap="flat" cmpd="sng">
              <a:solidFill>
                <a:schemeClr val="bg1"/>
              </a:solidFill>
              <a:prstDash val="solid"/>
              <a:headEnd type="none" w="med" len="med"/>
              <a:tailEnd type="none" w="med" len="med"/>
            </a:ln>
          </p:spPr>
        </p:sp>
        <p:sp>
          <p:nvSpPr>
            <p:cNvPr id="1046" name="Line 30"/>
            <p:cNvSpPr/>
            <p:nvPr/>
          </p:nvSpPr>
          <p:spPr>
            <a:xfrm>
              <a:off x="1" y="3142"/>
              <a:ext cx="5758" cy="0"/>
            </a:xfrm>
            <a:prstGeom prst="line">
              <a:avLst/>
            </a:prstGeom>
            <a:ln w="15875" cap="flat" cmpd="sng">
              <a:solidFill>
                <a:schemeClr val="bg2"/>
              </a:solidFill>
              <a:prstDash val="solid"/>
              <a:headEnd type="none" w="med" len="med"/>
              <a:tailEnd type="none" w="med" len="med"/>
            </a:ln>
          </p:spPr>
        </p:sp>
        <p:grpSp>
          <p:nvGrpSpPr>
            <p:cNvPr id="1047" name="Group 31"/>
            <p:cNvGrpSpPr/>
            <p:nvPr/>
          </p:nvGrpSpPr>
          <p:grpSpPr>
            <a:xfrm>
              <a:off x="1" y="392"/>
              <a:ext cx="5758" cy="1571"/>
              <a:chOff x="1" y="392"/>
              <a:chExt cx="5758" cy="1571"/>
            </a:xfrm>
          </p:grpSpPr>
          <p:sp>
            <p:nvSpPr>
              <p:cNvPr id="1050" name="Line 32"/>
              <p:cNvSpPr/>
              <p:nvPr userDrawn="1"/>
            </p:nvSpPr>
            <p:spPr>
              <a:xfrm>
                <a:off x="1" y="784"/>
                <a:ext cx="5758" cy="0"/>
              </a:xfrm>
              <a:prstGeom prst="line">
                <a:avLst/>
              </a:prstGeom>
              <a:ln w="15875" cap="flat" cmpd="sng">
                <a:solidFill>
                  <a:schemeClr val="bg1"/>
                </a:solidFill>
                <a:prstDash val="solid"/>
                <a:headEnd type="none" w="med" len="med"/>
                <a:tailEnd type="none" w="med" len="med"/>
              </a:ln>
            </p:spPr>
          </p:sp>
          <p:sp>
            <p:nvSpPr>
              <p:cNvPr id="1051" name="Line 33"/>
              <p:cNvSpPr/>
              <p:nvPr userDrawn="1"/>
            </p:nvSpPr>
            <p:spPr>
              <a:xfrm>
                <a:off x="1" y="1963"/>
                <a:ext cx="5758" cy="0"/>
              </a:xfrm>
              <a:prstGeom prst="line">
                <a:avLst/>
              </a:prstGeom>
              <a:ln w="15875" cap="flat" cmpd="sng">
                <a:solidFill>
                  <a:schemeClr val="bg1"/>
                </a:solidFill>
                <a:prstDash val="solid"/>
                <a:headEnd type="none" w="med" len="med"/>
                <a:tailEnd type="none" w="med" len="med"/>
              </a:ln>
            </p:spPr>
          </p:sp>
          <p:sp>
            <p:nvSpPr>
              <p:cNvPr id="1052" name="Line 34"/>
              <p:cNvSpPr/>
              <p:nvPr userDrawn="1"/>
            </p:nvSpPr>
            <p:spPr>
              <a:xfrm>
                <a:off x="1" y="1570"/>
                <a:ext cx="5758" cy="0"/>
              </a:xfrm>
              <a:prstGeom prst="line">
                <a:avLst/>
              </a:prstGeom>
              <a:ln w="15875" cap="flat" cmpd="sng">
                <a:solidFill>
                  <a:schemeClr val="bg1"/>
                </a:solidFill>
                <a:prstDash val="solid"/>
                <a:headEnd type="none" w="med" len="med"/>
                <a:tailEnd type="none" w="med" len="med"/>
              </a:ln>
            </p:spPr>
          </p:sp>
          <p:sp>
            <p:nvSpPr>
              <p:cNvPr id="1053" name="Line 35"/>
              <p:cNvSpPr/>
              <p:nvPr userDrawn="1"/>
            </p:nvSpPr>
            <p:spPr>
              <a:xfrm>
                <a:off x="1" y="1177"/>
                <a:ext cx="5758" cy="0"/>
              </a:xfrm>
              <a:prstGeom prst="line">
                <a:avLst/>
              </a:prstGeom>
              <a:ln w="15875" cap="flat" cmpd="sng">
                <a:solidFill>
                  <a:schemeClr val="bg1"/>
                </a:solidFill>
                <a:prstDash val="solid"/>
                <a:headEnd type="none" w="med" len="med"/>
                <a:tailEnd type="none" w="med" len="med"/>
              </a:ln>
            </p:spPr>
          </p:sp>
          <p:sp>
            <p:nvSpPr>
              <p:cNvPr id="1054" name="Line 36"/>
              <p:cNvSpPr/>
              <p:nvPr userDrawn="1"/>
            </p:nvSpPr>
            <p:spPr>
              <a:xfrm>
                <a:off x="1" y="392"/>
                <a:ext cx="5758" cy="0"/>
              </a:xfrm>
              <a:prstGeom prst="line">
                <a:avLst/>
              </a:prstGeom>
              <a:ln w="15875" cap="flat" cmpd="sng">
                <a:solidFill>
                  <a:schemeClr val="bg1"/>
                </a:solidFill>
                <a:prstDash val="solid"/>
                <a:headEnd type="none" w="med" len="med"/>
                <a:tailEnd type="none" w="med" len="med"/>
              </a:ln>
            </p:spPr>
          </p:sp>
        </p:grpSp>
        <p:sp>
          <p:nvSpPr>
            <p:cNvPr id="1048" name="Line 37"/>
            <p:cNvSpPr/>
            <p:nvPr/>
          </p:nvSpPr>
          <p:spPr>
            <a:xfrm>
              <a:off x="1" y="3928"/>
              <a:ext cx="5758" cy="0"/>
            </a:xfrm>
            <a:prstGeom prst="line">
              <a:avLst/>
            </a:prstGeom>
            <a:ln w="15875" cap="flat" cmpd="sng">
              <a:solidFill>
                <a:schemeClr val="bg2"/>
              </a:solidFill>
              <a:prstDash val="solid"/>
              <a:headEnd type="none" w="med" len="med"/>
              <a:tailEnd type="none" w="med" len="med"/>
            </a:ln>
          </p:spPr>
        </p:sp>
        <p:sp>
          <p:nvSpPr>
            <p:cNvPr id="1049" name="Line 38"/>
            <p:cNvSpPr/>
            <p:nvPr/>
          </p:nvSpPr>
          <p:spPr>
            <a:xfrm>
              <a:off x="1" y="3535"/>
              <a:ext cx="5758" cy="0"/>
            </a:xfrm>
            <a:prstGeom prst="line">
              <a:avLst/>
            </a:prstGeom>
            <a:ln w="15875" cap="flat" cmpd="sng">
              <a:solidFill>
                <a:schemeClr val="bg2"/>
              </a:solidFill>
              <a:prstDash val="solid"/>
              <a:headEnd type="none" w="med" len="med"/>
              <a:tailEnd type="none" w="med" len="med"/>
            </a:ln>
          </p:spPr>
        </p:sp>
      </p:grpSp>
      <p:sp>
        <p:nvSpPr>
          <p:cNvPr id="262183" name="Rectangle 39"/>
          <p:cNvSpPr>
            <a:spLocks noGrp="1" noChangeArrowheads="1"/>
          </p:cNvSpPr>
          <p:nvPr>
            <p:ph type="title"/>
          </p:nvPr>
        </p:nvSpPr>
        <p:spPr bwMode="auto">
          <a:xfrm>
            <a:off x="457200" y="277813"/>
            <a:ext cx="8229600" cy="1139825"/>
          </a:xfrm>
          <a:prstGeom prst="rect">
            <a:avLst/>
          </a:prstGeom>
          <a:noFill/>
          <a:ln w="9525">
            <a:noFill/>
            <a:miter lim="800000"/>
          </a:ln>
          <a:effectLst/>
        </p:spPr>
        <p:txBody>
          <a:bodyPr vert="horz" wrap="square" lIns="91440" tIns="45720" rIns="91440" bIns="45720" numCol="1" anchor="ctr" anchorCtr="1" compatLnSpc="1"/>
          <a:lstStyle/>
          <a:p>
            <a:pPr lvl="0"/>
            <a:r>
              <a:rPr lang="zh-CN" altLang="en-US" smtClean="0"/>
              <a:t>单击此处编辑母版标题样式</a:t>
            </a:r>
            <a:endParaRPr lang="zh-CN" altLang="en-US" smtClean="0"/>
          </a:p>
        </p:txBody>
      </p:sp>
      <p:sp>
        <p:nvSpPr>
          <p:cNvPr id="262184" name="Rectangle 40"/>
          <p:cNvSpPr>
            <a:spLocks noGrp="1" noChangeArrowheads="1"/>
          </p:cNvSpPr>
          <p:nvPr>
            <p:ph type="dt" sz="half" idx="2"/>
          </p:nvPr>
        </p:nvSpPr>
        <p:spPr bwMode="auto">
          <a:xfrm>
            <a:off x="457200" y="6243638"/>
            <a:ext cx="21336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000">
                <a:effectLst>
                  <a:outerShdw blurRad="38100" dist="38100" dir="2700000" algn="tl">
                    <a:srgbClr val="000000"/>
                  </a:outerShdw>
                </a:effectLst>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262185" name="Rectangle 41"/>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000">
                <a:effectLst>
                  <a:outerShdw blurRad="38100" dist="38100" dir="2700000" algn="tl">
                    <a:srgbClr val="000000"/>
                  </a:outerShdw>
                </a:effectLst>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262186" name="Rectangle 42"/>
          <p:cNvSpPr>
            <a:spLocks noGrp="1" noChangeArrowheads="1"/>
          </p:cNvSpPr>
          <p:nvPr>
            <p:ph type="sldNum" sz="quarter" idx="4"/>
          </p:nvPr>
        </p:nvSpPr>
        <p:spPr bwMode="auto">
          <a:xfrm>
            <a:off x="6553200" y="6243638"/>
            <a:ext cx="21336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000">
                <a:effectLst>
                  <a:outerShdw blurRad="38100" dist="38100" dir="2700000" algn="tl">
                    <a:srgbClr val="000000"/>
                  </a:outerShdw>
                </a:effectLst>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546C0AE-855B-4C0E-9953-C8B1EF1E94A4}"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262187" name="Rectangle 43"/>
          <p:cNvSpPr>
            <a:spLocks noGrp="1" noChangeArrowheads="1"/>
          </p:cNvSpPr>
          <p:nvPr>
            <p:ph type="body" idx="1"/>
          </p:nvPr>
        </p:nvSpPr>
        <p:spPr bwMode="auto">
          <a:xfrm>
            <a:off x="457200" y="1600200"/>
            <a:ext cx="8229600" cy="4530725"/>
          </a:xfrm>
          <a:prstGeom prst="rect">
            <a:avLst/>
          </a:prstGeom>
          <a:noFill/>
          <a:ln w="9525">
            <a:noFill/>
            <a:miter lim="800000"/>
          </a:ln>
          <a:effec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hf sldNum="0" hdr="0" ftr="0" dt="0"/>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7618" name="Rectangle 2"/>
          <p:cNvSpPr>
            <a:spLocks noGrp="1" noChangeArrowheads="1"/>
          </p:cNvSpPr>
          <p:nvPr>
            <p:ph type="ctrTitle" sz="quarter"/>
          </p:nvPr>
        </p:nvSpPr>
        <p:spPr/>
        <p:txBody>
          <a:bodyPr vert="horz" wrap="square" lIns="91440" tIns="45720" rIns="91440" bIns="45720" numCol="1" anchor="b"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5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C</a:t>
            </a:r>
            <a:r>
              <a:rPr kumimoji="0" lang="en-US" altLang="zh-CN" sz="5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a:t>
            </a:r>
            <a:r>
              <a:rPr kumimoji="0" lang="zh-CN" altLang="en-US" sz="5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特殊操作符的重载</a:t>
            </a:r>
            <a:endParaRPr kumimoji="0" lang="zh-CN" altLang="en-US" sz="5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67619" name="Rectangle 3"/>
          <p:cNvSpPr>
            <a:spLocks noGrp="1" noChangeArrowheads="1"/>
          </p:cNvSpPr>
          <p:nvPr>
            <p:ph type="subTitle" sz="quarter" idx="1"/>
          </p:nvPr>
        </p:nvSpPr>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defRPr/>
            </a:pPr>
            <a:endParaRPr kumimoji="0" lang="zh-CN"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ctr" anchorCtr="1"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C++</a:t>
            </a: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特殊操作符</a:t>
            </a:r>
            <a:endParaRPr kumimoji="0" lang="zh-CN" altLang="en-US"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 name="内容占位符 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赋值操作符“</a:t>
            </a:r>
            <a:r>
              <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访问数组元素操作符“</a:t>
            </a:r>
            <a:r>
              <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类成员访问操作符“</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-&gt;</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函数调用操作符“</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动态对象创建与撤销操作符</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new</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与</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delete</a:t>
            </a:r>
            <a:endPar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类型转换操作符</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7554" name="Rectangle 2"/>
          <p:cNvSpPr>
            <a:spLocks noGrp="1" noChangeArrowheads="1"/>
          </p:cNvSpPr>
          <p:nvPr>
            <p:ph type="title"/>
          </p:nvPr>
        </p:nvSpPr>
        <p:spPr>
          <a:xfrm>
            <a:off x="457200" y="44450"/>
            <a:ext cx="8229600" cy="1139825"/>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GB"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赋值操作</a:t>
            </a: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符“</a:t>
            </a:r>
            <a:r>
              <a:rPr kumimoji="0" lang="en-US" altLang="zh-CN"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a:t>
            </a: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”的重载</a:t>
            </a:r>
            <a:endPar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407555" name="Rectangle 3"/>
          <p:cNvSpPr>
            <a:spLocks noGrp="1" noChangeArrowheads="1"/>
          </p:cNvSpPr>
          <p:nvPr>
            <p:ph idx="1"/>
          </p:nvPr>
        </p:nvSpPr>
        <p:spPr>
          <a:xfrm>
            <a:off x="457200" y="1341438"/>
            <a:ext cx="8229600" cy="5183188"/>
          </a:xfrm>
        </p:spPr>
        <p:txBody>
          <a:bodyPr vert="horz" wrap="square" lIns="91440" tIns="45720" rIns="91440" bIns="45720" numCol="1" anchor="t" anchorCtr="0" compatLnSpc="1">
            <a:normAutofit fontScale="92500"/>
          </a:bodyPr>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同一个类的两个对象如何赋值？</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457200" marR="0" lvl="1" indent="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a,b</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 = b; //?</a:t>
            </a:r>
            <a:endPar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编译程序会为每个类定义一个</a:t>
            </a:r>
            <a:r>
              <a:rPr kumimoji="0" lang="zh-CN" altLang="en-GB"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隐式的</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赋值操作，其行为是：逐个成员进行赋值操作。</a:t>
            </a:r>
            <a:endPar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对于普通成员，它采用常规的赋值操作</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对于成员对象，则调用该成员对象</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类</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的赋值操作进行</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成员对象的</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赋值操作</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隐</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式的赋值操作有时不能满足要求！</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07555">
                                            <p:txEl>
                                              <p:charRg st="134" end="151"/>
                                            </p:txEl>
                                          </p:spTgt>
                                        </p:tgtEl>
                                        <p:attrNameLst>
                                          <p:attrName>style.visibility</p:attrName>
                                        </p:attrNameLst>
                                      </p:cBhvr>
                                      <p:to>
                                        <p:strVal val="visible"/>
                                      </p:to>
                                    </p:set>
                                    <p:anim calcmode="lin" valueType="num">
                                      <p:cBhvr additive="base">
                                        <p:cTn id="7" dur="500" fill="hold"/>
                                        <p:tgtEl>
                                          <p:spTgt spid="407555">
                                            <p:txEl>
                                              <p:charRg st="134" end="15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07555">
                                            <p:txEl>
                                              <p:charRg st="134" end="15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9971" name="Rectangle 3"/>
          <p:cNvSpPr>
            <a:spLocks noGrp="1" noChangeArrowheads="1"/>
          </p:cNvSpPr>
          <p:nvPr>
            <p:ph idx="1"/>
          </p:nvPr>
        </p:nvSpPr>
        <p:spPr>
          <a:xfrm>
            <a:off x="250825" y="260350"/>
            <a:ext cx="8435975" cy="6597650"/>
          </a:xfrm>
        </p:spPr>
        <p:txBody>
          <a:bodyPr vert="horz" wrap="square" lIns="91440" tIns="45720" rIns="91440" bIns="45720" numCol="1" anchor="t" anchorCtr="0" compatLnSpc="1"/>
          <a:lstStyle/>
          <a:p>
            <a:pPr marL="342900" marR="0" lvl="0" indent="-342900" algn="l" defTabSz="414655"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例如，对下面</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String</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类</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的对象进行赋值操作时，系统提供的</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隐式</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赋值操作存在问题： </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414655" rtl="0" eaLnBrk="1" fontAlgn="base" latinLnBrk="0" hangingPunct="1">
              <a:lnSpc>
                <a:spcPct val="100000"/>
              </a:lnSpc>
              <a:spcBef>
                <a:spcPct val="20000"/>
              </a:spcBef>
              <a:spcAft>
                <a:spcPct val="0"/>
              </a:spcAft>
              <a:buClr>
                <a:schemeClr val="tx1"/>
              </a:buClr>
              <a:buSzTx/>
              <a:buFontTx/>
              <a:buNone/>
              <a:defRPr/>
            </a:pPr>
            <a:r>
              <a:rPr kumimoji="0" lang="en-GB"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class String</a:t>
            </a:r>
            <a:endParaRPr kumimoji="0" lang="en-GB"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414655" rtl="0" eaLnBrk="1" fontAlgn="base" latinLnBrk="0" hangingPunct="1">
              <a:lnSpc>
                <a:spcPct val="100000"/>
              </a:lnSpc>
              <a:spcBef>
                <a:spcPct val="20000"/>
              </a:spcBef>
              <a:spcAft>
                <a:spcPct val="0"/>
              </a:spcAft>
              <a:buClr>
                <a:schemeClr val="tx1"/>
              </a:buClr>
              <a:buSzTx/>
              <a:buFontTx/>
              <a:buNone/>
              <a:defRPr/>
            </a:pPr>
            <a:r>
              <a:rPr kumimoji="0" lang="en-GB"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GB" altLang="zh-CN" sz="2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GB"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GB" altLang="zh-CN" sz="2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len</a:t>
            </a:r>
            <a:r>
              <a:rPr kumimoji="0" lang="en-GB"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0" lang="en-GB"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414655" rtl="0" eaLnBrk="1" fontAlgn="base" latinLnBrk="0" hangingPunct="1">
              <a:lnSpc>
                <a:spcPct val="100000"/>
              </a:lnSpc>
              <a:spcBef>
                <a:spcPct val="20000"/>
              </a:spcBef>
              <a:spcAft>
                <a:spcPct val="0"/>
              </a:spcAft>
              <a:buClr>
                <a:schemeClr val="tx1"/>
              </a:buClr>
              <a:buSzTx/>
              <a:buFontTx/>
              <a:buNone/>
              <a:defRPr/>
            </a:pPr>
            <a:r>
              <a:rPr kumimoji="0" lang="en-GB"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char *</a:t>
            </a:r>
            <a:r>
              <a:rPr kumimoji="0" lang="en-GB" altLang="zh-CN" sz="2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str</a:t>
            </a:r>
            <a:r>
              <a:rPr kumimoji="0" lang="en-GB"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0" lang="en-GB"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414655" rtl="0" eaLnBrk="1" fontAlgn="base" latinLnBrk="0" hangingPunct="1">
              <a:lnSpc>
                <a:spcPct val="100000"/>
              </a:lnSpc>
              <a:spcBef>
                <a:spcPct val="20000"/>
              </a:spcBef>
              <a:spcAft>
                <a:spcPct val="0"/>
              </a:spcAft>
              <a:buClr>
                <a:schemeClr val="tx1"/>
              </a:buClr>
              <a:buSzTx/>
              <a:buFontTx/>
              <a:buNone/>
              <a:defRPr/>
            </a:pPr>
            <a:r>
              <a:rPr kumimoji="0" lang="en-GB"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public:</a:t>
            </a:r>
            <a:endParaRPr kumimoji="0" lang="en-GB"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414655" rtl="0" eaLnBrk="1" fontAlgn="base" latinLnBrk="0" hangingPunct="1">
              <a:lnSpc>
                <a:spcPct val="100000"/>
              </a:lnSpc>
              <a:spcBef>
                <a:spcPct val="20000"/>
              </a:spcBef>
              <a:spcAft>
                <a:spcPct val="0"/>
              </a:spcAft>
              <a:buClr>
                <a:schemeClr val="tx1"/>
              </a:buClr>
              <a:buSzTx/>
              <a:buFontTx/>
              <a:buNone/>
              <a:defRPr/>
            </a:pPr>
            <a:r>
              <a:rPr kumimoji="0" lang="en-GB"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String(char *s) </a:t>
            </a:r>
            <a:endParaRPr kumimoji="0" lang="en-GB"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414655" rtl="0" eaLnBrk="1" fontAlgn="base" latinLnBrk="0" hangingPunct="1">
              <a:lnSpc>
                <a:spcPct val="100000"/>
              </a:lnSpc>
              <a:spcBef>
                <a:spcPct val="20000"/>
              </a:spcBef>
              <a:spcAft>
                <a:spcPct val="0"/>
              </a:spcAft>
              <a:buClr>
                <a:schemeClr val="tx1"/>
              </a:buClr>
              <a:buSzTx/>
              <a:buFontTx/>
              <a:buNone/>
              <a:defRPr/>
            </a:pPr>
            <a:r>
              <a:rPr kumimoji="0" lang="en-GB"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 </a:t>
            </a:r>
            <a:r>
              <a:rPr kumimoji="0" lang="en-GB" altLang="zh-CN" sz="2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len</a:t>
            </a:r>
            <a:r>
              <a:rPr kumimoji="0" lang="en-GB"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 </a:t>
            </a:r>
            <a:r>
              <a:rPr kumimoji="0" lang="en-GB" altLang="zh-CN" sz="2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strlen</a:t>
            </a:r>
            <a:r>
              <a:rPr kumimoji="0" lang="en-GB"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(s); </a:t>
            </a:r>
            <a:endParaRPr kumimoji="0" lang="en-GB"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414655" rtl="0" eaLnBrk="1" fontAlgn="base" latinLnBrk="0" hangingPunct="1">
              <a:lnSpc>
                <a:spcPct val="100000"/>
              </a:lnSpc>
              <a:spcBef>
                <a:spcPct val="20000"/>
              </a:spcBef>
              <a:spcAft>
                <a:spcPct val="0"/>
              </a:spcAft>
              <a:buClr>
                <a:schemeClr val="tx1"/>
              </a:buClr>
              <a:buSzTx/>
              <a:buFontTx/>
              <a:buNone/>
              <a:defRPr/>
            </a:pPr>
            <a:r>
              <a:rPr kumimoji="0" lang="en-GB"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GB" altLang="zh-CN" sz="2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str</a:t>
            </a:r>
            <a:r>
              <a:rPr kumimoji="0" lang="en-GB"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 new char[len+1]; </a:t>
            </a:r>
            <a:endParaRPr kumimoji="0" lang="en-GB"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414655" rtl="0" eaLnBrk="1" fontAlgn="base" latinLnBrk="0" hangingPunct="1">
              <a:lnSpc>
                <a:spcPct val="100000"/>
              </a:lnSpc>
              <a:spcBef>
                <a:spcPct val="20000"/>
              </a:spcBef>
              <a:spcAft>
                <a:spcPct val="0"/>
              </a:spcAft>
              <a:buClr>
                <a:schemeClr val="tx1"/>
              </a:buClr>
              <a:buSzTx/>
              <a:buFontTx/>
              <a:buNone/>
              <a:defRPr/>
            </a:pPr>
            <a:r>
              <a:rPr kumimoji="0" lang="en-GB"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GB" altLang="zh-CN" sz="2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strcpy</a:t>
            </a:r>
            <a:r>
              <a:rPr kumimoji="0" lang="en-GB"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en-GB" altLang="zh-CN" sz="2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str,s</a:t>
            </a:r>
            <a:r>
              <a:rPr kumimoji="0" lang="en-GB"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endParaRPr kumimoji="0" lang="en-GB"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414655" rtl="0" eaLnBrk="1" fontAlgn="base" latinLnBrk="0" hangingPunct="1">
              <a:lnSpc>
                <a:spcPct val="100000"/>
              </a:lnSpc>
              <a:spcBef>
                <a:spcPct val="20000"/>
              </a:spcBef>
              <a:spcAft>
                <a:spcPct val="0"/>
              </a:spcAft>
              <a:buClr>
                <a:schemeClr val="tx1"/>
              </a:buClr>
              <a:buSzTx/>
              <a:buFontTx/>
              <a:buNone/>
              <a:defRPr/>
            </a:pPr>
            <a:r>
              <a:rPr kumimoji="0" lang="en-GB"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endParaRPr kumimoji="0" lang="en-GB"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414655" rtl="0" eaLnBrk="1" fontAlgn="base" latinLnBrk="0" hangingPunct="1">
              <a:lnSpc>
                <a:spcPct val="100000"/>
              </a:lnSpc>
              <a:spcBef>
                <a:spcPct val="20000"/>
              </a:spcBef>
              <a:spcAft>
                <a:spcPct val="0"/>
              </a:spcAft>
              <a:buClr>
                <a:schemeClr val="tx1"/>
              </a:buClr>
              <a:buSzTx/>
              <a:buFontTx/>
              <a:buNone/>
              <a:defRPr/>
            </a:pPr>
            <a:r>
              <a:rPr kumimoji="0" lang="en-GB"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String</a:t>
            </a:r>
            <a:r>
              <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GB"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delete []</a:t>
            </a:r>
            <a:r>
              <a:rPr kumimoji="0" lang="en-GB" altLang="zh-CN" sz="2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str</a:t>
            </a:r>
            <a:r>
              <a:rPr kumimoji="0" lang="en-GB"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GB" altLang="zh-CN" sz="2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str</a:t>
            </a:r>
            <a:r>
              <a:rPr kumimoji="0" lang="en-GB"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=NULL; }</a:t>
            </a:r>
            <a:endParaRPr kumimoji="0" lang="en-GB"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414655" rtl="0" eaLnBrk="1" fontAlgn="base" latinLnBrk="0" hangingPunct="1">
              <a:lnSpc>
                <a:spcPct val="100000"/>
              </a:lnSpc>
              <a:spcBef>
                <a:spcPct val="20000"/>
              </a:spcBef>
              <a:spcAft>
                <a:spcPct val="0"/>
              </a:spcAft>
              <a:buClr>
                <a:schemeClr val="tx1"/>
              </a:buClr>
              <a:buSzTx/>
              <a:buFontTx/>
              <a:buNone/>
              <a:defRPr/>
            </a:pPr>
            <a:r>
              <a:rPr kumimoji="0" lang="en-GB"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0" lang="en-GB"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414655" rtl="0" eaLnBrk="1" fontAlgn="base" latinLnBrk="0" hangingPunct="1">
              <a:lnSpc>
                <a:spcPct val="100000"/>
              </a:lnSpc>
              <a:spcBef>
                <a:spcPct val="20000"/>
              </a:spcBef>
              <a:spcAft>
                <a:spcPct val="0"/>
              </a:spcAft>
              <a:buClr>
                <a:schemeClr val="tx1"/>
              </a:buClr>
              <a:buSzTx/>
              <a:buFontTx/>
              <a:buNone/>
              <a:defRPr/>
            </a:pPr>
            <a:r>
              <a:rPr kumimoji="0" lang="en-GB"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0" lang="en-GB"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0995" name="Rectangle 3"/>
          <p:cNvSpPr>
            <a:spLocks noGrp="1" noChangeArrowheads="1"/>
          </p:cNvSpPr>
          <p:nvPr>
            <p:ph idx="1"/>
          </p:nvPr>
        </p:nvSpPr>
        <p:spPr>
          <a:xfrm>
            <a:off x="179388" y="188913"/>
            <a:ext cx="8964613" cy="3311525"/>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defRPr/>
            </a:pP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String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s1</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("xyz"),s2("</a:t>
            </a:r>
            <a:r>
              <a:rPr kumimoji="0" lang="en-GB"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abcdefg</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defRPr/>
            </a:pP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defRPr/>
            </a:pP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s1 = s2;  </a:t>
            </a:r>
            <a:endPar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s1.str</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原来所指向的空间成了</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Arial" panose="020B0604020202020204"/>
                <a:ea typeface="+mn-ea"/>
                <a:cs typeface="+mn-cs"/>
              </a:rPr>
              <a:t>“</a:t>
            </a:r>
            <a:r>
              <a:rPr kumimoji="0" lang="zh-CN" altLang="en-GB" sz="28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cs typeface="+mn-cs"/>
              </a:rPr>
              <a:t>孤儿</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Arial" panose="020B0604020202020204"/>
                <a:ea typeface="+mn-ea"/>
                <a:cs typeface="+mn-cs"/>
              </a:rPr>
              <a: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Arial" panose="020B0604020202020204"/>
                <a:ea typeface="+mn-ea"/>
                <a:cs typeface="+mn-cs"/>
              </a:rPr>
              <a:t>（内存泄露）</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Arial" panose="020B0604020202020204"/>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Arial" panose="020B0604020202020204"/>
                <a:ea typeface="+mn-ea"/>
                <a:cs typeface="+mn-cs"/>
              </a:rPr>
              <a:t>s1</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Arial" panose="020B0604020202020204"/>
                <a:ea typeface="+mn-ea"/>
                <a:cs typeface="+mn-cs"/>
              </a:rPr>
              <a:t>和</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Arial" panose="020B0604020202020204"/>
                <a:ea typeface="+mn-ea"/>
                <a:cs typeface="+mn-cs"/>
              </a:rPr>
              <a:t>s2</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Arial" panose="020B0604020202020204"/>
                <a:ea typeface="+mn-ea"/>
                <a:cs typeface="+mn-cs"/>
              </a:rPr>
              <a:t>互相干扰</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Arial" panose="020B0604020202020204"/>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Arial" panose="020B0604020202020204"/>
                <a:ea typeface="+mn-ea"/>
                <a:cs typeface="+mn-cs"/>
              </a:rPr>
              <a:t>s1</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Arial" panose="020B0604020202020204"/>
                <a:ea typeface="+mn-ea"/>
                <a:cs typeface="+mn-cs"/>
              </a:rPr>
              <a:t>和</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Arial" panose="020B0604020202020204"/>
                <a:ea typeface="+mn-ea"/>
                <a:cs typeface="+mn-cs"/>
              </a:rPr>
              <a:t>s2</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Arial" panose="020B0604020202020204"/>
                <a:ea typeface="+mn-ea"/>
                <a:cs typeface="+mn-cs"/>
              </a:rPr>
              <a:t>消亡时，</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Arial" panose="020B0604020202020204"/>
                <a:ea typeface="+mn-ea"/>
                <a:cs typeface="+mn-cs"/>
              </a:rPr>
              <a:t>"</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Arial" panose="020B0604020202020204"/>
                <a:ea typeface="+mn-ea"/>
                <a:cs typeface="+mn-cs"/>
              </a:rPr>
              <a:t>abcdefg</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Arial" panose="020B0604020202020204"/>
                <a:ea typeface="+mn-ea"/>
                <a:cs typeface="+mn-cs"/>
              </a:rPr>
              <a: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Arial" panose="020B0604020202020204"/>
                <a:ea typeface="+mn-ea"/>
                <a:cs typeface="+mn-cs"/>
              </a:rPr>
              <a:t>所在的空间将会被</a:t>
            </a: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Arial" panose="020B0604020202020204"/>
                <a:ea typeface="+mn-ea"/>
                <a:cs typeface="+mn-cs"/>
              </a:rPr>
              <a:t>释放两次</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Arial" panose="020B0604020202020204"/>
                <a:ea typeface="+mn-ea"/>
                <a:cs typeface="+mn-cs"/>
              </a:rPr>
              <a:t>！</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
        <p:nvSpPr>
          <p:cNvPr id="8195" name="Rectangle 5"/>
          <p:cNvSpPr/>
          <p:nvPr/>
        </p:nvSpPr>
        <p:spPr>
          <a:xfrm>
            <a:off x="1670050" y="4360863"/>
            <a:ext cx="795338" cy="1319212"/>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dirty="0"/>
          </a:p>
        </p:txBody>
      </p:sp>
      <p:sp>
        <p:nvSpPr>
          <p:cNvPr id="8196" name="Line 7"/>
          <p:cNvSpPr/>
          <p:nvPr/>
        </p:nvSpPr>
        <p:spPr>
          <a:xfrm>
            <a:off x="1670050" y="5008563"/>
            <a:ext cx="795338" cy="0"/>
          </a:xfrm>
          <a:prstGeom prst="line">
            <a:avLst/>
          </a:prstGeom>
          <a:ln w="9525" cap="flat" cmpd="sng">
            <a:solidFill>
              <a:schemeClr val="tx1"/>
            </a:solidFill>
            <a:prstDash val="solid"/>
            <a:headEnd type="none" w="med" len="med"/>
            <a:tailEnd type="none" w="med" len="med"/>
          </a:ln>
        </p:spPr>
      </p:sp>
      <p:sp>
        <p:nvSpPr>
          <p:cNvPr id="8197" name="Rectangle 8"/>
          <p:cNvSpPr/>
          <p:nvPr/>
        </p:nvSpPr>
        <p:spPr>
          <a:xfrm>
            <a:off x="5699125" y="4360863"/>
            <a:ext cx="795338" cy="1289050"/>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dirty="0"/>
          </a:p>
        </p:txBody>
      </p:sp>
      <p:sp>
        <p:nvSpPr>
          <p:cNvPr id="8198" name="Line 10"/>
          <p:cNvSpPr/>
          <p:nvPr/>
        </p:nvSpPr>
        <p:spPr>
          <a:xfrm>
            <a:off x="5699125" y="4978400"/>
            <a:ext cx="795338" cy="0"/>
          </a:xfrm>
          <a:prstGeom prst="line">
            <a:avLst/>
          </a:prstGeom>
          <a:ln w="9525" cap="flat" cmpd="sng">
            <a:solidFill>
              <a:schemeClr val="tx1"/>
            </a:solidFill>
            <a:prstDash val="solid"/>
            <a:headEnd type="none" w="med" len="med"/>
            <a:tailEnd type="none" w="med" len="med"/>
          </a:ln>
        </p:spPr>
      </p:sp>
      <p:sp>
        <p:nvSpPr>
          <p:cNvPr id="8199" name="Rectangle 11"/>
          <p:cNvSpPr/>
          <p:nvPr/>
        </p:nvSpPr>
        <p:spPr>
          <a:xfrm>
            <a:off x="3259138" y="5008563"/>
            <a:ext cx="898525" cy="611187"/>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dirty="0"/>
          </a:p>
        </p:txBody>
      </p:sp>
      <p:sp>
        <p:nvSpPr>
          <p:cNvPr id="341004" name="Line 12"/>
          <p:cNvSpPr/>
          <p:nvPr/>
        </p:nvSpPr>
        <p:spPr>
          <a:xfrm>
            <a:off x="2200275" y="5314950"/>
            <a:ext cx="1058863" cy="0"/>
          </a:xfrm>
          <a:prstGeom prst="line">
            <a:avLst/>
          </a:prstGeom>
          <a:ln w="9525" cap="flat" cmpd="sng">
            <a:solidFill>
              <a:schemeClr val="tx1"/>
            </a:solidFill>
            <a:prstDash val="solid"/>
            <a:headEnd type="none" w="med" len="med"/>
            <a:tailEnd type="triangle" w="med" len="med"/>
          </a:ln>
        </p:spPr>
      </p:sp>
      <p:sp>
        <p:nvSpPr>
          <p:cNvPr id="341005" name="Line 13"/>
          <p:cNvSpPr/>
          <p:nvPr/>
        </p:nvSpPr>
        <p:spPr>
          <a:xfrm>
            <a:off x="2124075" y="5314950"/>
            <a:ext cx="0" cy="922338"/>
          </a:xfrm>
          <a:prstGeom prst="line">
            <a:avLst/>
          </a:prstGeom>
          <a:ln w="9525" cap="flat" cmpd="sng">
            <a:solidFill>
              <a:schemeClr val="tx1"/>
            </a:solidFill>
            <a:prstDash val="solid"/>
            <a:headEnd type="none" w="med" len="med"/>
            <a:tailEnd type="none" w="med" len="med"/>
          </a:ln>
        </p:spPr>
      </p:sp>
      <p:sp>
        <p:nvSpPr>
          <p:cNvPr id="341006" name="Line 14"/>
          <p:cNvSpPr/>
          <p:nvPr/>
        </p:nvSpPr>
        <p:spPr>
          <a:xfrm flipH="1">
            <a:off x="2124075" y="6237288"/>
            <a:ext cx="5903913" cy="0"/>
          </a:xfrm>
          <a:prstGeom prst="line">
            <a:avLst/>
          </a:prstGeom>
          <a:ln w="9525" cap="flat" cmpd="sng">
            <a:solidFill>
              <a:schemeClr val="tx1"/>
            </a:solidFill>
            <a:prstDash val="solid"/>
            <a:headEnd type="none" w="med" len="med"/>
            <a:tailEnd type="none" w="med" len="med"/>
          </a:ln>
        </p:spPr>
      </p:sp>
      <p:sp>
        <p:nvSpPr>
          <p:cNvPr id="341007" name="Line 15"/>
          <p:cNvSpPr/>
          <p:nvPr/>
        </p:nvSpPr>
        <p:spPr>
          <a:xfrm flipV="1">
            <a:off x="8027988" y="5619750"/>
            <a:ext cx="0" cy="617538"/>
          </a:xfrm>
          <a:prstGeom prst="line">
            <a:avLst/>
          </a:prstGeom>
          <a:ln w="9525" cap="flat" cmpd="sng">
            <a:solidFill>
              <a:schemeClr val="tx1"/>
            </a:solidFill>
            <a:prstDash val="solid"/>
            <a:headEnd type="none" w="med" len="med"/>
            <a:tailEnd type="triangle" w="med" len="med"/>
          </a:ln>
        </p:spPr>
      </p:sp>
      <p:sp>
        <p:nvSpPr>
          <p:cNvPr id="8204" name="Text Box 17"/>
          <p:cNvSpPr txBox="1"/>
          <p:nvPr/>
        </p:nvSpPr>
        <p:spPr>
          <a:xfrm>
            <a:off x="1042988" y="4522788"/>
            <a:ext cx="531812" cy="369887"/>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r>
              <a:rPr lang="en-US" altLang="zh-CN" sz="1800" dirty="0"/>
              <a:t>len</a:t>
            </a:r>
            <a:endParaRPr lang="en-US" altLang="zh-CN" sz="1800" dirty="0"/>
          </a:p>
        </p:txBody>
      </p:sp>
      <p:sp>
        <p:nvSpPr>
          <p:cNvPr id="8205" name="Text Box 18"/>
          <p:cNvSpPr txBox="1"/>
          <p:nvPr/>
        </p:nvSpPr>
        <p:spPr>
          <a:xfrm>
            <a:off x="1054100" y="5172075"/>
            <a:ext cx="493713" cy="369888"/>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r>
              <a:rPr lang="en-US" altLang="zh-CN" sz="1800" dirty="0"/>
              <a:t>str</a:t>
            </a:r>
            <a:endParaRPr lang="en-US" altLang="zh-CN" sz="1800" dirty="0"/>
          </a:p>
        </p:txBody>
      </p:sp>
      <p:sp>
        <p:nvSpPr>
          <p:cNvPr id="8206" name="Text Box 20"/>
          <p:cNvSpPr txBox="1"/>
          <p:nvPr/>
        </p:nvSpPr>
        <p:spPr>
          <a:xfrm>
            <a:off x="5003800" y="4508500"/>
            <a:ext cx="531813" cy="369888"/>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r>
              <a:rPr lang="en-US" altLang="zh-CN" sz="1800" dirty="0"/>
              <a:t>len</a:t>
            </a:r>
            <a:endParaRPr lang="en-US" altLang="zh-CN" sz="1800" dirty="0"/>
          </a:p>
        </p:txBody>
      </p:sp>
      <p:sp>
        <p:nvSpPr>
          <p:cNvPr id="8207" name="Text Box 21"/>
          <p:cNvSpPr txBox="1"/>
          <p:nvPr/>
        </p:nvSpPr>
        <p:spPr>
          <a:xfrm>
            <a:off x="5014913" y="5157788"/>
            <a:ext cx="493712" cy="369887"/>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r>
              <a:rPr lang="en-US" altLang="zh-CN" sz="1800" dirty="0"/>
              <a:t>str</a:t>
            </a:r>
            <a:endParaRPr lang="en-US" altLang="zh-CN" sz="1800" dirty="0"/>
          </a:p>
        </p:txBody>
      </p:sp>
      <p:sp>
        <p:nvSpPr>
          <p:cNvPr id="8208" name="Text Box 22"/>
          <p:cNvSpPr txBox="1"/>
          <p:nvPr/>
        </p:nvSpPr>
        <p:spPr>
          <a:xfrm>
            <a:off x="1773238" y="3854450"/>
            <a:ext cx="452437" cy="369888"/>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r>
              <a:rPr lang="en-US" altLang="zh-CN" sz="1800" dirty="0"/>
              <a:t>s1</a:t>
            </a:r>
            <a:endParaRPr lang="en-US" altLang="zh-CN" sz="1800" dirty="0"/>
          </a:p>
        </p:txBody>
      </p:sp>
      <p:sp>
        <p:nvSpPr>
          <p:cNvPr id="8209" name="Text Box 23"/>
          <p:cNvSpPr txBox="1"/>
          <p:nvPr/>
        </p:nvSpPr>
        <p:spPr>
          <a:xfrm>
            <a:off x="5753100" y="3860800"/>
            <a:ext cx="452438" cy="369888"/>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r>
              <a:rPr lang="en-US" altLang="zh-CN" sz="1800" dirty="0"/>
              <a:t>s2</a:t>
            </a:r>
            <a:endParaRPr lang="en-US" altLang="zh-CN" sz="1800" dirty="0"/>
          </a:p>
        </p:txBody>
      </p:sp>
      <p:sp>
        <p:nvSpPr>
          <p:cNvPr id="8210" name="Text Box 24"/>
          <p:cNvSpPr txBox="1"/>
          <p:nvPr/>
        </p:nvSpPr>
        <p:spPr>
          <a:xfrm>
            <a:off x="3373438" y="5149850"/>
            <a:ext cx="574675" cy="366713"/>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r>
              <a:rPr lang="en-US" altLang="zh-CN" sz="1800" dirty="0"/>
              <a:t>xyz</a:t>
            </a:r>
            <a:endParaRPr lang="en-US" altLang="zh-CN" sz="1800" dirty="0"/>
          </a:p>
        </p:txBody>
      </p:sp>
      <p:sp>
        <p:nvSpPr>
          <p:cNvPr id="8211" name="Text Box 26"/>
          <p:cNvSpPr txBox="1"/>
          <p:nvPr/>
        </p:nvSpPr>
        <p:spPr>
          <a:xfrm>
            <a:off x="1752600" y="4451350"/>
            <a:ext cx="330200" cy="366713"/>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r>
              <a:rPr lang="en-US" altLang="zh-CN" sz="1800" dirty="0"/>
              <a:t>3</a:t>
            </a:r>
            <a:endParaRPr lang="en-US" altLang="zh-CN" sz="1800" dirty="0"/>
          </a:p>
        </p:txBody>
      </p:sp>
      <p:sp>
        <p:nvSpPr>
          <p:cNvPr id="8212" name="Text Box 28"/>
          <p:cNvSpPr txBox="1"/>
          <p:nvPr/>
        </p:nvSpPr>
        <p:spPr>
          <a:xfrm>
            <a:off x="5783263" y="4437063"/>
            <a:ext cx="330200" cy="366712"/>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r>
              <a:rPr lang="en-US" altLang="zh-CN" sz="1800" dirty="0"/>
              <a:t>7</a:t>
            </a:r>
            <a:endParaRPr lang="en-US" altLang="zh-CN" sz="1800" dirty="0"/>
          </a:p>
        </p:txBody>
      </p:sp>
      <p:sp>
        <p:nvSpPr>
          <p:cNvPr id="8213" name="Rectangle 29"/>
          <p:cNvSpPr/>
          <p:nvPr/>
        </p:nvSpPr>
        <p:spPr>
          <a:xfrm>
            <a:off x="7418388" y="5013325"/>
            <a:ext cx="1185862" cy="611188"/>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dirty="0"/>
          </a:p>
        </p:txBody>
      </p:sp>
      <p:sp>
        <p:nvSpPr>
          <p:cNvPr id="8214" name="Text Box 30"/>
          <p:cNvSpPr txBox="1"/>
          <p:nvPr/>
        </p:nvSpPr>
        <p:spPr>
          <a:xfrm>
            <a:off x="7518400" y="5100638"/>
            <a:ext cx="1085850"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r>
              <a:rPr lang="en-US" altLang="zh-CN" sz="1800" dirty="0"/>
              <a:t>abcdefg</a:t>
            </a:r>
            <a:endParaRPr lang="en-US" altLang="zh-CN" sz="1800" dirty="0"/>
          </a:p>
        </p:txBody>
      </p:sp>
      <p:sp>
        <p:nvSpPr>
          <p:cNvPr id="8215" name="Line 31"/>
          <p:cNvSpPr/>
          <p:nvPr/>
        </p:nvSpPr>
        <p:spPr>
          <a:xfrm>
            <a:off x="6084888" y="5302250"/>
            <a:ext cx="1295400" cy="0"/>
          </a:xfrm>
          <a:prstGeom prst="line">
            <a:avLst/>
          </a:prstGeom>
          <a:ln w="9525" cap="flat" cmpd="sng">
            <a:solidFill>
              <a:schemeClr val="tx1"/>
            </a:solidFill>
            <a:prstDash val="solid"/>
            <a:miter/>
            <a:headEnd type="none" w="med" len="med"/>
            <a:tailEnd type="triangle" w="med" len="med"/>
          </a:ln>
        </p:spPr>
      </p:sp>
      <p:sp>
        <p:nvSpPr>
          <p:cNvPr id="30" name="Text Box 26"/>
          <p:cNvSpPr txBox="1"/>
          <p:nvPr/>
        </p:nvSpPr>
        <p:spPr>
          <a:xfrm>
            <a:off x="1835150" y="4473575"/>
            <a:ext cx="330200" cy="366713"/>
          </a:xfrm>
          <a:prstGeom prst="rect">
            <a:avLst/>
          </a:prstGeom>
          <a:solidFill>
            <a:schemeClr val="accent2"/>
          </a:solidFill>
          <a:ln w="9525">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r>
              <a:rPr lang="en-US" altLang="zh-CN" sz="1800" dirty="0"/>
              <a:t>7</a:t>
            </a:r>
            <a:endParaRPr lang="en-US" altLang="zh-CN"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40995">
                                            <p:txEl>
                                              <p:charRg st="40" end="51"/>
                                            </p:txEl>
                                          </p:spTgt>
                                        </p:tgtEl>
                                        <p:attrNameLst>
                                          <p:attrName>style.visibility</p:attrName>
                                        </p:attrNameLst>
                                      </p:cBhvr>
                                      <p:to>
                                        <p:strVal val="visible"/>
                                      </p:to>
                                    </p:set>
                                    <p:anim calcmode="lin" valueType="num">
                                      <p:cBhvr additive="base">
                                        <p:cTn id="7" dur="500" fill="hold"/>
                                        <p:tgtEl>
                                          <p:spTgt spid="340995">
                                            <p:txEl>
                                              <p:charRg st="40" end="5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40995">
                                            <p:txEl>
                                              <p:charRg st="40" end="51"/>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anim calcmode="lin" valueType="num">
                                      <p:cBhvr additive="base">
                                        <p:cTn id="11" dur="500" fill="hold"/>
                                        <p:tgtEl>
                                          <p:spTgt spid="30"/>
                                        </p:tgtEl>
                                        <p:attrNameLst>
                                          <p:attrName>ppt_x</p:attrName>
                                        </p:attrNameLst>
                                      </p:cBhvr>
                                      <p:tavLst>
                                        <p:tav tm="0">
                                          <p:val>
                                            <p:strVal val="#ppt_x"/>
                                          </p:val>
                                        </p:tav>
                                        <p:tav tm="100000">
                                          <p:val>
                                            <p:strVal val="#ppt_x"/>
                                          </p:val>
                                        </p:tav>
                                      </p:tavLst>
                                    </p:anim>
                                    <p:anim calcmode="lin" valueType="num">
                                      <p:cBhvr additive="base">
                                        <p:cTn id="12" dur="500" fill="hold"/>
                                        <p:tgtEl>
                                          <p:spTgt spid="30"/>
                                        </p:tgtEl>
                                        <p:attrNameLst>
                                          <p:attrName>ppt_y</p:attrName>
                                        </p:attrNameLst>
                                      </p:cBhvr>
                                      <p:tavLst>
                                        <p:tav tm="0">
                                          <p:val>
                                            <p:strVal val="1+#ppt_h/2"/>
                                          </p:val>
                                        </p:tav>
                                        <p:tav tm="100000">
                                          <p:val>
                                            <p:strVal val="#ppt_y"/>
                                          </p:val>
                                        </p:tav>
                                      </p:tavLst>
                                    </p:anim>
                                  </p:childTnLst>
                                </p:cTn>
                              </p:par>
                              <p:par>
                                <p:cTn id="13" presetID="2" presetClass="exit" presetSubtype="4" fill="hold" nodeType="withEffect">
                                  <p:stCondLst>
                                    <p:cond delay="0"/>
                                  </p:stCondLst>
                                  <p:childTnLst>
                                    <p:anim calcmode="lin" valueType="num">
                                      <p:cBhvr additive="base">
                                        <p:cTn id="14" dur="500"/>
                                        <p:tgtEl>
                                          <p:spTgt spid="341004"/>
                                        </p:tgtEl>
                                        <p:attrNameLst>
                                          <p:attrName>ppt_x</p:attrName>
                                        </p:attrNameLst>
                                      </p:cBhvr>
                                      <p:tavLst>
                                        <p:tav tm="0">
                                          <p:val>
                                            <p:strVal val="ppt_x"/>
                                          </p:val>
                                        </p:tav>
                                        <p:tav tm="100000">
                                          <p:val>
                                            <p:strVal val="ppt_x"/>
                                          </p:val>
                                        </p:tav>
                                      </p:tavLst>
                                    </p:anim>
                                    <p:anim calcmode="lin" valueType="num">
                                      <p:cBhvr additive="base">
                                        <p:cTn id="15" dur="500"/>
                                        <p:tgtEl>
                                          <p:spTgt spid="341004"/>
                                        </p:tgtEl>
                                        <p:attrNameLst>
                                          <p:attrName>ppt_y</p:attrName>
                                        </p:attrNameLst>
                                      </p:cBhvr>
                                      <p:tavLst>
                                        <p:tav tm="0">
                                          <p:val>
                                            <p:strVal val="ppt_y"/>
                                          </p:val>
                                        </p:tav>
                                        <p:tav tm="100000">
                                          <p:val>
                                            <p:strVal val="1+ppt_h/2"/>
                                          </p:val>
                                        </p:tav>
                                      </p:tavLst>
                                    </p:anim>
                                    <p:set>
                                      <p:cBhvr>
                                        <p:cTn id="16" dur="1" fill="hold">
                                          <p:stCondLst>
                                            <p:cond delay="499"/>
                                          </p:stCondLst>
                                        </p:cTn>
                                        <p:tgtEl>
                                          <p:spTgt spid="341004"/>
                                        </p:tgtEl>
                                        <p:attrNameLst>
                                          <p:attrName>style.visibility</p:attrName>
                                        </p:attrNameLst>
                                      </p:cBhvr>
                                      <p:to>
                                        <p:strVal val="hidden"/>
                                      </p:to>
                                    </p:set>
                                  </p:childTnLst>
                                </p:cTn>
                              </p:par>
                              <p:par>
                                <p:cTn id="17" presetID="2" presetClass="entr" presetSubtype="4" fill="hold" nodeType="withEffect">
                                  <p:stCondLst>
                                    <p:cond delay="0"/>
                                  </p:stCondLst>
                                  <p:childTnLst>
                                    <p:set>
                                      <p:cBhvr>
                                        <p:cTn id="18" dur="1" fill="hold">
                                          <p:stCondLst>
                                            <p:cond delay="0"/>
                                          </p:stCondLst>
                                        </p:cTn>
                                        <p:tgtEl>
                                          <p:spTgt spid="341005"/>
                                        </p:tgtEl>
                                        <p:attrNameLst>
                                          <p:attrName>style.visibility</p:attrName>
                                        </p:attrNameLst>
                                      </p:cBhvr>
                                      <p:to>
                                        <p:strVal val="visible"/>
                                      </p:to>
                                    </p:set>
                                    <p:anim calcmode="lin" valueType="num">
                                      <p:cBhvr additive="base">
                                        <p:cTn id="19" dur="500" fill="hold"/>
                                        <p:tgtEl>
                                          <p:spTgt spid="341005"/>
                                        </p:tgtEl>
                                        <p:attrNameLst>
                                          <p:attrName>ppt_x</p:attrName>
                                        </p:attrNameLst>
                                      </p:cBhvr>
                                      <p:tavLst>
                                        <p:tav tm="0">
                                          <p:val>
                                            <p:strVal val="#ppt_x"/>
                                          </p:val>
                                        </p:tav>
                                        <p:tav tm="100000">
                                          <p:val>
                                            <p:strVal val="#ppt_x"/>
                                          </p:val>
                                        </p:tav>
                                      </p:tavLst>
                                    </p:anim>
                                    <p:anim calcmode="lin" valueType="num">
                                      <p:cBhvr additive="base">
                                        <p:cTn id="20" dur="500" fill="hold"/>
                                        <p:tgtEl>
                                          <p:spTgt spid="341005"/>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41006"/>
                                        </p:tgtEl>
                                        <p:attrNameLst>
                                          <p:attrName>style.visibility</p:attrName>
                                        </p:attrNameLst>
                                      </p:cBhvr>
                                      <p:to>
                                        <p:strVal val="visible"/>
                                      </p:to>
                                    </p:set>
                                    <p:anim calcmode="lin" valueType="num">
                                      <p:cBhvr additive="base">
                                        <p:cTn id="23" dur="500" fill="hold"/>
                                        <p:tgtEl>
                                          <p:spTgt spid="341006"/>
                                        </p:tgtEl>
                                        <p:attrNameLst>
                                          <p:attrName>ppt_x</p:attrName>
                                        </p:attrNameLst>
                                      </p:cBhvr>
                                      <p:tavLst>
                                        <p:tav tm="0">
                                          <p:val>
                                            <p:strVal val="#ppt_x"/>
                                          </p:val>
                                        </p:tav>
                                        <p:tav tm="100000">
                                          <p:val>
                                            <p:strVal val="#ppt_x"/>
                                          </p:val>
                                        </p:tav>
                                      </p:tavLst>
                                    </p:anim>
                                    <p:anim calcmode="lin" valueType="num">
                                      <p:cBhvr additive="base">
                                        <p:cTn id="24" dur="500" fill="hold"/>
                                        <p:tgtEl>
                                          <p:spTgt spid="341006"/>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41007"/>
                                        </p:tgtEl>
                                        <p:attrNameLst>
                                          <p:attrName>style.visibility</p:attrName>
                                        </p:attrNameLst>
                                      </p:cBhvr>
                                      <p:to>
                                        <p:strVal val="visible"/>
                                      </p:to>
                                    </p:set>
                                    <p:anim calcmode="lin" valueType="num">
                                      <p:cBhvr additive="base">
                                        <p:cTn id="27" dur="500" fill="hold"/>
                                        <p:tgtEl>
                                          <p:spTgt spid="341007"/>
                                        </p:tgtEl>
                                        <p:attrNameLst>
                                          <p:attrName>ppt_x</p:attrName>
                                        </p:attrNameLst>
                                      </p:cBhvr>
                                      <p:tavLst>
                                        <p:tav tm="0">
                                          <p:val>
                                            <p:strVal val="#ppt_x"/>
                                          </p:val>
                                        </p:tav>
                                        <p:tav tm="100000">
                                          <p:val>
                                            <p:strVal val="#ppt_x"/>
                                          </p:val>
                                        </p:tav>
                                      </p:tavLst>
                                    </p:anim>
                                    <p:anim calcmode="lin" valueType="num">
                                      <p:cBhvr additive="base">
                                        <p:cTn id="28" dur="500" fill="hold"/>
                                        <p:tgtEl>
                                          <p:spTgt spid="341007"/>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340995">
                                            <p:txEl>
                                              <p:charRg st="51" end="78"/>
                                            </p:txEl>
                                          </p:spTgt>
                                        </p:tgtEl>
                                        <p:attrNameLst>
                                          <p:attrName>style.visibility</p:attrName>
                                        </p:attrNameLst>
                                      </p:cBhvr>
                                      <p:to>
                                        <p:strVal val="visible"/>
                                      </p:to>
                                    </p:set>
                                    <p:anim calcmode="lin" valueType="num">
                                      <p:cBhvr additive="base">
                                        <p:cTn id="33" dur="500" fill="hold"/>
                                        <p:tgtEl>
                                          <p:spTgt spid="340995">
                                            <p:txEl>
                                              <p:charRg st="51" end="78"/>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40995">
                                            <p:txEl>
                                              <p:charRg st="51" end="78"/>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340995">
                                            <p:txEl>
                                              <p:charRg st="78" end="88"/>
                                            </p:txEl>
                                          </p:spTgt>
                                        </p:tgtEl>
                                        <p:attrNameLst>
                                          <p:attrName>style.visibility</p:attrName>
                                        </p:attrNameLst>
                                      </p:cBhvr>
                                      <p:to>
                                        <p:strVal val="visible"/>
                                      </p:to>
                                    </p:set>
                                    <p:anim calcmode="lin" valueType="num">
                                      <p:cBhvr additive="base">
                                        <p:cTn id="39" dur="500" fill="hold"/>
                                        <p:tgtEl>
                                          <p:spTgt spid="340995">
                                            <p:txEl>
                                              <p:charRg st="78" end="8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40995">
                                            <p:txEl>
                                              <p:charRg st="78" end="88"/>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340995">
                                            <p:txEl>
                                              <p:charRg st="88" end="120"/>
                                            </p:txEl>
                                          </p:spTgt>
                                        </p:tgtEl>
                                        <p:attrNameLst>
                                          <p:attrName>style.visibility</p:attrName>
                                        </p:attrNameLst>
                                      </p:cBhvr>
                                      <p:to>
                                        <p:strVal val="visible"/>
                                      </p:to>
                                    </p:set>
                                    <p:anim calcmode="lin" valueType="num">
                                      <p:cBhvr additive="base">
                                        <p:cTn id="45" dur="500" fill="hold"/>
                                        <p:tgtEl>
                                          <p:spTgt spid="340995">
                                            <p:txEl>
                                              <p:charRg st="88" end="120"/>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40995">
                                            <p:txEl>
                                              <p:charRg st="88" end="12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2019" name="Rectangle 3"/>
          <p:cNvSpPr>
            <a:spLocks noGrp="1" noChangeArrowheads="1"/>
          </p:cNvSpPr>
          <p:nvPr>
            <p:ph idx="1"/>
          </p:nvPr>
        </p:nvSpPr>
        <p:spPr>
          <a:xfrm>
            <a:off x="457200" y="115888"/>
            <a:ext cx="8229600" cy="6626225"/>
          </a:xfrm>
        </p:spPr>
        <p:txBody>
          <a:bodyPr vert="horz" wrap="square" lIns="91440" tIns="45720" rIns="91440" bIns="45720" numCol="1" anchor="t" anchorCtr="0" compatLnSpc="1">
            <a:normAutofit/>
          </a:bodyPr>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解决上面问题的办法是自己定义赋值操作符重载函数：</a:t>
            </a:r>
            <a:endPar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class String</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1" fontAlgn="base" latinLnBrk="0" hangingPunct="1">
              <a:lnSpc>
                <a:spcPct val="100000"/>
              </a:lnSpc>
              <a:spcBef>
                <a:spcPct val="20000"/>
              </a:spcBef>
              <a:spcAft>
                <a:spcPct val="0"/>
              </a:spcAft>
              <a:buClr>
                <a:schemeClr val="accent2"/>
              </a:buClr>
              <a:buSzPct val="60000"/>
              <a:buFontTx/>
              <a:buNone/>
              <a:defRPr/>
            </a:pPr>
            <a:r>
              <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String&amp; </a:t>
            </a:r>
            <a:r>
              <a:rPr kumimoji="0" lang="en-GB" altLang="zh-CN"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operator =</a:t>
            </a:r>
            <a:r>
              <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GB"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const</a:t>
            </a:r>
            <a:r>
              <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String&amp; s)</a:t>
            </a:r>
            <a:endPar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1" fontAlgn="base" latinLnBrk="0" hangingPunct="1">
              <a:lnSpc>
                <a:spcPct val="100000"/>
              </a:lnSpc>
              <a:spcBef>
                <a:spcPct val="20000"/>
              </a:spcBef>
              <a:spcAft>
                <a:spcPct val="0"/>
              </a:spcAft>
              <a:buClr>
                <a:schemeClr val="accent2"/>
              </a:buClr>
              <a:buSzPct val="60000"/>
              <a:buFontTx/>
              <a:buNone/>
              <a:defRPr/>
            </a:pPr>
            <a:r>
              <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if (&amp;s == this) return *this;  //</a:t>
            </a:r>
            <a:r>
              <a:rPr kumimoji="0" lang="zh-CN" altLang="en-GB"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防止自身赋值</a:t>
            </a:r>
            <a:r>
              <a:rPr kumimoji="0" lang="zh-CN" altLang="en-US"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a=a</a:t>
            </a:r>
            <a:endParaRPr kumimoji="0" lang="zh-CN" altLang="en-GB"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1" fontAlgn="base" latinLnBrk="0" hangingPunct="1">
              <a:lnSpc>
                <a:spcPct val="100000"/>
              </a:lnSpc>
              <a:spcBef>
                <a:spcPct val="20000"/>
              </a:spcBef>
              <a:spcAft>
                <a:spcPct val="0"/>
              </a:spcAft>
              <a:buClr>
                <a:schemeClr val="accent2"/>
              </a:buClr>
              <a:buSzPct val="60000"/>
              <a:buFontTx/>
              <a:buNone/>
              <a:defRPr/>
            </a:pPr>
            <a:r>
              <a:rPr kumimoji="0" lang="zh-CN" altLang="en-GB"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delete []</a:t>
            </a:r>
            <a:r>
              <a:rPr kumimoji="0" lang="en-GB"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str</a:t>
            </a:r>
            <a:r>
              <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1" fontAlgn="base" latinLnBrk="0" hangingPunct="1">
              <a:lnSpc>
                <a:spcPct val="100000"/>
              </a:lnSpc>
              <a:spcBef>
                <a:spcPct val="20000"/>
              </a:spcBef>
              <a:spcAft>
                <a:spcPct val="0"/>
              </a:spcAft>
              <a:buClr>
                <a:schemeClr val="accent2"/>
              </a:buClr>
              <a:buSzPct val="60000"/>
              <a:buFontTx/>
              <a:buNone/>
              <a:defRPr/>
            </a:pPr>
            <a:r>
              <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GB"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str</a:t>
            </a:r>
            <a:r>
              <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new char[s.len+1];</a:t>
            </a:r>
            <a:endPar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1" fontAlgn="base" latinLnBrk="0" hangingPunct="1">
              <a:lnSpc>
                <a:spcPct val="100000"/>
              </a:lnSpc>
              <a:spcBef>
                <a:spcPct val="20000"/>
              </a:spcBef>
              <a:spcAft>
                <a:spcPct val="0"/>
              </a:spcAft>
              <a:buClr>
                <a:schemeClr val="accent2"/>
              </a:buClr>
              <a:buSzPct val="60000"/>
              <a:buFontTx/>
              <a:buNone/>
              <a:defRPr/>
            </a:pPr>
            <a:r>
              <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GB"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strcpy</a:t>
            </a:r>
            <a:r>
              <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GB"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str,s.str</a:t>
            </a:r>
            <a:r>
              <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1" fontAlgn="base" latinLnBrk="0" hangingPunct="1">
              <a:lnSpc>
                <a:spcPct val="100000"/>
              </a:lnSpc>
              <a:spcBef>
                <a:spcPct val="20000"/>
              </a:spcBef>
              <a:spcAft>
                <a:spcPct val="0"/>
              </a:spcAft>
              <a:buClr>
                <a:schemeClr val="accent2"/>
              </a:buClr>
              <a:buSzPct val="60000"/>
              <a:buFontTx/>
              <a:buNone/>
              <a:defRPr/>
            </a:pPr>
            <a:r>
              <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GB"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len</a:t>
            </a:r>
            <a:r>
              <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a:t>
            </a:r>
            <a:r>
              <a:rPr kumimoji="0" lang="en-GB"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s.len</a:t>
            </a:r>
            <a:r>
              <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1" fontAlgn="base" latinLnBrk="0" hangingPunct="1">
              <a:lnSpc>
                <a:spcPct val="100000"/>
              </a:lnSpc>
              <a:spcBef>
                <a:spcPct val="20000"/>
              </a:spcBef>
              <a:spcAft>
                <a:spcPct val="0"/>
              </a:spcAft>
              <a:buClr>
                <a:schemeClr val="accent2"/>
              </a:buClr>
              <a:buSzPct val="60000"/>
              <a:buFontTx/>
              <a:buNone/>
              <a:defRPr/>
            </a:pPr>
            <a:r>
              <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return *this;</a:t>
            </a:r>
            <a:endPar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1" fontAlgn="base" latinLnBrk="0" hangingPunct="1">
              <a:lnSpc>
                <a:spcPct val="100000"/>
              </a:lnSpc>
              <a:spcBef>
                <a:spcPct val="20000"/>
              </a:spcBef>
              <a:spcAft>
                <a:spcPct val="0"/>
              </a:spcAft>
              <a:buClr>
                <a:schemeClr val="accent2"/>
              </a:buClr>
              <a:buSzPct val="60000"/>
              <a:buFontTx/>
              <a:buNone/>
              <a:defRPr/>
            </a:pPr>
            <a:r>
              <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上面的返回值类型能是</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void</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吗？为什么是</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String</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并且是它的引用？</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为了</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允许</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下面的操作：</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a=b=c </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和 </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(a=b)=c</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42019">
                                            <p:txEl>
                                              <p:charRg st="229" end="264"/>
                                            </p:txEl>
                                          </p:spTgt>
                                        </p:tgtEl>
                                        <p:attrNameLst>
                                          <p:attrName>style.visibility</p:attrName>
                                        </p:attrNameLst>
                                      </p:cBhvr>
                                      <p:to>
                                        <p:strVal val="visible"/>
                                      </p:to>
                                    </p:set>
                                    <p:anim calcmode="lin" valueType="num">
                                      <p:cBhvr additive="base">
                                        <p:cTn id="7" dur="500" fill="hold"/>
                                        <p:tgtEl>
                                          <p:spTgt spid="342019">
                                            <p:txEl>
                                              <p:charRg st="229" end="26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42019">
                                            <p:txEl>
                                              <p:charRg st="229" end="26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42019">
                                            <p:txEl>
                                              <p:charRg st="264" end="291"/>
                                            </p:txEl>
                                          </p:spTgt>
                                        </p:tgtEl>
                                        <p:attrNameLst>
                                          <p:attrName>style.visibility</p:attrName>
                                        </p:attrNameLst>
                                      </p:cBhvr>
                                      <p:to>
                                        <p:strVal val="visible"/>
                                      </p:to>
                                    </p:set>
                                    <p:anim calcmode="lin" valueType="num">
                                      <p:cBhvr additive="base">
                                        <p:cTn id="13" dur="500" fill="hold"/>
                                        <p:tgtEl>
                                          <p:spTgt spid="342019">
                                            <p:txEl>
                                              <p:charRg st="264" end="29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42019">
                                            <p:txEl>
                                              <p:charRg st="264" end="29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4547" name="Rectangle 3"/>
          <p:cNvSpPr>
            <a:spLocks noGrp="1" noChangeArrowheads="1"/>
          </p:cNvSpPr>
          <p:nvPr>
            <p:ph idx="1"/>
          </p:nvPr>
        </p:nvSpPr>
        <p:spPr>
          <a:xfrm>
            <a:off x="0" y="188913"/>
            <a:ext cx="9144000" cy="6669088"/>
          </a:xfrm>
        </p:spPr>
        <p:txBody>
          <a:bodyPr vert="horz" wrap="square" lIns="91440" tIns="45720" rIns="91440" bIns="45720" numCol="1" anchor="t" anchorCtr="0" compatLnSpc="1"/>
          <a:lstStyle/>
          <a:p>
            <a:pPr marL="342900" marR="0" lvl="0" indent="-342900" algn="l" defTabSz="295275" rtl="0" eaLnBrk="1" fontAlgn="base" latinLnBrk="0" hangingPunct="1">
              <a:lnSpc>
                <a:spcPct val="90000"/>
              </a:lnSpc>
              <a:spcBef>
                <a:spcPct val="20000"/>
              </a:spcBef>
              <a:spcAft>
                <a:spcPct val="0"/>
              </a:spcAft>
              <a:buClr>
                <a:schemeClr val="hlink"/>
              </a:buClr>
              <a:buSzPct val="60000"/>
              <a:buFont typeface="Wingdings" panose="05000000000000000000" pitchFamily="2" charset="2"/>
              <a:buChar char="n"/>
              <a:defRPr/>
            </a:pP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自定义的赋值操作符重载函数不会自动地去进行成员对象的赋值操作，必须要在自定义的赋值操作符重载函数中显式地</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给</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出，例如：</a:t>
            </a:r>
            <a:endPar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295275" rtl="0" eaLnBrk="1" fontAlgn="base" latinLnBrk="0" hangingPunct="1">
              <a:lnSpc>
                <a:spcPct val="11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class A { ...... };</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295275" rtl="0" eaLnBrk="1" fontAlgn="base" latinLnBrk="0" hangingPunct="1">
              <a:lnSpc>
                <a:spcPct val="9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class B</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295275" rtl="0" eaLnBrk="1" fontAlgn="base" latinLnBrk="0" hangingPunct="1">
              <a:lnSpc>
                <a:spcPct val="9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a</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295275" rtl="0" eaLnBrk="1" fontAlgn="base" latinLnBrk="0" hangingPunct="1">
              <a:lnSpc>
                <a:spcPct val="9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x,y</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295275" rtl="0" eaLnBrk="1" fontAlgn="base" latinLnBrk="0" hangingPunct="1">
              <a:lnSpc>
                <a:spcPct val="9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public:</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295275" rtl="0" eaLnBrk="1" fontAlgn="base" latinLnBrk="0" hangingPunct="1">
              <a:lnSpc>
                <a:spcPct val="9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295275" rtl="0" eaLnBrk="1" fontAlgn="base" latinLnBrk="0" hangingPunct="1">
              <a:lnSpc>
                <a:spcPct val="9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B&amp; operator =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const</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B&amp; b)</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295275" rtl="0" eaLnBrk="1" fontAlgn="base" latinLnBrk="0" hangingPunct="1">
              <a:lnSpc>
                <a:spcPct val="9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if (&amp;</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rPr>
              <a:t>b</a:t>
            </a:r>
            <a:r>
              <a:rPr kumimoji="0" lang="en-GB"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rPr>
              <a:t> </a:t>
            </a: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this) return *this; </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295275" rtl="0" eaLnBrk="1" fontAlgn="base" latinLnBrk="0" hangingPunct="1">
              <a:lnSpc>
                <a:spcPct val="9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rPr>
              <a:t>      a = </a:t>
            </a:r>
            <a:r>
              <a:rPr kumimoji="0" lang="en-GB" altLang="zh-CN" sz="2400" b="0" i="0" u="none" strike="noStrike" kern="0" cap="none" spc="0" normalizeH="0" baseline="0" noProof="0" dirty="0" err="1" smtClean="0">
                <a:ln>
                  <a:noFill/>
                </a:ln>
                <a:solidFill>
                  <a:schemeClr val="folHlink"/>
                </a:solidFill>
                <a:effectLst>
                  <a:outerShdw blurRad="38100" dist="38100" dir="2700000" algn="tl">
                    <a:srgbClr val="000000"/>
                  </a:outerShdw>
                </a:effectLst>
                <a:uLnTx/>
                <a:uFillTx/>
                <a:latin typeface="+mn-lt"/>
                <a:ea typeface="+mn-ea"/>
              </a:rPr>
              <a:t>b.a</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GB"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调用</a:t>
            </a:r>
            <a:r>
              <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a:t>
            </a:r>
            <a:r>
              <a:rPr kumimoji="0" lang="zh-CN" altLang="en-GB"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类的赋值操</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作</a:t>
            </a:r>
            <a:r>
              <a:rPr kumimoji="0" lang="zh-CN" altLang="en-GB"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符重载函数来实现成员对象的赋值。</a:t>
            </a:r>
            <a:endParaRPr kumimoji="0" lang="zh-CN" altLang="en-GB"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295275" rtl="0" eaLnBrk="1" fontAlgn="base" latinLnBrk="0" hangingPunct="1">
              <a:lnSpc>
                <a:spcPct val="90000"/>
              </a:lnSpc>
              <a:spcBef>
                <a:spcPct val="20000"/>
              </a:spcBef>
              <a:spcAft>
                <a:spcPct val="0"/>
              </a:spcAft>
              <a:buClr>
                <a:schemeClr val="tx1"/>
              </a:buClr>
              <a:buSzTx/>
              <a:buFontTx/>
              <a:buNone/>
              <a:defRPr/>
            </a:pP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x =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b.x</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295275" rtl="0" eaLnBrk="1" fontAlgn="base" latinLnBrk="0" hangingPunct="1">
              <a:lnSpc>
                <a:spcPct val="9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y =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b.y</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295275" rtl="0" eaLnBrk="1" fontAlgn="base" latinLnBrk="0" hangingPunct="1">
              <a:lnSpc>
                <a:spcPct val="9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return *this;</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295275" rtl="0" eaLnBrk="1" fontAlgn="base" latinLnBrk="0" hangingPunct="1">
              <a:lnSpc>
                <a:spcPct val="9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295275" rtl="0" eaLnBrk="1" fontAlgn="base" latinLnBrk="0" hangingPunct="1">
              <a:lnSpc>
                <a:spcPct val="9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5571" name="Rectangle 3"/>
          <p:cNvSpPr>
            <a:spLocks noGrp="1" noChangeArrowheads="1"/>
          </p:cNvSpPr>
          <p:nvPr>
            <p:ph idx="1"/>
          </p:nvPr>
        </p:nvSpPr>
        <p:spPr>
          <a:xfrm>
            <a:off x="250825" y="765175"/>
            <a:ext cx="8713788" cy="5040313"/>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GB" sz="28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cs typeface="+mn-cs"/>
              </a:rPr>
              <a:t>一般来讲</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，需要自定义拷贝构造函数的类通常也需要自定义赋值操作符重载函数。</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GB"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注意：</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要区别</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下面两个“</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”的不同含义。</a:t>
            </a:r>
            <a:endPar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a</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 b</a:t>
            </a:r>
            <a:r>
              <a:rPr kumimoji="0" lang="en-GB"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 //</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初始化，</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等价</a:t>
            </a:r>
            <a:r>
              <a:rPr kumimoji="0" lang="zh-CN" altLang="en-GB"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于：</a:t>
            </a: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 b(a</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调用</a:t>
            </a:r>
            <a:r>
              <a:rPr kumimoji="0" lang="zh-CN" altLang="en-GB"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拷贝构造函数</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b </a:t>
            </a:r>
            <a:r>
              <a:rPr kumimoji="0" lang="en-GB"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 //</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赋值，</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调用</a:t>
            </a:r>
            <a:r>
              <a:rPr kumimoji="0" lang="zh-CN" altLang="en-GB"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赋值操作符</a:t>
            </a:r>
            <a:r>
              <a:rPr kumimoji="0" lang="en-GB"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r>
              <a:rPr kumimoji="0" lang="zh-CN" altLang="en-GB"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重载函数</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476250"/>
            <a:ext cx="8229600" cy="6121400"/>
          </a:xfrm>
        </p:spPr>
        <p:txBody>
          <a:bodyPr vert="horz" wrap="square" lIns="91440" tIns="45720" rIns="91440" bIns="45720" numCol="1" anchor="t" anchorCtr="0" compatLnSpc="1">
            <a:normAutofit fontScale="70000" lnSpcReduction="20000"/>
          </a:bodyPr>
          <a:lstStyle/>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下面对</a:t>
            </a:r>
            <a:r>
              <a:rPr kumimoji="0" lang="en-US" altLang="zh-CN" sz="3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b2.a</a:t>
            </a:r>
            <a:r>
              <a:rPr kumimoji="0" lang="zh-CN" altLang="en-US" sz="3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进行初始化的区别是什么？</a:t>
            </a:r>
            <a:endParaRPr kumimoji="0" lang="en-US" altLang="zh-CN" sz="3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endParaRPr kumimoji="0" lang="en-US" altLang="zh-CN" sz="3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class A { ...... };</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class B</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a</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x,y</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B() { ...... }</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B(</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const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B&amp; b): </a:t>
            </a:r>
            <a:r>
              <a:rPr kumimoji="0" lang="en-US"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a(</a:t>
            </a:r>
            <a:r>
              <a:rPr kumimoji="0" lang="en-US" altLang="zh-CN" sz="32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cs typeface="+mn-cs"/>
              </a:rPr>
              <a:t>b.a</a:t>
            </a:r>
            <a:r>
              <a:rPr kumimoji="0" lang="en-US"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B(</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const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B&amp; b)</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 x =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b.x</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y =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b.y</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a = </a:t>
            </a:r>
            <a:r>
              <a:rPr kumimoji="0" lang="en-US" altLang="zh-CN" sz="32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cs typeface="+mn-cs"/>
              </a:rPr>
              <a:t>b.a</a:t>
            </a:r>
            <a:r>
              <a:rPr kumimoji="0" lang="en-US"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B b1;</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B b2(b1);</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
        <p:nvSpPr>
          <p:cNvPr id="4" name="TextBox 3"/>
          <p:cNvSpPr txBox="1">
            <a:spLocks noChangeArrowheads="1"/>
          </p:cNvSpPr>
          <p:nvPr/>
        </p:nvSpPr>
        <p:spPr bwMode="auto">
          <a:xfrm>
            <a:off x="2916238" y="3500438"/>
            <a:ext cx="53641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rPr>
              <a:t>//</a:t>
            </a:r>
            <a:r>
              <a:rPr kumimoji="0" lang="zh-CN" altLang="en-US"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rPr>
              <a:t>这里还要调用</a:t>
            </a:r>
            <a:r>
              <a:rPr kumimoji="0" lang="en-US" altLang="zh-CN"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rPr>
              <a:t>A</a:t>
            </a:r>
            <a:r>
              <a:rPr kumimoji="0" lang="zh-CN" altLang="en-US"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rPr>
              <a:t>的默认构造函数对</a:t>
            </a:r>
            <a:r>
              <a:rPr kumimoji="0" lang="en-US" altLang="zh-CN"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rPr>
              <a:t>a</a:t>
            </a:r>
            <a:r>
              <a:rPr kumimoji="0" lang="zh-CN" altLang="en-US"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rPr>
              <a:t>初始化！</a:t>
            </a:r>
            <a:endParaRPr kumimoji="0" lang="zh-CN" altLang="en-US"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endParaRPr>
          </a:p>
        </p:txBody>
      </p:sp>
      <p:sp>
        <p:nvSpPr>
          <p:cNvPr id="5" name="TextBox 4"/>
          <p:cNvSpPr txBox="1">
            <a:spLocks noChangeArrowheads="1"/>
          </p:cNvSpPr>
          <p:nvPr/>
        </p:nvSpPr>
        <p:spPr bwMode="auto">
          <a:xfrm>
            <a:off x="2411413" y="4541838"/>
            <a:ext cx="40814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rPr>
              <a:t>//</a:t>
            </a:r>
            <a:r>
              <a:rPr kumimoji="0" lang="zh-CN" altLang="en-US"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rPr>
              <a:t>这里是调用</a:t>
            </a:r>
            <a:r>
              <a:rPr kumimoji="0" lang="en-US" altLang="zh-CN"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rPr>
              <a:t>A</a:t>
            </a:r>
            <a:r>
              <a:rPr kumimoji="0" lang="zh-CN" altLang="en-US"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rPr>
              <a:t>的赋值操作给</a:t>
            </a:r>
            <a:r>
              <a:rPr kumimoji="0" lang="en-US" altLang="zh-CN"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rPr>
              <a:t>a</a:t>
            </a:r>
            <a:r>
              <a:rPr kumimoji="0" lang="zh-CN" altLang="en-US"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rPr>
              <a:t>赋值</a:t>
            </a:r>
            <a:endParaRPr kumimoji="0" lang="zh-CN" altLang="en-US"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charRg st="122" end="139"/>
                                            </p:txEl>
                                          </p:spTgt>
                                        </p:tgtEl>
                                        <p:attrNameLst>
                                          <p:attrName>style.visibility</p:attrName>
                                        </p:attrNameLst>
                                      </p:cBhvr>
                                      <p:to>
                                        <p:strVal val="visible"/>
                                      </p:to>
                                    </p:set>
                                    <p:anim calcmode="lin" valueType="num">
                                      <p:cBhvr additive="base">
                                        <p:cTn id="7" dur="500" fill="hold"/>
                                        <p:tgtEl>
                                          <p:spTgt spid="3">
                                            <p:txEl>
                                              <p:charRg st="122" end="13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charRg st="122" end="139"/>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charRg st="169" end="184"/>
                                            </p:txEl>
                                          </p:spTgt>
                                        </p:tgtEl>
                                        <p:attrNameLst>
                                          <p:attrName>style.visibility</p:attrName>
                                        </p:attrNameLst>
                                      </p:cBhvr>
                                      <p:to>
                                        <p:strVal val="visible"/>
                                      </p:to>
                                    </p:set>
                                    <p:anim calcmode="lin" valueType="num">
                                      <p:cBhvr additive="base">
                                        <p:cTn id="11" dur="500" fill="hold"/>
                                        <p:tgtEl>
                                          <p:spTgt spid="3">
                                            <p:txEl>
                                              <p:charRg st="169" end="18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charRg st="169" end="184"/>
                                            </p:txEl>
                                          </p:spTgt>
                                        </p:tgtEl>
                                        <p:attrNameLst>
                                          <p:attrName>ppt_y</p:attrName>
                                        </p:attrNameLst>
                                      </p:cBhvr>
                                      <p:tavLst>
                                        <p:tav tm="0">
                                          <p:val>
                                            <p:strVal val="1+#ppt_h/2"/>
                                          </p:val>
                                        </p:tav>
                                        <p:tav tm="100000">
                                          <p:val>
                                            <p:strVal val="#ppt_y"/>
                                          </p:val>
                                        </p:tav>
                                      </p:tavLst>
                                    </p:anim>
                                  </p:childTnLst>
                                </p:cTn>
                              </p:par>
                              <p:par>
                                <p:cTn id="13" presetID="2" presetClass="exit" presetSubtype="4" fill="hold" nodeType="withEffect">
                                  <p:stCondLst>
                                    <p:cond delay="0"/>
                                  </p:stCondLst>
                                  <p:childTnLst>
                                    <p:anim calcmode="lin" valueType="num">
                                      <p:cBhvr additive="base">
                                        <p:cTn id="14" dur="500"/>
                                        <p:tgtEl>
                                          <p:spTgt spid="3">
                                            <p:txEl>
                                              <p:charRg st="96" end="122"/>
                                            </p:txEl>
                                          </p:spTgt>
                                        </p:tgtEl>
                                        <p:attrNameLst>
                                          <p:attrName>ppt_x</p:attrName>
                                        </p:attrNameLst>
                                      </p:cBhvr>
                                      <p:tavLst>
                                        <p:tav tm="0">
                                          <p:val>
                                            <p:strVal val="ppt_x"/>
                                          </p:val>
                                        </p:tav>
                                        <p:tav tm="100000">
                                          <p:val>
                                            <p:strVal val="ppt_x"/>
                                          </p:val>
                                        </p:tav>
                                      </p:tavLst>
                                    </p:anim>
                                    <p:anim calcmode="lin" valueType="num">
                                      <p:cBhvr additive="base">
                                        <p:cTn id="15" dur="500"/>
                                        <p:tgtEl>
                                          <p:spTgt spid="3">
                                            <p:txEl>
                                              <p:charRg st="96" end="122"/>
                                            </p:txEl>
                                          </p:spTgt>
                                        </p:tgtEl>
                                        <p:attrNameLst>
                                          <p:attrName>ppt_y</p:attrName>
                                        </p:attrNameLst>
                                      </p:cBhvr>
                                      <p:tavLst>
                                        <p:tav tm="0">
                                          <p:val>
                                            <p:strVal val="ppt_y"/>
                                          </p:val>
                                        </p:tav>
                                        <p:tav tm="100000">
                                          <p:val>
                                            <p:strVal val="1+ppt_h/2"/>
                                          </p:val>
                                        </p:tav>
                                      </p:tavLst>
                                    </p:anim>
                                    <p:set>
                                      <p:cBhvr>
                                        <p:cTn id="16" dur="1" fill="hold">
                                          <p:stCondLst>
                                            <p:cond delay="499"/>
                                          </p:stCondLst>
                                        </p:cTn>
                                        <p:tgtEl>
                                          <p:spTgt spid="3">
                                            <p:txEl>
                                              <p:charRg st="96" end="122"/>
                                            </p:txEl>
                                          </p:spTgt>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additive="base">
                                        <p:cTn id="21" dur="500" fill="hold"/>
                                        <p:tgtEl>
                                          <p:spTgt spid="4"/>
                                        </p:tgtEl>
                                        <p:attrNameLst>
                                          <p:attrName>ppt_x</p:attrName>
                                        </p:attrNameLst>
                                      </p:cBhvr>
                                      <p:tavLst>
                                        <p:tav tm="0">
                                          <p:val>
                                            <p:strVal val="#ppt_x"/>
                                          </p:val>
                                        </p:tav>
                                        <p:tav tm="100000">
                                          <p:val>
                                            <p:strVal val="#ppt_x"/>
                                          </p:val>
                                        </p:tav>
                                      </p:tavLst>
                                    </p:anim>
                                    <p:anim calcmode="lin" valueType="num">
                                      <p:cBhvr additive="base">
                                        <p:cTn id="22" dur="500" fill="hold"/>
                                        <p:tgtEl>
                                          <p:spTgt spid="4"/>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6594" name="Rectangle 2"/>
          <p:cNvSpPr>
            <a:spLocks noGrp="1" noChangeArrowheads="1"/>
          </p:cNvSpPr>
          <p:nvPr>
            <p:ph type="title"/>
          </p:nvPr>
        </p:nvSpPr>
        <p:spPr>
          <a:xfrm>
            <a:off x="457200" y="115888"/>
            <a:ext cx="8229600" cy="990600"/>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GB" sz="40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访问</a:t>
            </a:r>
            <a:r>
              <a:rPr kumimoji="0" lang="zh-CN" altLang="en-GB" sz="40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数组元素操作符“</a:t>
            </a:r>
            <a:r>
              <a:rPr kumimoji="0" lang="en-GB" altLang="zh-CN" sz="40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a:t>
            </a:r>
            <a:r>
              <a:rPr kumimoji="0" lang="zh-CN" altLang="en-US" sz="40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a:t>
            </a:r>
            <a:r>
              <a:rPr kumimoji="0" lang="zh-CN" altLang="en-GB" sz="40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的重载</a:t>
            </a: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 </a:t>
            </a:r>
            <a:endPar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66595" name="Rectangle 3"/>
          <p:cNvSpPr>
            <a:spLocks noGrp="1" noChangeArrowheads="1"/>
          </p:cNvSpPr>
          <p:nvPr>
            <p:ph idx="1"/>
          </p:nvPr>
        </p:nvSpPr>
        <p:spPr>
          <a:xfrm>
            <a:off x="107950" y="1196975"/>
            <a:ext cx="9036050" cy="5661025"/>
          </a:xfrm>
        </p:spPr>
        <p:txBody>
          <a:bodyPr vert="horz" wrap="square" lIns="91440" tIns="45720" rIns="91440" bIns="45720" numCol="1" anchor="t" anchorCtr="0" compatLnSpc="1">
            <a:normAutofit/>
          </a:bodyPr>
          <a:lstStyle/>
          <a:p>
            <a:pPr marL="342900" marR="0" lvl="0" indent="-342900" algn="l" defTabSz="36068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GB"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对于由具有</a:t>
            </a:r>
            <a:r>
              <a:rPr kumimoji="0" lang="zh-CN" altLang="en-GB" sz="26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cs typeface="+mn-cs"/>
              </a:rPr>
              <a:t>线性关系</a:t>
            </a:r>
            <a:r>
              <a:rPr kumimoji="0" lang="zh-CN" altLang="en-GB"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a:t>
            </a:r>
            <a:r>
              <a:rPr kumimoji="0" lang="zh-CN" altLang="en-GB" sz="26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cs typeface="+mn-cs"/>
              </a:rPr>
              <a:t>元素</a:t>
            </a:r>
            <a:r>
              <a:rPr kumimoji="0" lang="zh-CN" altLang="en-GB"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所构成的对象，可通过重载</a:t>
            </a:r>
            <a:r>
              <a:rPr kumimoji="0" lang="zh-CN" altLang="en-US"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下标操作符</a:t>
            </a:r>
            <a:r>
              <a:rPr kumimoji="0" lang="zh-CN" altLang="en-GB"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Arial" panose="020B0604020202020204" pitchFamily="34" charset="0"/>
                <a:ea typeface="+mn-ea"/>
                <a:cs typeface="+mn-cs"/>
              </a:rPr>
              <a:t>“</a:t>
            </a:r>
            <a:r>
              <a:rPr kumimoji="0" lang="en-GB"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Arial" panose="020B0604020202020204" pitchFamily="34" charset="0"/>
                <a:ea typeface="+mn-ea"/>
                <a:cs typeface="+mn-cs"/>
              </a:rPr>
              <a:t>来</a:t>
            </a:r>
            <a:r>
              <a:rPr kumimoji="0" lang="zh-CN" altLang="en-GB"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实现对其元素的访问。例如：</a:t>
            </a:r>
            <a:endParaRPr kumimoji="0" lang="en-US"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360680" rtl="0" eaLnBrk="1" fontAlgn="base" latinLnBrk="0" hangingPunct="1">
              <a:lnSpc>
                <a:spcPct val="100000"/>
              </a:lnSpc>
              <a:spcBef>
                <a:spcPct val="20000"/>
              </a:spcBef>
              <a:spcAft>
                <a:spcPct val="0"/>
              </a:spcAft>
              <a:buClr>
                <a:schemeClr val="hlink"/>
              </a:buClr>
              <a:buSzPct val="60000"/>
              <a:buFontTx/>
              <a:buNone/>
              <a:defRPr/>
            </a:pPr>
            <a:r>
              <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class String</a:t>
            </a:r>
            <a:endPar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360680" rtl="0" eaLnBrk="1" fontAlgn="base" latinLnBrk="0" hangingPunct="1">
              <a:lnSpc>
                <a:spcPct val="100000"/>
              </a:lnSpc>
              <a:spcBef>
                <a:spcPct val="20000"/>
              </a:spcBef>
              <a:spcAft>
                <a:spcPct val="0"/>
              </a:spcAft>
              <a:buClr>
                <a:schemeClr val="hlink"/>
              </a:buClr>
              <a:buSzPct val="60000"/>
              <a:buFontTx/>
              <a:buNone/>
              <a:defRPr/>
            </a:pPr>
            <a:r>
              <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GB" altLang="zh-CN" sz="2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GB" altLang="zh-CN" sz="2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len</a:t>
            </a:r>
            <a:r>
              <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360680" rtl="0" eaLnBrk="1" fontAlgn="base" latinLnBrk="0" hangingPunct="1">
              <a:lnSpc>
                <a:spcPct val="100000"/>
              </a:lnSpc>
              <a:spcBef>
                <a:spcPct val="20000"/>
              </a:spcBef>
              <a:spcAft>
                <a:spcPct val="0"/>
              </a:spcAft>
              <a:buClr>
                <a:schemeClr val="hlink"/>
              </a:buClr>
              <a:buSzPct val="60000"/>
              <a:buFontTx/>
              <a:buNone/>
              <a:defRPr/>
            </a:pPr>
            <a:r>
              <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char *</a:t>
            </a:r>
            <a:r>
              <a:rPr kumimoji="0" lang="en-GB" altLang="zh-CN" sz="2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str</a:t>
            </a:r>
            <a:r>
              <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360680" rtl="0" eaLnBrk="1" fontAlgn="base" latinLnBrk="0" hangingPunct="1">
              <a:lnSpc>
                <a:spcPct val="100000"/>
              </a:lnSpc>
              <a:spcBef>
                <a:spcPct val="20000"/>
              </a:spcBef>
              <a:spcAft>
                <a:spcPct val="0"/>
              </a:spcAft>
              <a:buClr>
                <a:schemeClr val="hlink"/>
              </a:buClr>
              <a:buSzPct val="60000"/>
              <a:buFontTx/>
              <a:buNone/>
              <a:defRPr/>
            </a:pPr>
            <a:r>
              <a:rPr kumimoji="0" lang="en-GB"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public:</a:t>
            </a:r>
            <a:endPar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360680" rtl="0" eaLnBrk="1" fontAlgn="base" latinLnBrk="0" hangingPunct="1">
              <a:lnSpc>
                <a:spcPct val="100000"/>
              </a:lnSpc>
              <a:spcBef>
                <a:spcPct val="20000"/>
              </a:spcBef>
              <a:spcAft>
                <a:spcPct val="0"/>
              </a:spcAft>
              <a:buClr>
                <a:schemeClr val="hlink"/>
              </a:buClr>
              <a:buSzPct val="60000"/>
              <a:buFontTx/>
              <a:buNone/>
              <a:defRPr/>
            </a:pPr>
            <a:r>
              <a:rPr kumimoji="0" lang="en-GB"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360680" rtl="0" eaLnBrk="1" fontAlgn="base" latinLnBrk="0" hangingPunct="1">
              <a:lnSpc>
                <a:spcPct val="100000"/>
              </a:lnSpc>
              <a:spcBef>
                <a:spcPct val="20000"/>
              </a:spcBef>
              <a:spcAft>
                <a:spcPct val="0"/>
              </a:spcAft>
              <a:buClr>
                <a:schemeClr val="hlink"/>
              </a:buClr>
              <a:buSzPct val="60000"/>
              <a:buFontTx/>
              <a:buNone/>
              <a:defRPr/>
            </a:pP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char &amp;</a:t>
            </a:r>
            <a:r>
              <a:rPr kumimoji="0" lang="en-US" altLang="zh-CN" sz="2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operator []</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2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	return </a:t>
            </a:r>
            <a:r>
              <a:rPr kumimoji="0" lang="en-US" altLang="zh-CN" sz="2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str</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2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360680" rtl="0" eaLnBrk="1" fontAlgn="base" latinLnBrk="0" hangingPunct="1">
              <a:lnSpc>
                <a:spcPct val="100000"/>
              </a:lnSpc>
              <a:spcBef>
                <a:spcPct val="20000"/>
              </a:spcBef>
              <a:spcAft>
                <a:spcPct val="0"/>
              </a:spcAft>
              <a:buClr>
                <a:schemeClr val="hlink"/>
              </a:buClr>
              <a:buSzPct val="60000"/>
              <a:buFontTx/>
              <a:buNone/>
              <a:defRPr/>
            </a:pPr>
            <a:r>
              <a:rPr kumimoji="0" lang="en-US"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char </a:t>
            </a:r>
            <a:r>
              <a:rPr kumimoji="0" lang="en-US" altLang="zh-CN" sz="2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operator </a:t>
            </a:r>
            <a:r>
              <a:rPr kumimoji="0" lang="en-US" altLang="zh-CN" sz="2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a:t>
            </a:r>
            <a:r>
              <a:rPr kumimoji="0" lang="en-US"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2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a:t>
            </a:r>
            <a:r>
              <a:rPr kumimoji="0" lang="en-US"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2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cs typeface="+mn-cs"/>
              </a:rPr>
              <a:t>const</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return </a:t>
            </a:r>
            <a:r>
              <a:rPr kumimoji="0" lang="en-US" altLang="zh-CN" sz="2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str</a:t>
            </a:r>
            <a:r>
              <a:rPr kumimoji="0" lang="en-US"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2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a:t>
            </a:r>
            <a:r>
              <a:rPr kumimoji="0" lang="en-US"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zh-CN" altLang="en-US"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用于常量对象</a:t>
            </a:r>
            <a:endParaRPr kumimoji="0" lang="en-US"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360680" rtl="0" eaLnBrk="1" fontAlgn="base" latinLnBrk="0" hangingPunct="1">
              <a:lnSpc>
                <a:spcPct val="100000"/>
              </a:lnSpc>
              <a:spcBef>
                <a:spcPct val="20000"/>
              </a:spcBef>
              <a:spcAft>
                <a:spcPct val="0"/>
              </a:spcAft>
              <a:buClr>
                <a:schemeClr val="hlink"/>
              </a:buClr>
              <a:buSzPct val="60000"/>
              <a:buFontTx/>
              <a:buNone/>
              <a:defRPr/>
            </a:pPr>
            <a:r>
              <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360680" rtl="0" eaLnBrk="1" fontAlgn="base" latinLnBrk="0" hangingPunct="1">
              <a:lnSpc>
                <a:spcPct val="100000"/>
              </a:lnSpc>
              <a:spcBef>
                <a:spcPct val="20000"/>
              </a:spcBef>
              <a:spcAft>
                <a:spcPct val="0"/>
              </a:spcAft>
              <a:buClr>
                <a:schemeClr val="hlink"/>
              </a:buClr>
              <a:buSzPct val="60000"/>
              <a:buFontTx/>
              <a:buNone/>
              <a:defRPr/>
            </a:pPr>
            <a:r>
              <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360680" rtl="0" eaLnBrk="1" fontAlgn="base" latinLnBrk="0" hangingPunct="1">
              <a:lnSpc>
                <a:spcPct val="100000"/>
              </a:lnSpc>
              <a:spcBef>
                <a:spcPct val="20000"/>
              </a:spcBef>
              <a:spcAft>
                <a:spcPct val="0"/>
              </a:spcAft>
              <a:buClr>
                <a:schemeClr val="hlink"/>
              </a:buClr>
              <a:buSzPct val="60000"/>
              <a:buFontTx/>
              <a:buNone/>
              <a:defRPr/>
            </a:pPr>
            <a:r>
              <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String s("</a:t>
            </a:r>
            <a:r>
              <a:rPr kumimoji="0" lang="en-GB" altLang="zh-CN" sz="2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abcd</a:t>
            </a:r>
            <a:r>
              <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360680" rtl="0" eaLnBrk="1" fontAlgn="base" latinLnBrk="0" hangingPunct="1">
              <a:lnSpc>
                <a:spcPct val="100000"/>
              </a:lnSpc>
              <a:spcBef>
                <a:spcPct val="20000"/>
              </a:spcBef>
              <a:spcAft>
                <a:spcPct val="0"/>
              </a:spcAft>
              <a:buClr>
                <a:schemeClr val="hlink"/>
              </a:buClr>
              <a:buSzPct val="60000"/>
              <a:buFontTx/>
              <a:buNone/>
              <a:defRPr/>
            </a:pPr>
            <a:r>
              <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s[2] ... </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访问</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s</a:t>
            </a:r>
            <a:r>
              <a:rPr kumimoji="0" lang="zh-CN" altLang="en-US"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中的</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a:t>
            </a:r>
            <a:endPar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66595">
                                            <p:txEl>
                                              <p:charRg st="151" end="211"/>
                                            </p:txEl>
                                          </p:spTgt>
                                        </p:tgtEl>
                                        <p:attrNameLst>
                                          <p:attrName>style.visibility</p:attrName>
                                        </p:attrNameLst>
                                      </p:cBhvr>
                                      <p:to>
                                        <p:strVal val="visible"/>
                                      </p:to>
                                    </p:set>
                                    <p:anim calcmode="lin" valueType="num">
                                      <p:cBhvr additive="base">
                                        <p:cTn id="7" dur="500" fill="hold"/>
                                        <p:tgtEl>
                                          <p:spTgt spid="366595">
                                            <p:txEl>
                                              <p:charRg st="151" end="21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6595">
                                            <p:txEl>
                                              <p:charRg st="151" end="2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6595" name="Rectangle 3"/>
          <p:cNvSpPr>
            <a:spLocks noGrp="1" noChangeArrowheads="1"/>
          </p:cNvSpPr>
          <p:nvPr>
            <p:ph idx="1"/>
          </p:nvPr>
        </p:nvSpPr>
        <p:spPr>
          <a:xfrm>
            <a:off x="457200" y="765175"/>
            <a:ext cx="8229600" cy="5661025"/>
          </a:xfrm>
        </p:spPr>
        <p:txBody>
          <a:bodyPr vert="horz" wrap="square" lIns="91440" tIns="45720" rIns="91440" bIns="45720" numCol="1" anchor="t" anchorCtr="0" compatLnSpc="1">
            <a:normAutofit/>
          </a:bodyPr>
          <a:lstStyle/>
          <a:p>
            <a:pPr marL="342900" marR="0" lvl="0" indent="-342900" algn="l" defTabSz="36068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再</a:t>
            </a:r>
            <a:r>
              <a:rPr kumimoji="0" lang="zh-CN" altLang="en-GB"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例如：</a:t>
            </a:r>
            <a:endParaRPr kumimoji="0" lang="en-US"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457200" marR="0" lvl="1" indent="0" algn="l" defTabSz="360680" rtl="0" eaLnBrk="1" fontAlgn="base" latinLnBrk="0" hangingPunct="1">
              <a:lnSpc>
                <a:spcPct val="90000"/>
              </a:lnSpc>
              <a:spcBef>
                <a:spcPct val="20000"/>
              </a:spcBef>
              <a:spcAft>
                <a:spcPct val="0"/>
              </a:spcAft>
              <a:buClr>
                <a:schemeClr val="tx1"/>
              </a:buClr>
              <a:buSzTx/>
              <a:buFontTx/>
              <a:buNone/>
              <a:defRPr/>
            </a:pP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class Vector  //</a:t>
            </a:r>
            <a:r>
              <a:rPr kumimoji="0" lang="zh-CN" altLang="en-US"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向量类</a:t>
            </a:r>
            <a:endParaRPr kumimoji="0" lang="zh-CN" altLang="en-US"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360680" rtl="0" eaLnBrk="1" fontAlgn="base" latinLnBrk="0" hangingPunct="1">
              <a:lnSpc>
                <a:spcPct val="90000"/>
              </a:lnSpc>
              <a:spcBef>
                <a:spcPct val="20000"/>
              </a:spcBef>
              <a:spcAft>
                <a:spcPct val="0"/>
              </a:spcAft>
              <a:buClr>
                <a:schemeClr val="tx1"/>
              </a:buClr>
              <a:buSzTx/>
              <a:buFontTx/>
              <a:buNone/>
              <a:defRPr/>
            </a:pP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p_data</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360680" rtl="0" eaLnBrk="1" fontAlgn="base" latinLnBrk="0" hangingPunct="1">
              <a:lnSpc>
                <a:spcPct val="90000"/>
              </a:lnSpc>
              <a:spcBef>
                <a:spcPct val="20000"/>
              </a:spcBef>
              <a:spcAft>
                <a:spcPct val="0"/>
              </a:spcAft>
              <a:buClr>
                <a:schemeClr val="tx1"/>
              </a:buClr>
              <a:buSzTx/>
              <a:buFontTx/>
              <a:buNone/>
              <a:defRPr/>
            </a:pP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num</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360680" rtl="0" eaLnBrk="1" fontAlgn="base" latinLnBrk="0" hangingPunct="1">
              <a:lnSpc>
                <a:spcPct val="90000"/>
              </a:lnSpc>
              <a:spcBef>
                <a:spcPct val="20000"/>
              </a:spcBef>
              <a:spcAft>
                <a:spcPct val="0"/>
              </a:spcAft>
              <a:buClr>
                <a:schemeClr val="tx1"/>
              </a:buClr>
              <a:buSzTx/>
              <a:buFontTx/>
              <a:buNone/>
              <a:defRPr/>
            </a:pP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public:</a:t>
            </a:r>
            <a:endPar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360680" rtl="0" eaLnBrk="1" fontAlgn="base" latinLnBrk="0" hangingPunct="1">
              <a:lnSpc>
                <a:spcPct val="90000"/>
              </a:lnSpc>
              <a:spcBef>
                <a:spcPct val="20000"/>
              </a:spcBef>
              <a:spcAft>
                <a:spcPct val="0"/>
              </a:spcAft>
              <a:buClr>
                <a:schemeClr val="tx1"/>
              </a:buClr>
              <a:buSzTx/>
              <a:buFontTx/>
              <a:buNone/>
              <a:defRPr/>
            </a:pPr>
            <a:r>
              <a:rPr kumimoji="0" lang="en-US"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endParaRPr kumimoji="0" lang="en-US"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360680" rtl="0" eaLnBrk="1" fontAlgn="base" latinLnBrk="0" hangingPunct="1">
              <a:lnSpc>
                <a:spcPct val="90000"/>
              </a:lnSpc>
              <a:spcBef>
                <a:spcPct val="20000"/>
              </a:spcBef>
              <a:spcAft>
                <a:spcPct val="0"/>
              </a:spcAft>
              <a:buClr>
                <a:schemeClr val="tx1"/>
              </a:buClr>
              <a:buSzTx/>
              <a:buFontTx/>
              <a:buNone/>
              <a:defRPr/>
            </a:pP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&amp;</a:t>
            </a:r>
            <a:r>
              <a:rPr kumimoji="0" lang="en-US" altLang="zh-CN" sz="2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operator[]</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US"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访问向量第</a:t>
            </a:r>
            <a:r>
              <a:rPr kumimoji="0" lang="en-US" altLang="zh-CN" sz="2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a:t>
            </a:r>
            <a:r>
              <a:rPr kumimoji="0" lang="zh-CN" altLang="en-US"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个元素。</a:t>
            </a:r>
            <a:endParaRPr kumimoji="0" lang="zh-CN" altLang="en-US"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360680" rtl="0" eaLnBrk="1" fontAlgn="base" latinLnBrk="0" hangingPunct="1">
              <a:lnSpc>
                <a:spcPct val="90000"/>
              </a:lnSpc>
              <a:spcBef>
                <a:spcPct val="20000"/>
              </a:spcBef>
              <a:spcAft>
                <a:spcPct val="0"/>
              </a:spcAft>
              <a:buClr>
                <a:schemeClr val="tx1"/>
              </a:buClr>
              <a:buSzTx/>
              <a:buFontTx/>
              <a:buNone/>
              <a:defRPr/>
            </a:pPr>
            <a:r>
              <a:rPr kumimoji="0" lang="zh-CN" altLang="en-US"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return </a:t>
            </a:r>
            <a:r>
              <a:rPr kumimoji="0" lang="en-US" altLang="zh-CN" sz="2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p_data</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360680" rtl="0" eaLnBrk="1" fontAlgn="base" latinLnBrk="0" hangingPunct="1">
              <a:lnSpc>
                <a:spcPct val="90000"/>
              </a:lnSpc>
              <a:spcBef>
                <a:spcPct val="20000"/>
              </a:spcBef>
              <a:spcAft>
                <a:spcPct val="0"/>
              </a:spcAft>
              <a:buClr>
                <a:schemeClr val="tx1"/>
              </a:buClr>
              <a:buSzTx/>
              <a:buFontTx/>
              <a:buNone/>
              <a:defRPr/>
            </a:pP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360680" rtl="0" eaLnBrk="1" fontAlgn="base" latinLnBrk="0" hangingPunct="1">
              <a:lnSpc>
                <a:spcPct val="90000"/>
              </a:lnSpc>
              <a:spcBef>
                <a:spcPct val="20000"/>
              </a:spcBef>
              <a:spcAft>
                <a:spcPct val="0"/>
              </a:spcAft>
              <a:buClr>
                <a:schemeClr val="tx1"/>
              </a:buClr>
              <a:buSzTx/>
              <a:buFontTx/>
              <a:buNone/>
              <a:defRPr/>
            </a:pP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360680" rtl="0" eaLnBrk="1" fontAlgn="base" latinLnBrk="0" hangingPunct="1">
              <a:lnSpc>
                <a:spcPct val="90000"/>
              </a:lnSpc>
              <a:spcBef>
                <a:spcPct val="20000"/>
              </a:spcBef>
              <a:spcAft>
                <a:spcPct val="0"/>
              </a:spcAft>
              <a:buClr>
                <a:schemeClr val="tx1"/>
              </a:buClr>
              <a:buSzTx/>
              <a:buFontTx/>
              <a:buNone/>
              <a:defRPr/>
            </a:pP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360680" rtl="0" eaLnBrk="1" fontAlgn="base" latinLnBrk="0" hangingPunct="1">
              <a:lnSpc>
                <a:spcPct val="90000"/>
              </a:lnSpc>
              <a:spcBef>
                <a:spcPct val="20000"/>
              </a:spcBef>
              <a:spcAft>
                <a:spcPct val="0"/>
              </a:spcAft>
              <a:buClr>
                <a:schemeClr val="tx1"/>
              </a:buClr>
              <a:buSzTx/>
              <a:buFontTx/>
              <a:buNone/>
              <a:defRPr/>
            </a:pP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Vector v(10);</a:t>
            </a:r>
            <a:endPar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360680" rtl="0" eaLnBrk="1" fontAlgn="base" latinLnBrk="0" hangingPunct="1">
              <a:lnSpc>
                <a:spcPct val="90000"/>
              </a:lnSpc>
              <a:spcBef>
                <a:spcPct val="20000"/>
              </a:spcBef>
              <a:spcAft>
                <a:spcPct val="0"/>
              </a:spcAft>
              <a:buClr>
                <a:schemeClr val="tx1"/>
              </a:buClr>
              <a:buSzTx/>
              <a:buFontTx/>
              <a:buNone/>
              <a:defRPr/>
            </a:pP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360680" rtl="0" eaLnBrk="1" fontAlgn="base" latinLnBrk="0" hangingPunct="1">
              <a:lnSpc>
                <a:spcPct val="90000"/>
              </a:lnSpc>
              <a:spcBef>
                <a:spcPct val="20000"/>
              </a:spcBef>
              <a:spcAft>
                <a:spcPct val="0"/>
              </a:spcAft>
              <a:buClr>
                <a:schemeClr val="tx1"/>
              </a:buClr>
              <a:buSzTx/>
              <a:buFontTx/>
              <a:buNone/>
              <a:defRPr/>
            </a:pP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v[2]</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a:t>
            </a:r>
            <a:r>
              <a:rPr kumimoji="0" lang="zh-CN" altLang="en-US"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访问向量第三个元素</a:t>
            </a:r>
            <a:endParaRPr kumimoji="0" lang="zh-CN" altLang="en-GB"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
        <p:nvSpPr>
          <p:cNvPr id="2" name="TextBox 1"/>
          <p:cNvSpPr txBox="1"/>
          <p:nvPr/>
        </p:nvSpPr>
        <p:spPr>
          <a:xfrm>
            <a:off x="4910138" y="3541713"/>
            <a:ext cx="3916363" cy="1616075"/>
          </a:xfrm>
          <a:prstGeom prst="rect">
            <a:avLst/>
          </a:prstGeom>
          <a:solidFill>
            <a:srgbClr val="003366"/>
          </a:solidFill>
        </p:spPr>
        <p:txBody>
          <a:bodyPr wrap="none">
            <a:spAutoFit/>
          </a:bodyPr>
          <a:lstStyle/>
          <a:p>
            <a:pPr marL="342900" marR="0" lvl="1" indent="-342900" algn="l" defTabSz="360680" rtl="0" eaLnBrk="1" fontAlgn="base" latinLnBrk="0" hangingPunct="1">
              <a:lnSpc>
                <a:spcPct val="90000"/>
              </a:lnSpc>
              <a:spcBef>
                <a:spcPct val="0"/>
              </a:spcBef>
              <a:spcAft>
                <a:spcPct val="0"/>
              </a:spcAft>
              <a:buClrTx/>
              <a:buSzTx/>
              <a:buFont typeface="Arial" panose="020B0604020202020204" pitchFamily="34" charset="0"/>
              <a:buChar char="•"/>
              <a:defRPr/>
            </a:pPr>
            <a:r>
              <a:rPr kumimoji="0" lang="zh-CN" altLang="en-US" sz="2200" b="0"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rPr>
              <a:t>对于常量对象的场合要加上</a:t>
            </a:r>
            <a:endParaRPr kumimoji="0" lang="en-US" altLang="zh-CN" sz="2200" b="0"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endParaRPr>
          </a:p>
          <a:p>
            <a:pPr marL="0" marR="0" lvl="1" indent="0" algn="l" defTabSz="360680" rtl="0" eaLnBrk="1" fontAlgn="base" latinLnBrk="0" hangingPunct="1">
              <a:lnSpc>
                <a:spcPct val="90000"/>
              </a:lnSpc>
              <a:spcBef>
                <a:spcPct val="0"/>
              </a:spcBef>
              <a:spcAft>
                <a:spcPct val="0"/>
              </a:spcAft>
              <a:buClrTx/>
              <a:buSzTx/>
              <a:buFontTx/>
              <a:buNone/>
              <a:defRPr/>
            </a:pPr>
            <a:r>
              <a:rPr kumimoji="0" lang="zh-CN" altLang="en-US" sz="2200" b="0"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rPr>
              <a:t>另一个重载函数：</a:t>
            </a:r>
            <a:endParaRPr kumimoji="0" lang="en-US" altLang="zh-CN" sz="2200" b="0"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endParaRPr>
          </a:p>
          <a:p>
            <a:pPr marL="0" marR="0" lvl="1" indent="0" algn="l" defTabSz="360680" rtl="0" eaLnBrk="1" fontAlgn="base" latinLnBrk="0" hangingPunct="1">
              <a:lnSpc>
                <a:spcPct val="90000"/>
              </a:lnSpc>
              <a:spcBef>
                <a:spcPct val="0"/>
              </a:spcBef>
              <a:spcAft>
                <a:spcPct val="0"/>
              </a:spcAft>
              <a:buClrTx/>
              <a:buSzTx/>
              <a:buFontTx/>
              <a:buNone/>
              <a:defRPr/>
            </a:pPr>
            <a:r>
              <a:rPr kumimoji="0" lang="en-US" altLang="zh-CN" sz="2200" b="0" i="0" u="none" strike="noStrike" kern="1200" cap="none" spc="0" normalizeH="0" baseline="0" noProof="0" dirty="0" err="1">
                <a:ln>
                  <a:noFill/>
                </a:ln>
                <a:solidFill>
                  <a:schemeClr val="tx1"/>
                </a:solidFill>
                <a:effectLst/>
                <a:uLnTx/>
                <a:uFillTx/>
                <a:latin typeface="Verdana" panose="020B0604030504040204" pitchFamily="34" charset="0"/>
                <a:ea typeface="宋体" panose="02010600030101010101" pitchFamily="2" charset="-122"/>
                <a:cs typeface="+mn-cs"/>
              </a:rPr>
              <a:t>int</a:t>
            </a:r>
            <a:r>
              <a:rPr kumimoji="0" lang="en-US" altLang="zh-CN" sz="2200" b="0"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rPr>
              <a:t> </a:t>
            </a:r>
            <a:r>
              <a:rPr kumimoji="0" lang="en-US" altLang="zh-CN" sz="2200" b="0" i="0" u="none" strike="noStrike" kern="1200" cap="none" spc="0" normalizeH="0" baseline="0" noProof="0" dirty="0">
                <a:ln>
                  <a:noFill/>
                </a:ln>
                <a:solidFill>
                  <a:srgbClr val="FFC000"/>
                </a:solidFill>
                <a:effectLst/>
                <a:uLnTx/>
                <a:uFillTx/>
                <a:latin typeface="Verdana" panose="020B0604030504040204" pitchFamily="34" charset="0"/>
                <a:ea typeface="宋体" panose="02010600030101010101" pitchFamily="2" charset="-122"/>
                <a:cs typeface="+mn-cs"/>
              </a:rPr>
              <a:t>operator[]</a:t>
            </a:r>
            <a:r>
              <a:rPr kumimoji="0" lang="en-US" altLang="zh-CN" sz="2200" b="0"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rPr>
              <a:t>(</a:t>
            </a:r>
            <a:r>
              <a:rPr kumimoji="0" lang="en-US" altLang="zh-CN" sz="2200" b="0" i="0" u="none" strike="noStrike" kern="1200" cap="none" spc="0" normalizeH="0" baseline="0" noProof="0" dirty="0" err="1">
                <a:ln>
                  <a:noFill/>
                </a:ln>
                <a:solidFill>
                  <a:schemeClr val="tx1"/>
                </a:solidFill>
                <a:effectLst/>
                <a:uLnTx/>
                <a:uFillTx/>
                <a:latin typeface="Verdana" panose="020B0604030504040204" pitchFamily="34" charset="0"/>
                <a:ea typeface="宋体" panose="02010600030101010101" pitchFamily="2" charset="-122"/>
                <a:cs typeface="+mn-cs"/>
              </a:rPr>
              <a:t>int</a:t>
            </a:r>
            <a:r>
              <a:rPr kumimoji="0" lang="en-US" altLang="zh-CN" sz="2200" b="0"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rPr>
              <a:t> </a:t>
            </a:r>
            <a:r>
              <a:rPr kumimoji="0" lang="en-US" altLang="zh-CN" sz="2200" b="0" i="0" u="none" strike="noStrike" kern="1200" cap="none" spc="0" normalizeH="0" baseline="0" noProof="0" dirty="0" err="1">
                <a:ln>
                  <a:noFill/>
                </a:ln>
                <a:solidFill>
                  <a:schemeClr val="tx1"/>
                </a:solidFill>
                <a:effectLst/>
                <a:uLnTx/>
                <a:uFillTx/>
                <a:latin typeface="Verdana" panose="020B0604030504040204" pitchFamily="34" charset="0"/>
                <a:ea typeface="宋体" panose="02010600030101010101" pitchFamily="2" charset="-122"/>
                <a:cs typeface="+mn-cs"/>
              </a:rPr>
              <a:t>i</a:t>
            </a:r>
            <a:r>
              <a:rPr kumimoji="0" lang="en-US" altLang="zh-CN" sz="2200" b="0"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rPr>
              <a:t>) </a:t>
            </a:r>
            <a:r>
              <a:rPr kumimoji="0" lang="en-US" altLang="zh-CN" sz="2200" b="0" i="0" u="none" strike="noStrike" kern="1200" cap="none" spc="0" normalizeH="0" baseline="0" noProof="0" dirty="0" err="1">
                <a:ln>
                  <a:noFill/>
                </a:ln>
                <a:solidFill>
                  <a:srgbClr val="FFC000"/>
                </a:solidFill>
                <a:effectLst/>
                <a:uLnTx/>
                <a:uFillTx/>
                <a:latin typeface="Verdana" panose="020B0604030504040204" pitchFamily="34" charset="0"/>
                <a:ea typeface="宋体" panose="02010600030101010101" pitchFamily="2" charset="-122"/>
                <a:cs typeface="+mn-cs"/>
              </a:rPr>
              <a:t>const</a:t>
            </a:r>
            <a:endParaRPr kumimoji="0" lang="zh-CN" altLang="en-US" sz="2200" b="0" i="0" u="none" strike="noStrike" kern="1200" cap="none" spc="0" normalizeH="0" baseline="0" noProof="0" dirty="0">
              <a:ln>
                <a:noFill/>
              </a:ln>
              <a:solidFill>
                <a:srgbClr val="FFC000"/>
              </a:solidFill>
              <a:effectLst/>
              <a:uLnTx/>
              <a:uFillTx/>
              <a:latin typeface="Verdana" panose="020B0604030504040204" pitchFamily="34" charset="0"/>
              <a:ea typeface="宋体" panose="02010600030101010101" pitchFamily="2" charset="-122"/>
              <a:cs typeface="+mn-cs"/>
            </a:endParaRPr>
          </a:p>
          <a:p>
            <a:pPr marL="0" marR="0" lvl="1" indent="0" algn="l" defTabSz="360680" rtl="0" eaLnBrk="1" fontAlgn="base" latinLnBrk="0" hangingPunct="1">
              <a:lnSpc>
                <a:spcPct val="90000"/>
              </a:lnSpc>
              <a:spcBef>
                <a:spcPct val="0"/>
              </a:spcBef>
              <a:spcAft>
                <a:spcPct val="0"/>
              </a:spcAft>
              <a:buClrTx/>
              <a:buSzTx/>
              <a:buFontTx/>
              <a:buNone/>
              <a:defRPr/>
            </a:pPr>
            <a:r>
              <a:rPr kumimoji="0" lang="en-US" altLang="zh-CN" sz="2200" b="0"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rPr>
              <a:t>{	return </a:t>
            </a:r>
            <a:r>
              <a:rPr kumimoji="0" lang="en-US" altLang="zh-CN" sz="2200" b="0" i="0" u="none" strike="noStrike" kern="1200" cap="none" spc="0" normalizeH="0" baseline="0" noProof="0" dirty="0" err="1">
                <a:ln>
                  <a:noFill/>
                </a:ln>
                <a:solidFill>
                  <a:schemeClr val="tx1"/>
                </a:solidFill>
                <a:effectLst/>
                <a:uLnTx/>
                <a:uFillTx/>
                <a:latin typeface="Verdana" panose="020B0604030504040204" pitchFamily="34" charset="0"/>
                <a:ea typeface="宋体" panose="02010600030101010101" pitchFamily="2" charset="-122"/>
                <a:cs typeface="+mn-cs"/>
              </a:rPr>
              <a:t>p_data</a:t>
            </a:r>
            <a:r>
              <a:rPr kumimoji="0" lang="en-US" altLang="zh-CN" sz="2200" b="0"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rPr>
              <a:t>[</a:t>
            </a:r>
            <a:r>
              <a:rPr kumimoji="0" lang="en-US" altLang="zh-CN" sz="2200" b="0" i="0" u="none" strike="noStrike" kern="1200" cap="none" spc="0" normalizeH="0" baseline="0" noProof="0" dirty="0" err="1">
                <a:ln>
                  <a:noFill/>
                </a:ln>
                <a:solidFill>
                  <a:schemeClr val="tx1"/>
                </a:solidFill>
                <a:effectLst/>
                <a:uLnTx/>
                <a:uFillTx/>
                <a:latin typeface="Verdana" panose="020B0604030504040204" pitchFamily="34" charset="0"/>
                <a:ea typeface="宋体" panose="02010600030101010101" pitchFamily="2" charset="-122"/>
                <a:cs typeface="+mn-cs"/>
              </a:rPr>
              <a:t>i</a:t>
            </a:r>
            <a:r>
              <a:rPr kumimoji="0" lang="en-US" altLang="zh-CN" sz="2200" b="0"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rPr>
              <a:t>];</a:t>
            </a:r>
            <a:endParaRPr kumimoji="0" lang="en-US" altLang="zh-CN" sz="2200" b="0"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endParaRPr>
          </a:p>
          <a:p>
            <a:pPr marL="0" marR="0" lvl="1" indent="0" algn="l" defTabSz="360680" rtl="0" eaLnBrk="1" fontAlgn="base" latinLnBrk="0" hangingPunct="1">
              <a:lnSpc>
                <a:spcPct val="90000"/>
              </a:lnSpc>
              <a:spcBef>
                <a:spcPct val="0"/>
              </a:spcBef>
              <a:spcAft>
                <a:spcPct val="0"/>
              </a:spcAft>
              <a:buClrTx/>
              <a:buSzTx/>
              <a:buFontTx/>
              <a:buNone/>
              <a:defRPr/>
            </a:pPr>
            <a:r>
              <a:rPr kumimoji="0" lang="en-US" altLang="zh-CN" sz="2200" b="0"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rPr>
              <a:t>}</a:t>
            </a:r>
            <a:endParaRPr kumimoji="0" lang="en-US" altLang="zh-CN" sz="2200" b="0"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188913"/>
            <a:ext cx="8229600" cy="6480175"/>
          </a:xfrm>
        </p:spPr>
        <p:txBody>
          <a:bodyPr vert="horz" wrap="square" lIns="91440" tIns="45720" rIns="91440" bIns="45720" numCol="1" anchor="t" anchorCtr="0" compatLnSpc="1">
            <a:normAutofit fontScale="70000" lnSpcReduction="20000"/>
          </a:bodyPr>
          <a:lstStyle/>
          <a:p>
            <a:pPr marL="342900" marR="0" lvl="0" indent="-342900" algn="l" defTabSz="539750" rtl="0" eaLnBrk="1" fontAlgn="base" latinLnBrk="0" hangingPunct="1">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class Matrix  //</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矩阵类</a:t>
            </a: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539750" rtl="0" eaLnBrk="1" fontAlgn="base" latinLnBrk="0" hangingPunct="1">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539750" rtl="0" eaLnBrk="1" fontAlgn="base" latinLnBrk="0" hangingPunct="1">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    ?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p_data</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表示矩阵数据</a:t>
            </a: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539750" rtl="0" eaLnBrk="1" fontAlgn="base" latinLnBrk="0" hangingPunct="1">
              <a:lnSpc>
                <a:spcPct val="120000"/>
              </a:lnSpc>
              <a:spcBef>
                <a:spcPct val="20000"/>
              </a:spcBef>
              <a:spcAft>
                <a:spcPct val="0"/>
              </a:spcAft>
              <a:buClr>
                <a:schemeClr val="hlink"/>
              </a:buClr>
              <a:buSzPct val="60000"/>
              <a:buFont typeface="Wingdings" panose="05000000000000000000" pitchFamily="2" charset="2"/>
              <a:buNone/>
              <a:defRPr/>
            </a:pP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row,col</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表示矩阵的行数和列数</a:t>
            </a: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539750" rtl="0" eaLnBrk="1" fontAlgn="base" latinLnBrk="0" hangingPunct="1">
              <a:lnSpc>
                <a:spcPct val="120000"/>
              </a:lnSpc>
              <a:spcBef>
                <a:spcPct val="20000"/>
              </a:spcBef>
              <a:spcAft>
                <a:spcPct val="0"/>
              </a:spcAft>
              <a:buClr>
                <a:schemeClr val="hlink"/>
              </a:buClr>
              <a:buSzPct val="60000"/>
              <a:buFont typeface="Wingdings" panose="05000000000000000000" pitchFamily="2" charset="2"/>
              <a:buNone/>
              <a:defRPr/>
            </a:pP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fr-FR"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public</a:t>
            </a:r>
            <a:r>
              <a:rPr kumimoji="0" lang="fr-FR"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fr-FR"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539750" rtl="0" eaLnBrk="1" fontAlgn="base" latinLnBrk="0" hangingPunct="1">
              <a:lnSpc>
                <a:spcPct val="120000"/>
              </a:lnSpc>
              <a:spcBef>
                <a:spcPct val="20000"/>
              </a:spcBef>
              <a:spcAft>
                <a:spcPct val="0"/>
              </a:spcAft>
              <a:buClr>
                <a:schemeClr val="hlink"/>
              </a:buClr>
              <a:buSzPct val="60000"/>
              <a:buFont typeface="Wingdings" panose="05000000000000000000" pitchFamily="2" charset="2"/>
              <a:buNone/>
              <a:defRPr/>
            </a:pPr>
            <a:r>
              <a:rPr kumimoji="0" lang="fr-FR"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fr-FR"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Matrix(int </a:t>
            </a:r>
            <a:r>
              <a:rPr kumimoji="0" lang="fr-FR"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r, int c) </a:t>
            </a:r>
            <a:r>
              <a:rPr kumimoji="0" lang="fr-FR"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fr-FR"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fr-FR"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fr-FR"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539750" rtl="0" eaLnBrk="1" fontAlgn="base" latinLnBrk="0" hangingPunct="1">
              <a:lnSpc>
                <a:spcPct val="120000"/>
              </a:lnSpc>
              <a:spcBef>
                <a:spcPct val="20000"/>
              </a:spcBef>
              <a:spcAft>
                <a:spcPct val="0"/>
              </a:spcAft>
              <a:buClr>
                <a:schemeClr val="hlink"/>
              </a:buClr>
              <a:buSzPct val="60000"/>
              <a:buFont typeface="Wingdings" panose="05000000000000000000" pitchFamily="2" charset="2"/>
              <a:buNone/>
              <a:defRPr/>
            </a:pPr>
            <a:r>
              <a:rPr kumimoji="0" lang="fr-FR"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~Matrix() </a:t>
            </a:r>
            <a:r>
              <a:rPr kumimoji="0" lang="fr-FR"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  </a:t>
            </a:r>
            <a:r>
              <a:rPr kumimoji="0" lang="fr-FR"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a:t>
            </a:r>
            <a:r>
              <a:rPr kumimoji="0" lang="fr-FR"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fr-FR"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endParaRPr kumimoji="0" lang="fr-FR"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539750" rtl="0" eaLnBrk="1" fontAlgn="base" latinLnBrk="0" hangingPunct="1">
              <a:lnSpc>
                <a:spcPct val="120000"/>
              </a:lnSpc>
              <a:spcBef>
                <a:spcPct val="20000"/>
              </a:spcBef>
              <a:spcAft>
                <a:spcPct val="0"/>
              </a:spcAft>
              <a:buClr>
                <a:schemeClr val="hlink"/>
              </a:buClr>
              <a:buSzPct val="60000"/>
              <a:buFont typeface="Wingdings" panose="05000000000000000000" pitchFamily="2" charset="2"/>
              <a:buNone/>
              <a:defRPr/>
            </a:pPr>
            <a:r>
              <a:rPr kumimoji="0" lang="fr-FR"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fr-FR"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Vector</a:t>
            </a:r>
            <a:r>
              <a:rPr kumimoji="0" lang="fr-FR"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fr-FR"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&amp;</a:t>
            </a:r>
            <a:r>
              <a:rPr kumimoji="0" lang="fr-FR"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operator[] (int i)//</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访问矩阵元素</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539750" rtl="0" eaLnBrk="1" fontAlgn="base" latinLnBrk="0" hangingPunct="1">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  return </a:t>
            </a:r>
            <a:r>
              <a:rPr kumimoji="0" lang="en-US"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539750" rtl="0" eaLnBrk="1" fontAlgn="base" latinLnBrk="0" hangingPunct="1">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539750" rtl="0" eaLnBrk="1" fontAlgn="base" latinLnBrk="0" hangingPunct="1">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539750" rtl="0" eaLnBrk="1" fontAlgn="base" latinLnBrk="0" hangingPunct="1">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539750" rtl="0" eaLnBrk="1" fontAlgn="base" latinLnBrk="0" hangingPunct="1">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539750" rtl="0" eaLnBrk="1" fontAlgn="base" latinLnBrk="0" hangingPunct="1">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Matrix m(10,20);</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539750" rtl="0" eaLnBrk="1" fontAlgn="base" latinLnBrk="0" hangingPunct="1">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539750" rtl="0" eaLnBrk="1" fontAlgn="base" latinLnBrk="0" hangingPunct="1">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...m[2][3]... //</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访问矩阵第三行、第四列元素。</a:t>
            </a: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如何能这样使用？</a:t>
            </a:r>
            <a:endParaRPr kumimoji="0" lang="en-US" altLang="zh-CN" sz="3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charRg st="24" end="49"/>
                                            </p:txEl>
                                          </p:spTgt>
                                        </p:tgtEl>
                                        <p:attrNameLst>
                                          <p:attrName>style.visibility</p:attrName>
                                        </p:attrNameLst>
                                      </p:cBhvr>
                                      <p:to>
                                        <p:strVal val="visible"/>
                                      </p:to>
                                    </p:set>
                                    <p:anim calcmode="lin" valueType="num">
                                      <p:cBhvr additive="base">
                                        <p:cTn id="7" dur="500" fill="hold"/>
                                        <p:tgtEl>
                                          <p:spTgt spid="3">
                                            <p:txEl>
                                              <p:charRg st="24" end="4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charRg st="24" end="49"/>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charRg st="49" end="78"/>
                                            </p:txEl>
                                          </p:spTgt>
                                        </p:tgtEl>
                                        <p:attrNameLst>
                                          <p:attrName>style.visibility</p:attrName>
                                        </p:attrNameLst>
                                      </p:cBhvr>
                                      <p:to>
                                        <p:strVal val="visible"/>
                                      </p:to>
                                    </p:set>
                                    <p:anim calcmode="lin" valueType="num">
                                      <p:cBhvr additive="base">
                                        <p:cTn id="11" dur="500" fill="hold"/>
                                        <p:tgtEl>
                                          <p:spTgt spid="3">
                                            <p:txEl>
                                              <p:charRg st="49" end="7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charRg st="49" end="78"/>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charRg st="78" end="87"/>
                                            </p:txEl>
                                          </p:spTgt>
                                        </p:tgtEl>
                                        <p:attrNameLst>
                                          <p:attrName>style.visibility</p:attrName>
                                        </p:attrNameLst>
                                      </p:cBhvr>
                                      <p:to>
                                        <p:strVal val="visible"/>
                                      </p:to>
                                    </p:set>
                                    <p:anim calcmode="lin" valueType="num">
                                      <p:cBhvr additive="base">
                                        <p:cTn id="15" dur="500" fill="hold"/>
                                        <p:tgtEl>
                                          <p:spTgt spid="3">
                                            <p:txEl>
                                              <p:charRg st="78" end="8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charRg st="78" end="87"/>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charRg st="87" end="123"/>
                                            </p:txEl>
                                          </p:spTgt>
                                        </p:tgtEl>
                                        <p:attrNameLst>
                                          <p:attrName>style.visibility</p:attrName>
                                        </p:attrNameLst>
                                      </p:cBhvr>
                                      <p:to>
                                        <p:strVal val="visible"/>
                                      </p:to>
                                    </p:set>
                                    <p:anim calcmode="lin" valueType="num">
                                      <p:cBhvr additive="base">
                                        <p:cTn id="19" dur="500" fill="hold"/>
                                        <p:tgtEl>
                                          <p:spTgt spid="3">
                                            <p:txEl>
                                              <p:charRg st="87" end="12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charRg st="87" end="12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charRg st="123" end="145"/>
                                            </p:txEl>
                                          </p:spTgt>
                                        </p:tgtEl>
                                        <p:attrNameLst>
                                          <p:attrName>style.visibility</p:attrName>
                                        </p:attrNameLst>
                                      </p:cBhvr>
                                      <p:to>
                                        <p:strVal val="visible"/>
                                      </p:to>
                                    </p:set>
                                    <p:anim calcmode="lin" valueType="num">
                                      <p:cBhvr additive="base">
                                        <p:cTn id="23" dur="500" fill="hold"/>
                                        <p:tgtEl>
                                          <p:spTgt spid="3">
                                            <p:txEl>
                                              <p:charRg st="123" end="14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charRg st="123" end="14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charRg st="145" end="183"/>
                                            </p:txEl>
                                          </p:spTgt>
                                        </p:tgtEl>
                                        <p:attrNameLst>
                                          <p:attrName>style.visibility</p:attrName>
                                        </p:attrNameLst>
                                      </p:cBhvr>
                                      <p:to>
                                        <p:strVal val="visible"/>
                                      </p:to>
                                    </p:set>
                                    <p:anim calcmode="lin" valueType="num">
                                      <p:cBhvr additive="base">
                                        <p:cTn id="27" dur="500" fill="hold"/>
                                        <p:tgtEl>
                                          <p:spTgt spid="3">
                                            <p:txEl>
                                              <p:charRg st="145" end="18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charRg st="145" end="183"/>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charRg st="183" end="201"/>
                                            </p:txEl>
                                          </p:spTgt>
                                        </p:tgtEl>
                                        <p:attrNameLst>
                                          <p:attrName>style.visibility</p:attrName>
                                        </p:attrNameLst>
                                      </p:cBhvr>
                                      <p:to>
                                        <p:strVal val="visible"/>
                                      </p:to>
                                    </p:set>
                                    <p:anim calcmode="lin" valueType="num">
                                      <p:cBhvr additive="base">
                                        <p:cTn id="31" dur="500" fill="hold"/>
                                        <p:tgtEl>
                                          <p:spTgt spid="3">
                                            <p:txEl>
                                              <p:charRg st="183" end="20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charRg st="183" end="201"/>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charRg st="201" end="208"/>
                                            </p:txEl>
                                          </p:spTgt>
                                        </p:tgtEl>
                                        <p:attrNameLst>
                                          <p:attrName>style.visibility</p:attrName>
                                        </p:attrNameLst>
                                      </p:cBhvr>
                                      <p:to>
                                        <p:strVal val="visible"/>
                                      </p:to>
                                    </p:set>
                                    <p:anim calcmode="lin" valueType="num">
                                      <p:cBhvr additive="base">
                                        <p:cTn id="35" dur="500" fill="hold"/>
                                        <p:tgtEl>
                                          <p:spTgt spid="3">
                                            <p:txEl>
                                              <p:charRg st="201" end="20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charRg st="201" end="20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42" name="Rectangle 2"/>
          <p:cNvSpPr>
            <a:spLocks noGrp="1" noChangeArrowheads="1"/>
          </p:cNvSpPr>
          <p:nvPr>
            <p:ph type="title"/>
          </p:nvPr>
        </p:nvSpPr>
        <p:spPr>
          <a:xfrm>
            <a:off x="457200" y="201613"/>
            <a:ext cx="8229600" cy="1139825"/>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GB" sz="40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重载</a:t>
            </a:r>
            <a:r>
              <a:rPr kumimoji="0" lang="zh-CN" altLang="en-US" sz="40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间接</a:t>
            </a:r>
            <a:r>
              <a:rPr kumimoji="0" lang="zh-CN" altLang="en-GB" sz="40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类成员访问操作符“</a:t>
            </a:r>
            <a:r>
              <a:rPr kumimoji="0" lang="en-GB" altLang="zh-CN" sz="40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-&gt;</a:t>
            </a:r>
            <a:r>
              <a:rPr kumimoji="0" lang="zh-CN" altLang="en-US" sz="40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a:t>
            </a:r>
            <a:br>
              <a:rPr kumimoji="0" lang="en-GB" altLang="zh-CN" sz="40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br>
            <a:r>
              <a:rPr kumimoji="0" lang="en-US" altLang="zh-CN" sz="40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a:t>
            </a:r>
            <a:r>
              <a:rPr kumimoji="0" lang="zh-CN" altLang="en-US" sz="40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智能指针</a:t>
            </a:r>
            <a:endParaRPr kumimoji="0" lang="zh-CN" altLang="en-US" sz="40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68643" name="Rectangle 3"/>
          <p:cNvSpPr>
            <a:spLocks noGrp="1" noChangeArrowheads="1"/>
          </p:cNvSpPr>
          <p:nvPr>
            <p:ph idx="1"/>
          </p:nvPr>
        </p:nvSpPr>
        <p:spPr>
          <a:xfrm>
            <a:off x="179388" y="1484313"/>
            <a:ext cx="8713788" cy="5229225"/>
          </a:xfrm>
        </p:spPr>
        <p:txBody>
          <a:bodyPr vert="horz" wrap="square" lIns="91440" tIns="45720" rIns="91440" bIns="45720" numCol="1" anchor="t" anchorCtr="0" compatLnSpc="1">
            <a:normAutofit fontScale="77500" lnSpcReduction="20000"/>
          </a:bodyPr>
          <a:lstStyle/>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Arial" panose="020B0604020202020204"/>
                <a:ea typeface="+mn-ea"/>
                <a:cs typeface="+mn-cs"/>
              </a:rPr>
              <a:t>“</a:t>
            </a:r>
            <a:r>
              <a:rPr kumimoji="0" lang="en-GB"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-&gt;</a:t>
            </a:r>
            <a:r>
              <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Arial" panose="020B0604020202020204"/>
                <a:ea typeface="+mn-ea"/>
                <a:cs typeface="+mn-cs"/>
              </a:rPr>
              <a:t>”</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为一个双目操作符</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第一个操作数为一个指向类或结构的指针</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第二个操作数为第一个操作数所指向的类或结构的成员。</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 a,*p=&amp;a; //p</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是个指针变量，它指向对象</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p</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&gt;</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f</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通过</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p</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访问对象</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的成员函数</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f</a:t>
            </a:r>
            <a:endPar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GB"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可以</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针对</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某个类</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重载</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Arial" panose="020B0604020202020204"/>
                <a:ea typeface="+mn-ea"/>
                <a:cs typeface="+mn-cs"/>
              </a:rPr>
              <a:t>“</a:t>
            </a:r>
            <a:r>
              <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-&gt;</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Arial" panose="020B0604020202020204"/>
                <a:ea typeface="+mn-ea"/>
                <a:cs typeface="+mn-cs"/>
              </a:rPr>
              <a:t>”操作符</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这样就可以把该类的对象当指针来用，</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实现一种</a:t>
            </a:r>
            <a:r>
              <a:rPr kumimoji="0" lang="zh-CN" altLang="en-GB" sz="32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cs typeface="+mn-cs"/>
              </a:rPr>
              <a:t>智能指针</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smart pointers</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对指针</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对象</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实施“</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-&gt;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”操作能</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访问</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它</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Arial" panose="020B0604020202020204"/>
                <a:ea typeface="+mn-ea"/>
              </a:rPr>
              <a:t>“</a:t>
            </a:r>
            <a:r>
              <a:rPr kumimoji="0" lang="zh-CN" altLang="en-GB"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指向</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Arial" panose="020B0604020202020204"/>
                <a:ea typeface="+mn-ea"/>
              </a:rPr>
              <a:t>”</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的另一个对象</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的成员。例如，下面的</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B</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类中</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重载了</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操作符</a:t>
            </a:r>
            <a:r>
              <a:rPr kumimoji="0" lang="zh-CN" altLang="en-GB"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Arial" panose="020B0604020202020204"/>
                <a:ea typeface="+mn-ea"/>
              </a:rPr>
              <a:t>“</a:t>
            </a:r>
            <a:r>
              <a:rPr kumimoji="0" lang="en-GB"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-&gt;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Arial" panose="020B0604020202020204"/>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B b(&amp;a); //b</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是个</a:t>
            </a:r>
            <a:r>
              <a:rPr kumimoji="0" lang="zh-CN" altLang="en-US" sz="28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智能指针</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对象，它指向</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b</a:t>
            </a:r>
            <a:r>
              <a:rPr kumimoji="0" lang="en-US" altLang="zh-CN" sz="28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-&gt;</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f(); //</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通过</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b</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访问对象</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的成员</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f</a:t>
            </a:r>
            <a:endParaRPr kumimoji="0" lang="zh-CN" altLang="en-GB"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通过指针对象</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去</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访问它指向的对象</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的成员</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之</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前能做一些</a:t>
            </a:r>
            <a:r>
              <a:rPr kumimoji="0" lang="zh-CN" altLang="en-GB" sz="28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rPr>
              <a:t>额外</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的事情。</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（智能）</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7200" y="201613"/>
            <a:ext cx="8229600" cy="1139825"/>
          </a:xfrm>
        </p:spPr>
        <p:txBody>
          <a:bodyPr vert="horz" wrap="square" lIns="91440" tIns="45720" rIns="91440" bIns="45720" numCol="1" anchor="ctr" anchorCtr="1"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40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例：在程序执行的某个时刻获取某个对象被访问</a:t>
            </a:r>
            <a:r>
              <a:rPr kumimoji="0" lang="zh-CN" altLang="en-US" sz="40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的</a:t>
            </a:r>
            <a:r>
              <a:rPr kumimoji="0" lang="zh-CN" altLang="en-US" sz="40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次数</a:t>
            </a:r>
            <a:endParaRPr kumimoji="0" lang="zh-CN" altLang="en-US" sz="40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 name="内容占位符 2"/>
          <p:cNvSpPr>
            <a:spLocks noGrp="1"/>
          </p:cNvSpPr>
          <p:nvPr>
            <p:ph idx="1"/>
          </p:nvPr>
        </p:nvSpPr>
        <p:spPr>
          <a:xfrm>
            <a:off x="457200" y="1600200"/>
            <a:ext cx="8229600" cy="5068888"/>
          </a:xfrm>
        </p:spPr>
        <p:txBody>
          <a:bodyPr vert="horz" wrap="square" lIns="91440" tIns="45720" rIns="91440" bIns="45720" numCol="1" anchor="t" anchorCtr="0" compatLnSpc="1">
            <a:noAutofit/>
          </a:bodyPr>
          <a:lstStyle/>
          <a:p>
            <a:pPr marL="0" marR="0" lvl="0" indent="0" algn="l" defTabSz="26543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GB" altLang="zh-CN" sz="2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lt"/>
                <a:ea typeface="+mn-ea"/>
                <a:cs typeface="+mn-cs"/>
              </a:rPr>
              <a:t>class A</a:t>
            </a:r>
            <a:endParaRPr kumimoji="0" lang="en-GB" altLang="zh-CN" sz="2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lt"/>
              <a:ea typeface="+mn-ea"/>
              <a:cs typeface="+mn-cs"/>
            </a:endParaRPr>
          </a:p>
          <a:p>
            <a:pPr marL="0" marR="0" lvl="0" indent="0" algn="l" defTabSz="26543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GB" altLang="zh-CN" sz="2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lt"/>
                <a:ea typeface="+mn-ea"/>
                <a:cs typeface="+mn-cs"/>
              </a:rPr>
              <a:t>{		</a:t>
            </a:r>
            <a:r>
              <a:rPr kumimoji="0" lang="en-GB" altLang="zh-CN" sz="2200" b="0"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mn-lt"/>
                <a:ea typeface="+mn-ea"/>
                <a:cs typeface="+mn-cs"/>
              </a:rPr>
              <a:t>int</a:t>
            </a:r>
            <a:r>
              <a:rPr kumimoji="0" lang="en-GB" altLang="zh-CN" sz="2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lt"/>
                <a:ea typeface="+mn-ea"/>
                <a:cs typeface="+mn-cs"/>
              </a:rPr>
              <a:t> </a:t>
            </a:r>
            <a:r>
              <a:rPr kumimoji="0" lang="en-GB" altLang="zh-CN" sz="2200" b="0"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mn-lt"/>
                <a:ea typeface="+mn-ea"/>
                <a:cs typeface="+mn-cs"/>
              </a:rPr>
              <a:t>x,y</a:t>
            </a:r>
            <a:r>
              <a:rPr kumimoji="0" lang="en-GB" altLang="zh-CN" sz="2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lt"/>
                <a:ea typeface="+mn-ea"/>
                <a:cs typeface="+mn-cs"/>
              </a:rPr>
              <a:t>;</a:t>
            </a:r>
            <a:endParaRPr kumimoji="0" lang="en-GB" altLang="zh-CN" sz="2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lt"/>
              <a:ea typeface="+mn-ea"/>
              <a:cs typeface="+mn-cs"/>
            </a:endParaRPr>
          </a:p>
          <a:p>
            <a:pPr marL="0" marR="0" lvl="0" indent="0" algn="l" defTabSz="26543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GB" altLang="zh-CN" sz="2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lt"/>
                <a:ea typeface="+mn-ea"/>
                <a:cs typeface="+mn-cs"/>
              </a:rPr>
              <a:t>	public:</a:t>
            </a:r>
            <a:endParaRPr kumimoji="0" lang="en-GB" altLang="zh-CN" sz="2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lt"/>
              <a:ea typeface="+mn-ea"/>
              <a:cs typeface="+mn-cs"/>
            </a:endParaRPr>
          </a:p>
          <a:p>
            <a:pPr marL="0" marR="0" lvl="0" indent="0" algn="l" defTabSz="26543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GB" altLang="zh-CN" sz="2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lt"/>
                <a:ea typeface="+mn-ea"/>
                <a:cs typeface="+mn-cs"/>
              </a:rPr>
              <a:t>		void f();</a:t>
            </a:r>
            <a:endParaRPr kumimoji="0" lang="en-GB" altLang="zh-CN" sz="2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lt"/>
              <a:ea typeface="+mn-ea"/>
              <a:cs typeface="+mn-cs"/>
            </a:endParaRPr>
          </a:p>
          <a:p>
            <a:pPr marL="0" marR="0" lvl="0" indent="0" algn="l" defTabSz="26543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GB" altLang="zh-CN" sz="2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lt"/>
                <a:ea typeface="+mn-ea"/>
                <a:cs typeface="+mn-cs"/>
              </a:rPr>
              <a:t>		void g();</a:t>
            </a:r>
            <a:endParaRPr kumimoji="0" lang="en-GB" altLang="zh-CN" sz="2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lt"/>
              <a:ea typeface="+mn-ea"/>
              <a:cs typeface="+mn-cs"/>
            </a:endParaRPr>
          </a:p>
          <a:p>
            <a:pPr marL="0" marR="0" lvl="0" indent="0" algn="l" defTabSz="26543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GB" altLang="zh-CN" sz="2200" b="0" i="0" u="none" strike="noStrike" kern="1200" cap="none" spc="0" normalizeH="0" baseline="0" noProof="0" dirty="0" smtClean="0">
                <a:ln>
                  <a:noFill/>
                </a:ln>
                <a:solidFill>
                  <a:srgbClr val="FFFFFF"/>
                </a:solidFill>
                <a:effectLst>
                  <a:outerShdw blurRad="38100" dist="38100" dir="2700000" algn="tl">
                    <a:srgbClr val="000000"/>
                  </a:outerShdw>
                </a:effectLst>
                <a:uLnTx/>
                <a:uFillTx/>
                <a:latin typeface="+mn-lt"/>
                <a:ea typeface="+mn-ea"/>
                <a:cs typeface="+mn-cs"/>
              </a:rPr>
              <a:t>};</a:t>
            </a:r>
            <a:endParaRPr kumimoji="0" lang="en-GB" altLang="zh-CN" sz="2200" b="0" i="0" u="none" strike="noStrike" kern="1200" cap="none" spc="0" normalizeH="0" baseline="0" noProof="0" dirty="0" smtClean="0">
              <a:ln>
                <a:noFill/>
              </a:ln>
              <a:solidFill>
                <a:srgbClr val="FFFFFF"/>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GB" altLang="zh-CN" sz="2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lt"/>
                <a:ea typeface="+mn-ea"/>
                <a:cs typeface="+mn-cs"/>
              </a:rPr>
              <a:t>void </a:t>
            </a:r>
            <a:r>
              <a:rPr kumimoji="0" lang="en-GB" altLang="zh-CN" sz="2200" b="0"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mn-lt"/>
                <a:ea typeface="+mn-ea"/>
                <a:cs typeface="+mn-cs"/>
              </a:rPr>
              <a:t>func</a:t>
            </a:r>
            <a:r>
              <a:rPr kumimoji="0" lang="en-GB" altLang="zh-CN" sz="2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lt"/>
                <a:ea typeface="+mn-ea"/>
                <a:cs typeface="+mn-cs"/>
              </a:rPr>
              <a:t>(A *p)</a:t>
            </a:r>
            <a:endParaRPr kumimoji="0" lang="zh-CN" altLang="zh-CN" sz="2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GB" altLang="zh-CN" sz="2200" b="0" i="0" u="none" strike="noStrike" kern="1200" cap="none" spc="0" normalizeH="0" baseline="0" noProof="0" dirty="0" smtClean="0">
                <a:ln>
                  <a:noFill/>
                </a:ln>
                <a:solidFill>
                  <a:srgbClr val="FFFFFF"/>
                </a:solidFill>
                <a:effectLst>
                  <a:outerShdw blurRad="38100" dist="38100" dir="2700000" algn="tl">
                    <a:srgbClr val="000000"/>
                  </a:outerShdw>
                </a:effectLst>
                <a:uLnTx/>
                <a:uFillTx/>
                <a:latin typeface="+mn-lt"/>
                <a:ea typeface="+mn-ea"/>
                <a:cs typeface="+mn-cs"/>
              </a:rPr>
              <a:t>{  ...... </a:t>
            </a:r>
            <a:r>
              <a:rPr kumimoji="0" lang="en-GB" altLang="zh-CN" sz="2200" b="0" i="0" u="none" strike="noStrike" kern="120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p-</a:t>
            </a:r>
            <a:r>
              <a:rPr kumimoji="0" lang="en-GB" altLang="zh-CN" sz="2200" b="0" i="0" u="none" strike="noStrike" kern="120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&gt;f</a:t>
            </a:r>
            <a:r>
              <a:rPr kumimoji="0" lang="en-GB" altLang="zh-CN" sz="2200" b="0" i="0" u="none" strike="noStrike" kern="120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a:t>
            </a:r>
            <a:r>
              <a:rPr kumimoji="0" lang="en-GB" altLang="zh-CN" sz="2200" b="0" i="0" u="none" strike="noStrike" kern="1200" cap="none" spc="0" normalizeH="0" baseline="0" noProof="0" dirty="0" smtClean="0">
                <a:ln>
                  <a:noFill/>
                </a:ln>
                <a:solidFill>
                  <a:srgbClr val="FFFFFF"/>
                </a:solidFill>
                <a:effectLst>
                  <a:outerShdw blurRad="38100" dist="38100" dir="2700000" algn="tl">
                    <a:srgbClr val="000000"/>
                  </a:outerShdw>
                </a:effectLst>
                <a:uLnTx/>
                <a:uFillTx/>
                <a:latin typeface="+mn-lt"/>
                <a:ea typeface="+mn-ea"/>
                <a:cs typeface="+mn-cs"/>
              </a:rPr>
              <a:t> </a:t>
            </a:r>
            <a:r>
              <a:rPr kumimoji="0" lang="en-US" altLang="zh-CN" sz="2200" b="0" i="0" u="none" strike="noStrike" kern="1200" cap="none" spc="0" normalizeH="0" baseline="0" noProof="0" dirty="0" smtClean="0">
                <a:ln>
                  <a:noFill/>
                </a:ln>
                <a:solidFill>
                  <a:srgbClr val="FFFFFF"/>
                </a:solidFill>
                <a:effectLst>
                  <a:outerShdw blurRad="38100" dist="38100" dir="2700000" algn="tl">
                    <a:srgbClr val="000000"/>
                  </a:outerShdw>
                </a:effectLst>
                <a:uLnTx/>
                <a:uFillTx/>
                <a:latin typeface="+mn-lt"/>
                <a:ea typeface="+mn-ea"/>
                <a:cs typeface="+mn-cs"/>
              </a:rPr>
              <a:t>...... </a:t>
            </a:r>
            <a:r>
              <a:rPr kumimoji="0" lang="en-GB" altLang="zh-CN" sz="2200" b="0" i="0" u="none" strike="noStrike" kern="120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p-</a:t>
            </a:r>
            <a:r>
              <a:rPr kumimoji="0" lang="en-GB" altLang="zh-CN" sz="2200" b="0" i="0" u="none" strike="noStrike" kern="120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&gt;g</a:t>
            </a:r>
            <a:r>
              <a:rPr kumimoji="0" lang="en-GB" altLang="zh-CN" sz="2200" b="0" i="0" u="none" strike="noStrike" kern="120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a:t>
            </a:r>
            <a:r>
              <a:rPr kumimoji="0" lang="en-GB" altLang="zh-CN" sz="2200" b="0" i="0" u="none" strike="noStrike" kern="1200" cap="none" spc="0" normalizeH="0" baseline="0" noProof="0" dirty="0" smtClean="0">
                <a:ln>
                  <a:noFill/>
                </a:ln>
                <a:solidFill>
                  <a:srgbClr val="FFFFFF"/>
                </a:solidFill>
                <a:effectLst>
                  <a:outerShdw blurRad="38100" dist="38100" dir="2700000" algn="tl">
                    <a:srgbClr val="000000"/>
                  </a:outerShdw>
                </a:effectLst>
                <a:uLnTx/>
                <a:uFillTx/>
                <a:latin typeface="+mn-lt"/>
                <a:ea typeface="+mn-ea"/>
                <a:cs typeface="+mn-cs"/>
              </a:rPr>
              <a:t> ......</a:t>
            </a:r>
            <a:endParaRPr kumimoji="0" lang="zh-CN" altLang="zh-CN" sz="2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GB" altLang="zh-CN" sz="2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lt"/>
                <a:ea typeface="+mn-ea"/>
                <a:cs typeface="+mn-cs"/>
              </a:rPr>
              <a:t>}</a:t>
            </a:r>
            <a:endParaRPr kumimoji="0" lang="zh-CN" altLang="zh-CN" sz="2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GB" altLang="zh-CN" sz="2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lt"/>
                <a:ea typeface="+mn-ea"/>
                <a:cs typeface="+mn-cs"/>
              </a:rPr>
              <a:t>......</a:t>
            </a:r>
            <a:endParaRPr kumimoji="0" lang="zh-CN" altLang="zh-CN" sz="2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GB" altLang="zh-CN" sz="2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lt"/>
                <a:ea typeface="+mn-ea"/>
                <a:cs typeface="+mn-cs"/>
              </a:rPr>
              <a:t>A </a:t>
            </a:r>
            <a:r>
              <a:rPr kumimoji="0" lang="en-GB" altLang="zh-CN" sz="2200" b="0"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mn-lt"/>
                <a:ea typeface="+mn-ea"/>
                <a:cs typeface="+mn-cs"/>
              </a:rPr>
              <a:t>a</a:t>
            </a:r>
            <a:r>
              <a:rPr kumimoji="0" lang="en-GB" altLang="zh-CN" sz="2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lt"/>
                <a:ea typeface="+mn-ea"/>
                <a:cs typeface="+mn-cs"/>
              </a:rPr>
              <a:t>;</a:t>
            </a:r>
            <a:endParaRPr kumimoji="0" lang="zh-CN" altLang="zh-CN" sz="2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GB" altLang="zh-CN" sz="2200" b="0"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mn-lt"/>
                <a:ea typeface="+mn-ea"/>
                <a:cs typeface="+mn-cs"/>
              </a:rPr>
              <a:t>func</a:t>
            </a:r>
            <a:r>
              <a:rPr kumimoji="0" lang="en-GB" altLang="zh-CN" sz="2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lt"/>
                <a:ea typeface="+mn-ea"/>
                <a:cs typeface="+mn-cs"/>
              </a:rPr>
              <a:t>(&amp;a); </a:t>
            </a:r>
            <a:endParaRPr kumimoji="0" lang="zh-CN" altLang="zh-CN" sz="2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GB" altLang="zh-CN" sz="2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lt"/>
                <a:ea typeface="+mn-ea"/>
                <a:cs typeface="+mn-cs"/>
              </a:rPr>
              <a:t>...... //</a:t>
            </a:r>
            <a:r>
              <a:rPr kumimoji="0" lang="zh-CN" altLang="zh-CN" sz="2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lt"/>
                <a:ea typeface="+mn-ea"/>
                <a:cs typeface="+mn-cs"/>
              </a:rPr>
              <a:t>调用完</a:t>
            </a:r>
            <a:r>
              <a:rPr kumimoji="0" lang="en-GB" altLang="zh-CN" sz="2200" b="0"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mn-lt"/>
                <a:ea typeface="+mn-ea"/>
                <a:cs typeface="+mn-cs"/>
              </a:rPr>
              <a:t>func</a:t>
            </a:r>
            <a:r>
              <a:rPr kumimoji="0" lang="zh-CN" altLang="zh-CN" sz="2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lt"/>
                <a:ea typeface="+mn-ea"/>
                <a:cs typeface="+mn-cs"/>
              </a:rPr>
              <a:t>后，如何知道在</a:t>
            </a:r>
            <a:r>
              <a:rPr kumimoji="0" lang="en-GB" altLang="zh-CN" sz="2200" b="0"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mn-lt"/>
                <a:ea typeface="+mn-ea"/>
                <a:cs typeface="+mn-cs"/>
              </a:rPr>
              <a:t>func</a:t>
            </a:r>
            <a:r>
              <a:rPr kumimoji="0" lang="zh-CN" altLang="zh-CN" sz="2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lt"/>
                <a:ea typeface="+mn-ea"/>
                <a:cs typeface="+mn-cs"/>
              </a:rPr>
              <a:t>中访问了</a:t>
            </a:r>
            <a:r>
              <a:rPr kumimoji="0" lang="en-GB" altLang="zh-CN" sz="2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lt"/>
                <a:ea typeface="+mn-ea"/>
                <a:cs typeface="+mn-cs"/>
              </a:rPr>
              <a:t>a</a:t>
            </a:r>
            <a:r>
              <a:rPr kumimoji="0" lang="zh-CN" altLang="zh-CN" sz="2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lt"/>
                <a:ea typeface="+mn-ea"/>
                <a:cs typeface="+mn-cs"/>
              </a:rPr>
              <a:t>多少次</a:t>
            </a:r>
            <a:r>
              <a:rPr kumimoji="0" lang="zh-CN" altLang="zh-CN" sz="2200" b="0" i="0" u="none" strike="noStrike" kern="1200" cap="none" spc="0" normalizeH="0" baseline="0" noProof="0" dirty="0" smtClean="0">
                <a:ln>
                  <a:noFill/>
                </a:ln>
                <a:solidFill>
                  <a:srgbClr val="FFFFFF"/>
                </a:solidFill>
                <a:effectLst>
                  <a:outerShdw blurRad="38100" dist="38100" dir="2700000" algn="tl">
                    <a:srgbClr val="000000"/>
                  </a:outerShdw>
                </a:effectLst>
                <a:uLnTx/>
                <a:uFillTx/>
                <a:latin typeface="+mn-lt"/>
                <a:ea typeface="+mn-ea"/>
                <a:cs typeface="+mn-cs"/>
              </a:rPr>
              <a:t>？</a:t>
            </a:r>
            <a:endParaRPr kumimoji="0" lang="zh-CN" altLang="en-US"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322263"/>
            <a:ext cx="8229600" cy="6130925"/>
          </a:xfrm>
        </p:spPr>
        <p:txBody>
          <a:bodyPr vert="horz" wrap="square" lIns="91440" tIns="45720" rIns="91440" bIns="45720" numCol="1" anchor="t" anchorCtr="0" compatLnSpc="1">
            <a:normAutofit fontScale="70000" lnSpcReduction="20000"/>
          </a:bodyPr>
          <a:lstStyle/>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一</a:t>
            </a:r>
            <a:r>
              <a:rPr kumimoji="0" lang="zh-CN" altLang="en-US" sz="3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种解决方案：在类</a:t>
            </a:r>
            <a:r>
              <a:rPr kumimoji="0" lang="en-US" altLang="zh-CN" sz="3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a:t>
            </a:r>
            <a:r>
              <a:rPr kumimoji="0" lang="zh-CN" altLang="en-US" sz="3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中加一个计数器</a:t>
            </a:r>
            <a:r>
              <a:rPr kumimoji="0" lang="en-US" altLang="zh-CN" sz="3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count</a:t>
            </a:r>
            <a:endParaRPr kumimoji="0" lang="en-US" altLang="zh-CN" sz="3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400050" marR="0" lvl="1" indent="0" algn="l"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class A</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x,y</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count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public:</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 { </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count = 0</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void f() { </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count++;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void g() { </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count++;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num_of_access</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const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return </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count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defRPr/>
            </a:pPr>
            <a:r>
              <a:rPr kumimoji="0" lang="en-GB" altLang="zh-CN" sz="28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lt"/>
                <a:ea typeface="+mn-ea"/>
              </a:rPr>
              <a:t>void </a:t>
            </a:r>
            <a:r>
              <a:rPr kumimoji="0" lang="en-GB" altLang="zh-CN" sz="2800" b="0"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mn-lt"/>
                <a:ea typeface="+mn-ea"/>
              </a:rPr>
              <a:t>func</a:t>
            </a:r>
            <a:r>
              <a:rPr kumimoji="0" lang="en-GB" altLang="zh-CN" sz="28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lt"/>
                <a:ea typeface="+mn-ea"/>
              </a:rPr>
              <a:t>(A *p</a:t>
            </a:r>
            <a:r>
              <a:rPr kumimoji="0" lang="en-GB" altLang="zh-CN" sz="2800" b="0" i="0" u="none" strike="noStrike" kern="1200" cap="none" spc="0" normalizeH="0" baseline="0" noProof="0" dirty="0" smtClean="0">
                <a:ln>
                  <a:noFill/>
                </a:ln>
                <a:solidFill>
                  <a:srgbClr val="FFFFFF"/>
                </a:solidFill>
                <a:effectLst>
                  <a:outerShdw blurRad="38100" dist="38100" dir="2700000" algn="tl">
                    <a:srgbClr val="000000"/>
                  </a:outerShdw>
                </a:effectLst>
                <a:uLnTx/>
                <a:uFillTx/>
                <a:latin typeface="+mn-lt"/>
                <a:ea typeface="+mn-ea"/>
              </a:rPr>
              <a:t>)</a:t>
            </a:r>
            <a:r>
              <a:rPr kumimoji="0" lang="en-US" altLang="zh-CN" sz="2800" b="0" i="0" u="none" strike="noStrike" kern="1200" cap="none" spc="0" normalizeH="0" baseline="0" noProof="0" dirty="0" smtClean="0">
                <a:ln>
                  <a:noFill/>
                </a:ln>
                <a:solidFill>
                  <a:srgbClr val="FFFFFF"/>
                </a:solidFill>
                <a:effectLst>
                  <a:outerShdw blurRad="38100" dist="38100" dir="2700000" algn="tl">
                    <a:srgbClr val="000000"/>
                  </a:outerShdw>
                </a:effectLst>
                <a:uLnTx/>
                <a:uFillTx/>
                <a:latin typeface="+mn-lt"/>
                <a:ea typeface="+mn-ea"/>
              </a:rPr>
              <a:t> </a:t>
            </a:r>
            <a:r>
              <a:rPr kumimoji="0" lang="en-GB" altLang="zh-CN" sz="28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lt"/>
                <a:ea typeface="+mn-ea"/>
              </a:rPr>
              <a:t>{  ...... p-&gt;f(); </a:t>
            </a:r>
            <a:r>
              <a:rPr kumimoji="0" lang="en-US" altLang="zh-CN" sz="28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lt"/>
                <a:ea typeface="+mn-ea"/>
              </a:rPr>
              <a:t>...... </a:t>
            </a:r>
            <a:r>
              <a:rPr kumimoji="0" lang="en-GB" altLang="zh-CN" sz="28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lt"/>
                <a:ea typeface="+mn-ea"/>
              </a:rPr>
              <a:t>p-&gt;g(); </a:t>
            </a:r>
            <a:r>
              <a:rPr kumimoji="0" lang="en-GB" altLang="zh-CN" sz="2800" b="0" i="0" u="none" strike="noStrike" kern="1200" cap="none" spc="0" normalizeH="0" baseline="0" noProof="0" dirty="0" smtClean="0">
                <a:ln>
                  <a:noFill/>
                </a:ln>
                <a:solidFill>
                  <a:srgbClr val="FFFFFF"/>
                </a:solidFill>
                <a:effectLst>
                  <a:outerShdw blurRad="38100" dist="38100" dir="2700000" algn="tl">
                    <a:srgbClr val="000000"/>
                  </a:outerShdw>
                </a:effectLst>
                <a:uLnTx/>
                <a:uFillTx/>
                <a:latin typeface="+mn-lt"/>
                <a:ea typeface="+mn-ea"/>
              </a:rPr>
              <a:t>...... }</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a</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defRPr/>
            </a:pP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func</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(&amp;a);</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a.num_of_access</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获得对</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的访问次数</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问题：</a:t>
            </a:r>
            <a:endParaRPr kumimoji="0" lang="en-US" altLang="zh-CN" sz="3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endParaRPr>
          </a:p>
          <a:p>
            <a:pPr marL="742950" marR="0" lvl="1" indent="-28575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要修改类</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，每个成员函数都要加上</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count++;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如果类</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中有外界可访问的</a:t>
            </a: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数据成员</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，无法对其访问计数！</a:t>
            </a:r>
            <a:endPar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p:txBody>
      </p:sp>
      <p:sp>
        <p:nvSpPr>
          <p:cNvPr id="2" name="TextBox 1"/>
          <p:cNvSpPr txBox="1"/>
          <p:nvPr/>
        </p:nvSpPr>
        <p:spPr>
          <a:xfrm>
            <a:off x="7308850" y="3357563"/>
            <a:ext cx="1193800" cy="400050"/>
          </a:xfrm>
          <a:prstGeom prst="rect">
            <a:avLst/>
          </a:prstGeom>
          <a:solidFill>
            <a:schemeClr val="bg2">
              <a:lumMod val="60000"/>
              <a:lumOff val="40000"/>
            </a:schemeClr>
          </a:solidFill>
        </p:spPr>
        <p:txBody>
          <a:bodyPr wrap="none">
            <a:spAutoFit/>
          </a:bodyPr>
          <a:lstStyle/>
          <a:p>
            <a:pPr marR="0" defTabSz="914400" eaLnBrk="1" hangingPunct="1">
              <a:buClrTx/>
              <a:buSzTx/>
              <a:buFontTx/>
              <a:buNone/>
              <a:defRPr/>
            </a:pPr>
            <a:r>
              <a:rPr kumimoji="0" lang="en-US" altLang="zh-CN" sz="2000" kern="1200" cap="none" spc="0" normalizeH="0" baseline="0" noProof="0" dirty="0">
                <a:solidFill>
                  <a:srgbClr val="FFC000"/>
                </a:solidFill>
                <a:latin typeface="Verdana" panose="020B0604030504040204" pitchFamily="34" charset="0"/>
                <a:ea typeface="宋体" panose="02010600030101010101" pitchFamily="2" charset="-122"/>
                <a:cs typeface="+mn-cs"/>
              </a:rPr>
              <a:t>p-&gt;z; </a:t>
            </a:r>
            <a:r>
              <a:rPr kumimoji="0" lang="en-US" altLang="zh-CN" sz="2000" kern="1200" cap="none" spc="0" normalizeH="0" baseline="0" noProof="0" dirty="0">
                <a:latin typeface="Verdana" panose="020B0604030504040204" pitchFamily="34" charset="0"/>
                <a:ea typeface="宋体" panose="02010600030101010101" pitchFamily="2" charset="-122"/>
                <a:cs typeface="+mn-cs"/>
              </a:rPr>
              <a:t>}</a:t>
            </a:r>
            <a:endParaRPr kumimoji="0" lang="zh-CN" altLang="en-US" sz="2000" kern="1200" cap="none" spc="0" normalizeH="0" baseline="0" noProof="0" dirty="0">
              <a:latin typeface="Verdana" panose="020B0604030504040204" pitchFamily="34" charset="0"/>
              <a:ea typeface="宋体" panose="02010600030101010101" pitchFamily="2" charset="-122"/>
              <a:cs typeface="+mn-cs"/>
            </a:endParaRPr>
          </a:p>
        </p:txBody>
      </p:sp>
      <p:sp>
        <p:nvSpPr>
          <p:cNvPr id="4" name="TextBox 3"/>
          <p:cNvSpPr txBox="1"/>
          <p:nvPr/>
        </p:nvSpPr>
        <p:spPr>
          <a:xfrm>
            <a:off x="1839913" y="1516063"/>
            <a:ext cx="860425" cy="400050"/>
          </a:xfrm>
          <a:prstGeom prst="rect">
            <a:avLst/>
          </a:prstGeom>
          <a:solidFill>
            <a:schemeClr val="bg2">
              <a:lumMod val="60000"/>
              <a:lumOff val="40000"/>
            </a:schemeClr>
          </a:solidFill>
        </p:spPr>
        <p:txBody>
          <a:bodyPr wrap="none">
            <a:spAutoFit/>
          </a:bodyPr>
          <a:lstStyle/>
          <a:p>
            <a:pPr marR="0" defTabSz="914400" eaLnBrk="1" hangingPunct="1">
              <a:buClrTx/>
              <a:buSzTx/>
              <a:buFontTx/>
              <a:buNone/>
              <a:defRPr/>
            </a:pPr>
            <a:r>
              <a:rPr kumimoji="0" lang="en-US" altLang="zh-CN" sz="2000" kern="1200" cap="none" spc="0" normalizeH="0" baseline="0" noProof="0" dirty="0" err="1">
                <a:solidFill>
                  <a:srgbClr val="FFC000"/>
                </a:solidFill>
                <a:latin typeface="Verdana" panose="020B0604030504040204" pitchFamily="34" charset="0"/>
                <a:ea typeface="宋体" panose="02010600030101010101" pitchFamily="2" charset="-122"/>
                <a:cs typeface="+mn-cs"/>
              </a:rPr>
              <a:t>int</a:t>
            </a:r>
            <a:r>
              <a:rPr kumimoji="0" lang="en-US" altLang="zh-CN" sz="2000" kern="1200" cap="none" spc="0" normalizeH="0" baseline="0" noProof="0" dirty="0">
                <a:solidFill>
                  <a:srgbClr val="FFC000"/>
                </a:solidFill>
                <a:latin typeface="Verdana" panose="020B0604030504040204" pitchFamily="34" charset="0"/>
                <a:ea typeface="宋体" panose="02010600030101010101" pitchFamily="2" charset="-122"/>
                <a:cs typeface="+mn-cs"/>
              </a:rPr>
              <a:t> z;</a:t>
            </a:r>
            <a:endParaRPr kumimoji="0" lang="zh-CN" altLang="en-US" sz="2000" kern="1200" cap="none" spc="0" normalizeH="0" baseline="0" noProof="0" dirty="0">
              <a:solidFill>
                <a:srgbClr val="FFC000"/>
              </a:solidFill>
              <a:latin typeface="Verdana" panose="020B060403050404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charRg st="306" end="310"/>
                                            </p:txEl>
                                          </p:spTgt>
                                        </p:tgtEl>
                                        <p:attrNameLst>
                                          <p:attrName>style.visibility</p:attrName>
                                        </p:attrNameLst>
                                      </p:cBhvr>
                                      <p:to>
                                        <p:strVal val="visible"/>
                                      </p:to>
                                    </p:set>
                                    <p:anim calcmode="lin" valueType="num">
                                      <p:cBhvr additive="base">
                                        <p:cTn id="7" dur="500" fill="hold"/>
                                        <p:tgtEl>
                                          <p:spTgt spid="3">
                                            <p:txEl>
                                              <p:charRg st="306" end="31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charRg st="306" end="31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charRg st="310" end="336"/>
                                            </p:txEl>
                                          </p:spTgt>
                                        </p:tgtEl>
                                        <p:attrNameLst>
                                          <p:attrName>style.visibility</p:attrName>
                                        </p:attrNameLst>
                                      </p:cBhvr>
                                      <p:to>
                                        <p:strVal val="visible"/>
                                      </p:to>
                                    </p:set>
                                    <p:anim calcmode="lin" valueType="num">
                                      <p:cBhvr additive="base">
                                        <p:cTn id="11" dur="500" fill="hold"/>
                                        <p:tgtEl>
                                          <p:spTgt spid="3">
                                            <p:txEl>
                                              <p:charRg st="310" end="33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charRg st="310" end="336"/>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charRg st="336" end="363"/>
                                            </p:txEl>
                                          </p:spTgt>
                                        </p:tgtEl>
                                        <p:attrNameLst>
                                          <p:attrName>style.visibility</p:attrName>
                                        </p:attrNameLst>
                                      </p:cBhvr>
                                      <p:to>
                                        <p:strVal val="visible"/>
                                      </p:to>
                                    </p:set>
                                    <p:anim calcmode="lin" valueType="num">
                                      <p:cBhvr additive="base">
                                        <p:cTn id="17" dur="500" fill="hold"/>
                                        <p:tgtEl>
                                          <p:spTgt spid="3">
                                            <p:txEl>
                                              <p:charRg st="336" end="36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charRg st="336" end="363"/>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additive="base">
                                        <p:cTn id="21" dur="500" fill="hold"/>
                                        <p:tgtEl>
                                          <p:spTgt spid="2"/>
                                        </p:tgtEl>
                                        <p:attrNameLst>
                                          <p:attrName>ppt_x</p:attrName>
                                        </p:attrNameLst>
                                      </p:cBhvr>
                                      <p:tavLst>
                                        <p:tav tm="0">
                                          <p:val>
                                            <p:strVal val="#ppt_x"/>
                                          </p:val>
                                        </p:tav>
                                        <p:tav tm="100000">
                                          <p:val>
                                            <p:strVal val="#ppt_x"/>
                                          </p:val>
                                        </p:tav>
                                      </p:tavLst>
                                    </p:anim>
                                    <p:anim calcmode="lin" valueType="num">
                                      <p:cBhvr additive="base">
                                        <p:cTn id="22" dur="500" fill="hold"/>
                                        <p:tgtEl>
                                          <p:spTgt spid="2"/>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0691" name="Rectangle 3"/>
          <p:cNvSpPr>
            <a:spLocks noGrp="1" noChangeArrowheads="1"/>
          </p:cNvSpPr>
          <p:nvPr>
            <p:ph idx="1"/>
          </p:nvPr>
        </p:nvSpPr>
        <p:spPr>
          <a:xfrm>
            <a:off x="34925" y="404813"/>
            <a:ext cx="8518525" cy="6264275"/>
          </a:xfrm>
        </p:spPr>
        <p:txBody>
          <a:bodyPr vert="horz" wrap="square" lIns="91440" tIns="45720" rIns="91440" bIns="45720" numCol="1" anchor="t" anchorCtr="0" compatLnSpc="1">
            <a:normAutofit/>
          </a:bodyPr>
          <a:lstStyle/>
          <a:p>
            <a:pPr marL="342900" marR="0" lvl="0" indent="-342900" algn="l" defTabSz="527050" rtl="0" eaLnBrk="1" fontAlgn="base" latinLnBrk="0" hangingPunct="1">
              <a:lnSpc>
                <a:spcPct val="80000"/>
              </a:lnSpc>
              <a:spcBef>
                <a:spcPct val="20000"/>
              </a:spcBef>
              <a:spcAft>
                <a:spcPct val="0"/>
              </a:spcAft>
              <a:buClr>
                <a:schemeClr val="hlink"/>
              </a:buClr>
              <a:buSzPct val="60000"/>
              <a:buFont typeface="Wingdings" panose="05000000000000000000" pitchFamily="2" charset="2"/>
              <a:buChar char="n"/>
              <a:defRPr/>
            </a:pPr>
            <a:r>
              <a:rPr kumimoji="0" lang="zh-CN" altLang="en-US"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更好的解决方案：定义一个智能指针类</a:t>
            </a:r>
            <a:endPar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52705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class B  //</a:t>
            </a:r>
            <a:r>
              <a:rPr kumimoji="0" lang="zh-CN" altLang="en-GB"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智能指针类</a:t>
            </a:r>
            <a:endParaRPr kumimoji="0" lang="zh-CN" altLang="en-GB"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endParaRPr>
          </a:p>
          <a:p>
            <a:pPr marL="342900" marR="0" lvl="0" indent="-342900" algn="l" defTabSz="52705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 *</a:t>
            </a:r>
            <a:r>
              <a:rPr kumimoji="0" lang="en-GB"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p_a</a:t>
            </a:r>
            <a:r>
              <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指向</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类对象的指针</a:t>
            </a:r>
            <a:endPar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52705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GB"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count;</a:t>
            </a:r>
            <a:endPar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52705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public:</a:t>
            </a:r>
            <a:endPar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52705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B(A *p) </a:t>
            </a:r>
            <a:endPar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52705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	</a:t>
            </a:r>
            <a:r>
              <a:rPr kumimoji="0" lang="en-GB"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p_a</a:t>
            </a:r>
            <a:r>
              <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 p; count = 0; </a:t>
            </a:r>
            <a:endPar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52705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52705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GB" altLang="zh-CN" sz="20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cs typeface="+mn-cs"/>
              </a:rPr>
              <a:t>A *operator -&gt;() </a:t>
            </a:r>
            <a:r>
              <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zh-CN" altLang="en-GB"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操作符</a:t>
            </a:r>
            <a:r>
              <a:rPr kumimoji="0" lang="zh-CN" altLang="en-GB"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Arial" panose="020B0604020202020204" pitchFamily="34" charset="0"/>
                <a:ea typeface="+mn-ea"/>
                <a:cs typeface="+mn-cs"/>
              </a:rPr>
              <a:t>“</a:t>
            </a:r>
            <a:r>
              <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-&gt;</a:t>
            </a:r>
            <a:r>
              <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Arial" panose="020B0604020202020204" pitchFamily="34" charset="0"/>
                <a:ea typeface="+mn-ea"/>
                <a:cs typeface="+mn-cs"/>
              </a:rPr>
              <a:t>”</a:t>
            </a:r>
            <a:r>
              <a:rPr kumimoji="0" lang="zh-CN" altLang="en-GB"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的重载函数</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，按单目操作符重载！</a:t>
            </a:r>
            <a:endParaRPr kumimoji="0" lang="zh-CN" altLang="en-GB"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52705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zh-CN" altLang="en-GB"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count++; </a:t>
            </a:r>
            <a:r>
              <a:rPr kumimoji="0" lang="en-GB"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return </a:t>
            </a:r>
            <a:r>
              <a:rPr kumimoji="0" lang="en-GB"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p_a</a:t>
            </a:r>
            <a:r>
              <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52705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52705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GB"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GB"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num_of_a_access</a:t>
            </a:r>
            <a:r>
              <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GB"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const</a:t>
            </a:r>
            <a:endPar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52705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	return count; </a:t>
            </a:r>
            <a:endPar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52705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52705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GB" altLang="zh-CN" sz="20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lt"/>
                <a:ea typeface="+mn-ea"/>
                <a:cs typeface="+mn-cs"/>
              </a:rPr>
              <a:t>void </a:t>
            </a:r>
            <a:r>
              <a:rPr kumimoji="0" lang="en-GB" altLang="zh-CN" sz="2000" b="0" i="0" u="none" strike="noStrike" kern="1200" cap="none" spc="0" normalizeH="0" baseline="0" noProof="0" dirty="0" err="1" smtClean="0">
                <a:ln>
                  <a:noFill/>
                </a:ln>
                <a:solidFill>
                  <a:srgbClr val="FFFFFF"/>
                </a:solidFill>
                <a:effectLst>
                  <a:outerShdw blurRad="38100" dist="38100" dir="2700000" algn="tl">
                    <a:srgbClr val="000000"/>
                  </a:outerShdw>
                </a:effectLst>
                <a:uLnTx/>
                <a:uFillTx/>
                <a:latin typeface="+mn-lt"/>
                <a:ea typeface="+mn-ea"/>
                <a:cs typeface="+mn-cs"/>
              </a:rPr>
              <a:t>func</a:t>
            </a:r>
            <a:r>
              <a:rPr kumimoji="0" lang="en-GB" altLang="zh-CN" sz="2000" b="0" i="0" u="none" strike="noStrike" kern="1200" cap="none" spc="0" normalizeH="0" baseline="0" noProof="0" dirty="0" smtClean="0">
                <a:ln>
                  <a:noFill/>
                </a:ln>
                <a:solidFill>
                  <a:srgbClr val="FFFFFF"/>
                </a:solidFill>
                <a:effectLst>
                  <a:outerShdw blurRad="38100" dist="38100" dir="2700000" algn="tl">
                    <a:srgbClr val="000000"/>
                  </a:outerShdw>
                </a:effectLst>
                <a:uLnTx/>
                <a:uFillTx/>
                <a:latin typeface="+mn-lt"/>
                <a:ea typeface="+mn-ea"/>
                <a:cs typeface="+mn-cs"/>
              </a:rPr>
              <a:t>(</a:t>
            </a:r>
            <a:r>
              <a:rPr kumimoji="0" lang="en-US" altLang="zh-CN" sz="2000" b="0" i="0" u="none" strike="noStrike" kern="120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B &amp;</a:t>
            </a:r>
            <a:r>
              <a:rPr kumimoji="0" lang="en-US" altLang="zh-CN" sz="2000" b="0" i="0" u="none" strike="noStrike" kern="120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p</a:t>
            </a:r>
            <a:r>
              <a:rPr kumimoji="0" lang="en-GB" altLang="zh-CN" sz="2000" b="0" i="0" u="none" strike="noStrike" kern="1200" cap="none" spc="0" normalizeH="0" baseline="0" noProof="0" dirty="0" smtClean="0">
                <a:ln>
                  <a:noFill/>
                </a:ln>
                <a:solidFill>
                  <a:srgbClr val="FFFFFF"/>
                </a:solidFill>
                <a:effectLst>
                  <a:outerShdw blurRad="38100" dist="38100" dir="2700000" algn="tl">
                    <a:srgbClr val="000000"/>
                  </a:outerShdw>
                </a:effectLst>
                <a:uLnTx/>
                <a:uFillTx/>
                <a:latin typeface="+mn-lt"/>
                <a:ea typeface="+mn-ea"/>
                <a:cs typeface="+mn-cs"/>
              </a:rPr>
              <a:t>) //</a:t>
            </a:r>
            <a:r>
              <a:rPr kumimoji="0" lang="zh-CN" altLang="en-US" sz="2000" b="0" i="0" u="none" strike="noStrike" kern="1200" cap="none" spc="0" normalizeH="0" baseline="0" noProof="0" dirty="0" smtClean="0">
                <a:ln>
                  <a:noFill/>
                </a:ln>
                <a:solidFill>
                  <a:srgbClr val="FFFFFF"/>
                </a:solidFill>
                <a:effectLst>
                  <a:outerShdw blurRad="38100" dist="38100" dir="2700000" algn="tl">
                    <a:srgbClr val="000000"/>
                  </a:outerShdw>
                </a:effectLst>
                <a:uLnTx/>
                <a:uFillTx/>
                <a:latin typeface="+mn-lt"/>
                <a:ea typeface="+mn-ea"/>
                <a:cs typeface="+mn-cs"/>
              </a:rPr>
              <a:t>注意：</a:t>
            </a:r>
            <a:r>
              <a:rPr kumimoji="0" lang="en-US" altLang="zh-CN" sz="2000" b="0" i="0" u="none" strike="noStrike" kern="120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p</a:t>
            </a:r>
            <a:r>
              <a:rPr kumimoji="0" lang="zh-CN" altLang="en-US" sz="2000" b="0" i="0" u="none" strike="noStrike" kern="1200" cap="none" spc="0" normalizeH="0" baseline="0" noProof="0" dirty="0" smtClean="0">
                <a:ln>
                  <a:noFill/>
                </a:ln>
                <a:solidFill>
                  <a:srgbClr val="FFFFFF"/>
                </a:solidFill>
                <a:effectLst>
                  <a:outerShdw blurRad="38100" dist="38100" dir="2700000" algn="tl">
                    <a:srgbClr val="000000"/>
                  </a:outerShdw>
                </a:effectLst>
                <a:uLnTx/>
                <a:uFillTx/>
                <a:latin typeface="+mn-lt"/>
                <a:ea typeface="+mn-ea"/>
                <a:cs typeface="+mn-cs"/>
              </a:rPr>
              <a:t>是个</a:t>
            </a:r>
            <a:r>
              <a:rPr kumimoji="0" lang="en-US" altLang="zh-CN" sz="2000" b="0" i="0" u="none" strike="noStrike" kern="1200" cap="none" spc="0" normalizeH="0" baseline="0" noProof="0" dirty="0" smtClean="0">
                <a:ln>
                  <a:noFill/>
                </a:ln>
                <a:solidFill>
                  <a:srgbClr val="FFFFFF"/>
                </a:solidFill>
                <a:effectLst>
                  <a:outerShdw blurRad="38100" dist="38100" dir="2700000" algn="tl">
                    <a:srgbClr val="000000"/>
                  </a:outerShdw>
                </a:effectLst>
                <a:uLnTx/>
                <a:uFillTx/>
                <a:latin typeface="+mn-lt"/>
                <a:ea typeface="+mn-ea"/>
                <a:cs typeface="+mn-cs"/>
              </a:rPr>
              <a:t>B</a:t>
            </a:r>
            <a:r>
              <a:rPr kumimoji="0" lang="zh-CN" altLang="en-US" sz="2000" b="0" i="0" u="none" strike="noStrike" kern="1200" cap="none" spc="0" normalizeH="0" baseline="0" noProof="0" dirty="0" smtClean="0">
                <a:ln>
                  <a:noFill/>
                </a:ln>
                <a:solidFill>
                  <a:srgbClr val="FFFFFF"/>
                </a:solidFill>
                <a:effectLst>
                  <a:outerShdw blurRad="38100" dist="38100" dir="2700000" algn="tl">
                    <a:srgbClr val="000000"/>
                  </a:outerShdw>
                </a:effectLst>
                <a:uLnTx/>
                <a:uFillTx/>
                <a:latin typeface="+mn-lt"/>
                <a:ea typeface="+mn-ea"/>
                <a:cs typeface="+mn-cs"/>
              </a:rPr>
              <a:t>类</a:t>
            </a:r>
            <a:r>
              <a:rPr kumimoji="0" lang="zh-CN" altLang="en-US" sz="2000" b="0" i="0" u="none" strike="noStrike" kern="120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对象</a:t>
            </a:r>
            <a:r>
              <a:rPr kumimoji="0" lang="zh-CN" altLang="en-US" sz="2000" b="0" i="0" u="none" strike="noStrike" kern="1200" cap="none" spc="0" normalizeH="0" baseline="0" noProof="0" dirty="0" smtClean="0">
                <a:ln>
                  <a:noFill/>
                </a:ln>
                <a:solidFill>
                  <a:srgbClr val="FFFFFF"/>
                </a:solidFill>
                <a:effectLst>
                  <a:outerShdw blurRad="38100" dist="38100" dir="2700000" algn="tl">
                    <a:srgbClr val="000000"/>
                  </a:outerShdw>
                </a:effectLst>
                <a:uLnTx/>
                <a:uFillTx/>
                <a:latin typeface="+mn-lt"/>
                <a:ea typeface="+mn-ea"/>
                <a:cs typeface="+mn-cs"/>
              </a:rPr>
              <a:t>！</a:t>
            </a:r>
            <a:endParaRPr kumimoji="0" lang="zh-CN" altLang="zh-CN" sz="20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GB" altLang="zh-CN" sz="20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lt"/>
                <a:ea typeface="+mn-ea"/>
                <a:cs typeface="+mn-cs"/>
              </a:rPr>
              <a:t>{  </a:t>
            </a:r>
            <a:r>
              <a:rPr kumimoji="0" lang="en-GB" altLang="zh-CN" sz="2000" b="0" i="0" u="none" strike="noStrike" kern="1200" cap="none" spc="0" normalizeH="0" baseline="0" noProof="0" dirty="0" smtClean="0">
                <a:ln>
                  <a:noFill/>
                </a:ln>
                <a:solidFill>
                  <a:srgbClr val="FFFFFF"/>
                </a:solidFill>
                <a:effectLst>
                  <a:outerShdw blurRad="38100" dist="38100" dir="2700000" algn="tl">
                    <a:srgbClr val="000000"/>
                  </a:outerShdw>
                </a:effectLst>
                <a:uLnTx/>
                <a:uFillTx/>
                <a:latin typeface="+mn-lt"/>
                <a:ea typeface="+mn-ea"/>
                <a:cs typeface="+mn-cs"/>
              </a:rPr>
              <a:t>... p</a:t>
            </a:r>
            <a:r>
              <a:rPr kumimoji="0" lang="en-GB" altLang="zh-CN" sz="2000" b="0" i="0" u="none" strike="noStrike" kern="120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a:t>
            </a:r>
            <a:r>
              <a:rPr kumimoji="0" lang="en-GB" altLang="zh-CN" sz="2000" b="0" i="0" u="none" strike="noStrike" kern="120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&gt;</a:t>
            </a:r>
            <a:r>
              <a:rPr kumimoji="0" lang="en-GB" altLang="zh-CN" sz="20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lt"/>
                <a:ea typeface="+mn-ea"/>
                <a:cs typeface="+mn-cs"/>
              </a:rPr>
              <a:t>f(); </a:t>
            </a:r>
            <a:r>
              <a:rPr kumimoji="0" lang="en-US" altLang="zh-CN" sz="2000" b="0" i="0" u="none" strike="noStrike" kern="1200" cap="none" spc="0" normalizeH="0" baseline="0" noProof="0" dirty="0" smtClean="0">
                <a:ln>
                  <a:noFill/>
                </a:ln>
                <a:solidFill>
                  <a:srgbClr val="FFFFFF"/>
                </a:solidFill>
                <a:effectLst>
                  <a:outerShdw blurRad="38100" dist="38100" dir="2700000" algn="tl">
                    <a:srgbClr val="000000"/>
                  </a:outerShdw>
                </a:effectLst>
                <a:uLnTx/>
                <a:uFillTx/>
                <a:latin typeface="+mn-lt"/>
                <a:ea typeface="+mn-ea"/>
                <a:cs typeface="+mn-cs"/>
              </a:rPr>
              <a:t>... </a:t>
            </a:r>
            <a:r>
              <a:rPr kumimoji="0" lang="en-GB" altLang="zh-CN" sz="2000" b="0" i="0" u="none" strike="noStrike" kern="1200" cap="none" spc="0" normalizeH="0" baseline="0" noProof="0" dirty="0" smtClean="0">
                <a:ln>
                  <a:noFill/>
                </a:ln>
                <a:solidFill>
                  <a:srgbClr val="FFFFFF"/>
                </a:solidFill>
                <a:effectLst>
                  <a:outerShdw blurRad="38100" dist="38100" dir="2700000" algn="tl">
                    <a:srgbClr val="000000"/>
                  </a:outerShdw>
                </a:effectLst>
                <a:uLnTx/>
                <a:uFillTx/>
                <a:latin typeface="+mn-lt"/>
                <a:ea typeface="+mn-ea"/>
                <a:cs typeface="+mn-cs"/>
              </a:rPr>
              <a:t>p</a:t>
            </a:r>
            <a:r>
              <a:rPr kumimoji="0" lang="en-GB" altLang="zh-CN" sz="2000" b="0" i="0" u="none" strike="noStrike" kern="120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a:t>
            </a:r>
            <a:r>
              <a:rPr kumimoji="0" lang="en-GB" altLang="zh-CN" sz="2000" b="0" i="0" u="none" strike="noStrike" kern="120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&gt;</a:t>
            </a:r>
            <a:r>
              <a:rPr kumimoji="0" lang="en-GB" altLang="zh-CN" sz="20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lt"/>
                <a:ea typeface="+mn-ea"/>
                <a:cs typeface="+mn-cs"/>
              </a:rPr>
              <a:t>g(); </a:t>
            </a:r>
            <a:r>
              <a:rPr kumimoji="0" lang="en-GB" altLang="zh-CN" sz="2000" b="0" i="0" u="none" strike="noStrike" kern="1200" cap="none" spc="0" normalizeH="0" baseline="0" noProof="0" dirty="0" smtClean="0">
                <a:ln>
                  <a:noFill/>
                </a:ln>
                <a:solidFill>
                  <a:srgbClr val="FFFFFF"/>
                </a:solidFill>
                <a:effectLst>
                  <a:outerShdw blurRad="38100" dist="38100" dir="2700000" algn="tl">
                    <a:srgbClr val="000000"/>
                  </a:outerShdw>
                </a:effectLst>
                <a:uLnTx/>
                <a:uFillTx/>
                <a:latin typeface="+mn-lt"/>
                <a:ea typeface="+mn-ea"/>
                <a:cs typeface="+mn-cs"/>
              </a:rPr>
              <a:t>...</a:t>
            </a:r>
            <a:endParaRPr kumimoji="0" lang="zh-CN" altLang="zh-CN" sz="20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GB" altLang="zh-CN" sz="2000" b="0" i="0" u="none" strike="noStrike" kern="1200" cap="none" spc="0" normalizeH="0" baseline="0" noProof="0" dirty="0" smtClean="0">
                <a:ln>
                  <a:noFill/>
                </a:ln>
                <a:solidFill>
                  <a:srgbClr val="FFFFFF"/>
                </a:solidFill>
                <a:effectLst>
                  <a:outerShdw blurRad="38100" dist="38100" dir="2700000" algn="tl">
                    <a:srgbClr val="000000"/>
                  </a:outerShdw>
                </a:effectLst>
                <a:uLnTx/>
                <a:uFillTx/>
                <a:latin typeface="+mn-lt"/>
                <a:ea typeface="+mn-ea"/>
                <a:cs typeface="+mn-cs"/>
              </a:rPr>
              <a:t>}</a:t>
            </a:r>
            <a:endParaRPr kumimoji="0" lang="en-GB" altLang="zh-CN" sz="2000" b="0" i="0" u="none" strike="noStrike" kern="1200" cap="none" spc="0" normalizeH="0" baseline="0" noProof="0" dirty="0" smtClean="0">
              <a:ln>
                <a:noFill/>
              </a:ln>
              <a:solidFill>
                <a:srgbClr val="FFFFFF"/>
              </a:solidFill>
              <a:effectLst>
                <a:outerShdw blurRad="38100" dist="38100" dir="2700000" algn="tl">
                  <a:srgbClr val="000000"/>
                </a:outerShdw>
              </a:effectLst>
              <a:uLnTx/>
              <a:uFillTx/>
              <a:latin typeface="+mn-lt"/>
              <a:ea typeface="+mn-ea"/>
              <a:cs typeface="+mn-cs"/>
            </a:endParaRPr>
          </a:p>
        </p:txBody>
      </p:sp>
      <p:sp>
        <p:nvSpPr>
          <p:cNvPr id="370688" name="Text Box 0"/>
          <p:cNvSpPr txBox="1">
            <a:spLocks noChangeArrowheads="1"/>
          </p:cNvSpPr>
          <p:nvPr/>
        </p:nvSpPr>
        <p:spPr bwMode="auto">
          <a:xfrm>
            <a:off x="6443663" y="317500"/>
            <a:ext cx="1858963" cy="2247900"/>
          </a:xfrm>
          <a:prstGeom prst="rect">
            <a:avLst/>
          </a:prstGeom>
          <a:solidFill>
            <a:schemeClr val="bg1"/>
          </a:solidFill>
          <a:ln w="9525">
            <a:noFill/>
            <a:miter lim="800000"/>
          </a:ln>
          <a:effectLst/>
        </p:spPr>
        <p:txBody>
          <a:bodyPr wrap="none">
            <a:spAutoFit/>
          </a:bodyPr>
          <a:lstStyle/>
          <a:p>
            <a:pPr marL="342900" marR="0" indent="-342900" defTabSz="265430" eaLnBrk="1" hangingPunct="1">
              <a:buClrTx/>
              <a:buSzTx/>
              <a:buFont typeface="Arial" panose="020B0604020202020204" pitchFamily="34" charset="0"/>
              <a:buChar char="•"/>
              <a:defRPr/>
            </a:pPr>
            <a:r>
              <a:rPr kumimoji="0" lang="zh-CN" altLang="en-US"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不修改类</a:t>
            </a: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A</a:t>
            </a:r>
            <a:endPar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265430" eaLnBrk="1" hangingPunct="1">
              <a:buClrTx/>
              <a:buSzTx/>
              <a:buFontTx/>
              <a:buNone/>
              <a:defRPr/>
            </a:pPr>
            <a:r>
              <a:rPr kumimoji="0" lang="en-GB"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class A</a:t>
            </a:r>
            <a:endParaRPr kumimoji="0" lang="en-GB"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265430" eaLnBrk="1" hangingPunct="1">
              <a:buClrTx/>
              <a:buSzTx/>
              <a:buFontTx/>
              <a:buNone/>
              <a:defRPr/>
            </a:pPr>
            <a:r>
              <a:rPr kumimoji="0" lang="en-GB"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a:t>
            </a:r>
            <a:r>
              <a:rPr kumimoji="0" lang="en-GB" altLang="zh-CN" sz="2000" kern="1200" cap="none" spc="0" normalizeH="0" baseline="0" noProof="0" dirty="0" err="1">
                <a:effectLst>
                  <a:outerShdw blurRad="38100" dist="38100" dir="2700000" algn="tl">
                    <a:srgbClr val="000000"/>
                  </a:outerShdw>
                </a:effectLst>
                <a:latin typeface="Verdana" panose="020B0604030504040204" pitchFamily="34" charset="0"/>
                <a:ea typeface="宋体" panose="02010600030101010101" pitchFamily="2" charset="-122"/>
                <a:cs typeface="+mn-cs"/>
              </a:rPr>
              <a:t>int</a:t>
            </a:r>
            <a:r>
              <a:rPr kumimoji="0" lang="en-GB"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a:t>
            </a:r>
            <a:r>
              <a:rPr kumimoji="0" lang="en-GB" altLang="zh-CN" sz="2000" kern="1200" cap="none" spc="0" normalizeH="0" baseline="0" noProof="0" dirty="0" err="1">
                <a:effectLst>
                  <a:outerShdw blurRad="38100" dist="38100" dir="2700000" algn="tl">
                    <a:srgbClr val="000000"/>
                  </a:outerShdw>
                </a:effectLst>
                <a:latin typeface="Verdana" panose="020B0604030504040204" pitchFamily="34" charset="0"/>
                <a:ea typeface="宋体" panose="02010600030101010101" pitchFamily="2" charset="-122"/>
                <a:cs typeface="+mn-cs"/>
              </a:rPr>
              <a:t>x,y</a:t>
            </a:r>
            <a:r>
              <a:rPr kumimoji="0" lang="en-GB"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a:t>
            </a:r>
            <a:endParaRPr kumimoji="0" lang="en-GB"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265430" eaLnBrk="1" hangingPunct="1">
              <a:buClrTx/>
              <a:buSzTx/>
              <a:buFontTx/>
              <a:buNone/>
              <a:defRPr/>
            </a:pPr>
            <a:r>
              <a:rPr kumimoji="0" lang="en-GB"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public:</a:t>
            </a:r>
            <a:endParaRPr kumimoji="0" lang="en-GB"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265430" eaLnBrk="1" hangingPunct="1">
              <a:buClrTx/>
              <a:buSzTx/>
              <a:buFontTx/>
              <a:buNone/>
              <a:defRPr/>
            </a:pPr>
            <a:r>
              <a:rPr kumimoji="0" lang="en-GB"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void f();</a:t>
            </a:r>
            <a:endParaRPr kumimoji="0" lang="en-GB"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265430" eaLnBrk="1" hangingPunct="1">
              <a:buClrTx/>
              <a:buSzTx/>
              <a:buFontTx/>
              <a:buNone/>
              <a:defRPr/>
            </a:pPr>
            <a:r>
              <a:rPr kumimoji="0" lang="en-GB"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void g();</a:t>
            </a:r>
            <a:endParaRPr kumimoji="0" lang="en-GB"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265430" eaLnBrk="1" hangingPunct="1">
              <a:buClrTx/>
              <a:buSzTx/>
              <a:buFontTx/>
              <a:buNone/>
              <a:defRPr/>
            </a:pPr>
            <a:r>
              <a:rPr kumimoji="0" lang="en-GB"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a:t>
            </a:r>
            <a:endParaRPr kumimoji="0" lang="en-GB"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p:txBody>
      </p:sp>
      <p:sp>
        <p:nvSpPr>
          <p:cNvPr id="4" name="Text Box 0"/>
          <p:cNvSpPr txBox="1">
            <a:spLocks noChangeArrowheads="1"/>
          </p:cNvSpPr>
          <p:nvPr/>
        </p:nvSpPr>
        <p:spPr bwMode="auto">
          <a:xfrm>
            <a:off x="5076825" y="3284538"/>
            <a:ext cx="4067175" cy="3170238"/>
          </a:xfrm>
          <a:prstGeom prst="rect">
            <a:avLst/>
          </a:prstGeom>
          <a:solidFill>
            <a:schemeClr val="bg1"/>
          </a:solidFill>
          <a:ln w="9525">
            <a:noFill/>
            <a:miter lim="800000"/>
          </a:ln>
          <a:effectLst/>
        </p:spPr>
        <p:txBody>
          <a:bodyPr>
            <a:spAutoFit/>
          </a:bodyPr>
          <a:lstStyle/>
          <a:p>
            <a:pPr marR="0" defTabSz="527050" eaLnBrk="1" hangingPunct="1">
              <a:buClrTx/>
              <a:buSzTx/>
              <a:buFont typeface="Wingdings" panose="05000000000000000000" pitchFamily="2" charset="2"/>
              <a:buNone/>
              <a:defRPr/>
            </a:pPr>
            <a:r>
              <a:rPr kumimoji="0" lang="en-GB"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A </a:t>
            </a:r>
            <a:r>
              <a:rPr kumimoji="0" lang="en-GB" altLang="zh-CN" sz="2000" kern="1200" cap="none" spc="0" normalizeH="0" baseline="0" noProof="0" dirty="0" err="1">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a</a:t>
            </a:r>
            <a:r>
              <a:rPr kumimoji="0" lang="en-GB"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a:t>
            </a:r>
            <a:endParaRPr kumimoji="0" lang="en-GB"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defTabSz="527050" eaLnBrk="1" hangingPunct="1">
              <a:buClrTx/>
              <a:buSzTx/>
              <a:buFont typeface="Wingdings" panose="05000000000000000000" pitchFamily="2" charset="2"/>
              <a:buNone/>
              <a:defRPr/>
            </a:pP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A </a:t>
            </a:r>
            <a:r>
              <a:rPr kumimoji="0" lang="en-US" altLang="zh-CN" sz="2000" kern="1200" cap="none" spc="0" normalizeH="0" baseline="0" noProof="0" dirty="0">
                <a:solidFill>
                  <a:srgbClr val="FFC000"/>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*p</a:t>
            </a: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=&amp;a; //p</a:t>
            </a:r>
            <a:r>
              <a:rPr kumimoji="0" lang="zh-CN" altLang="en-US"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是普通的指针</a:t>
            </a:r>
            <a:endPar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defTabSz="527050" eaLnBrk="1" hangingPunct="1">
              <a:buClrTx/>
              <a:buSzTx/>
              <a:buFont typeface="Wingdings" panose="05000000000000000000" pitchFamily="2" charset="2"/>
              <a:buNone/>
              <a:defRPr/>
            </a:pP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p-&gt;f(); //</a:t>
            </a:r>
            <a:r>
              <a:rPr kumimoji="0" lang="zh-CN" altLang="en-US"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访问</a:t>
            </a: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a</a:t>
            </a:r>
            <a:r>
              <a:rPr kumimoji="0" lang="zh-CN" altLang="en-US"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的成员</a:t>
            </a: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f</a:t>
            </a:r>
            <a:endParaRPr kumimoji="0" lang="zh-CN" altLang="en-GB" sz="2000" kern="1200" cap="none" spc="0" normalizeH="0" baseline="0" noProof="0" dirty="0">
              <a:solidFill>
                <a:srgbClr val="FFC000"/>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defTabSz="527050" eaLnBrk="1" hangingPunct="1">
              <a:buClrTx/>
              <a:buSzTx/>
              <a:buFont typeface="Wingdings" panose="05000000000000000000" pitchFamily="2" charset="2"/>
              <a:buNone/>
              <a:defRPr/>
            </a:pPr>
            <a:r>
              <a:rPr kumimoji="0" lang="en-GB"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B </a:t>
            </a:r>
            <a:r>
              <a:rPr kumimoji="0" lang="en-GB" altLang="zh-CN" sz="2000" kern="1200" cap="none" spc="0" normalizeH="0" baseline="0" noProof="0" dirty="0">
                <a:solidFill>
                  <a:srgbClr val="FFC000"/>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b</a:t>
            </a:r>
            <a:r>
              <a:rPr kumimoji="0" lang="en-GB"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(&amp;a);  //b</a:t>
            </a:r>
            <a:r>
              <a:rPr kumimoji="0" lang="zh-CN" altLang="en-GB"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为一个</a:t>
            </a:r>
            <a:r>
              <a:rPr kumimoji="0" lang="zh-CN" altLang="en-GB" sz="2000" kern="1200" cap="none" spc="0" normalizeH="0" baseline="0" noProof="0" dirty="0">
                <a:solidFill>
                  <a:schemeClr val="folHlink"/>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智能指针</a:t>
            </a:r>
            <a:r>
              <a:rPr kumimoji="0" lang="zh-CN" altLang="en-US" sz="2000" kern="1200" cap="none" spc="0" normalizeH="0" baseline="0" noProof="0" dirty="0">
                <a:solidFill>
                  <a:schemeClr val="folHlink"/>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a:t>
            </a:r>
            <a:endParaRPr kumimoji="0" lang="en-US" altLang="zh-CN" sz="2000" kern="1200" cap="none" spc="0" normalizeH="0" baseline="0" noProof="0" dirty="0">
              <a:solidFill>
                <a:schemeClr val="folHlink"/>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defTabSz="527050" eaLnBrk="1" hangingPunct="1">
              <a:buClrTx/>
              <a:buSzTx/>
              <a:buFont typeface="Wingdings" panose="05000000000000000000" pitchFamily="2" charset="2"/>
              <a:buNone/>
              <a:defRPr/>
            </a:pPr>
            <a:r>
              <a:rPr kumimoji="0" lang="en-US" altLang="zh-CN" sz="2000" kern="1200" cap="none" spc="0" normalizeH="0" baseline="0" noProof="0" dirty="0">
                <a:solidFill>
                  <a:schemeClr val="folHlink"/>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		  </a:t>
            </a: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a:t>
            </a:r>
            <a:r>
              <a:rPr kumimoji="0" lang="zh-CN" altLang="en-GB"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它指向了</a:t>
            </a:r>
            <a:r>
              <a:rPr kumimoji="0" lang="en-GB"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a</a:t>
            </a:r>
            <a:endParaRPr kumimoji="0" lang="en-GB"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defTabSz="527050" eaLnBrk="1" hangingPunct="1">
              <a:buClrTx/>
              <a:buSzTx/>
              <a:buFont typeface="Wingdings" panose="05000000000000000000" pitchFamily="2" charset="2"/>
              <a:buNone/>
              <a:defRPr/>
            </a:pP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b</a:t>
            </a:r>
            <a:r>
              <a:rPr kumimoji="0" lang="en-US" altLang="zh-CN" sz="2000" kern="1200" cap="none" spc="0" normalizeH="0" baseline="0" noProof="0" dirty="0">
                <a:solidFill>
                  <a:srgbClr val="FFC000"/>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-&gt;</a:t>
            </a: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f(); //</a:t>
            </a:r>
            <a:r>
              <a:rPr kumimoji="0" lang="zh-CN" altLang="en-US"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访问</a:t>
            </a: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a</a:t>
            </a:r>
            <a:r>
              <a:rPr kumimoji="0" lang="zh-CN" altLang="en-US"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的成员</a:t>
            </a: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f</a:t>
            </a:r>
            <a:r>
              <a:rPr kumimoji="0" lang="zh-CN" altLang="en-US"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，等价于</a:t>
            </a:r>
            <a:endPar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defTabSz="527050" eaLnBrk="1" hangingPunct="1">
              <a:buClrTx/>
              <a:buSzTx/>
              <a:buFont typeface="Wingdings" panose="05000000000000000000" pitchFamily="2" charset="2"/>
              <a:buNone/>
              <a:defRPr/>
            </a:pP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           //</a:t>
            </a:r>
            <a:r>
              <a:rPr kumimoji="0" lang="en-GB" altLang="zh-CN" sz="2000" kern="1200" cap="none" spc="0" normalizeH="0" baseline="0" noProof="0" dirty="0" err="1">
                <a:latin typeface="Verdana" panose="020B0604030504040204" pitchFamily="34" charset="0"/>
                <a:ea typeface="宋体" panose="02010600030101010101" pitchFamily="2" charset="-122"/>
                <a:cs typeface="+mn-cs"/>
              </a:rPr>
              <a:t>b</a:t>
            </a:r>
            <a:r>
              <a:rPr kumimoji="0" lang="en-GB" altLang="zh-CN" sz="2000" kern="1200" cap="none" spc="0" normalizeH="0" baseline="0" noProof="0" dirty="0" err="1">
                <a:solidFill>
                  <a:srgbClr val="FFC000"/>
                </a:solidFill>
                <a:latin typeface="Verdana" panose="020B0604030504040204" pitchFamily="34" charset="0"/>
                <a:ea typeface="宋体" panose="02010600030101010101" pitchFamily="2" charset="-122"/>
                <a:cs typeface="+mn-cs"/>
              </a:rPr>
              <a:t>.operator</a:t>
            </a:r>
            <a:r>
              <a:rPr kumimoji="0" lang="en-GB" altLang="zh-CN" sz="2000" kern="1200" cap="none" spc="0" normalizeH="0" baseline="0" noProof="0" dirty="0">
                <a:solidFill>
                  <a:srgbClr val="FFC000"/>
                </a:solidFill>
                <a:latin typeface="Verdana" panose="020B0604030504040204" pitchFamily="34" charset="0"/>
                <a:ea typeface="宋体" panose="02010600030101010101" pitchFamily="2" charset="-122"/>
                <a:cs typeface="+mn-cs"/>
              </a:rPr>
              <a:t>-&gt;()-&gt;</a:t>
            </a:r>
            <a:r>
              <a:rPr kumimoji="0" lang="en-GB" altLang="zh-CN" sz="2000" kern="1200" cap="none" spc="0" normalizeH="0" baseline="0" noProof="0" dirty="0">
                <a:latin typeface="Verdana" panose="020B0604030504040204" pitchFamily="34" charset="0"/>
                <a:ea typeface="宋体" panose="02010600030101010101" pitchFamily="2" charset="-122"/>
                <a:cs typeface="+mn-cs"/>
              </a:rPr>
              <a:t>f();</a:t>
            </a:r>
            <a:endPar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defTabSz="527050" eaLnBrk="1" hangingPunct="1">
              <a:buClrTx/>
              <a:buSzTx/>
              <a:buFont typeface="Wingdings" panose="05000000000000000000" pitchFamily="2" charset="2"/>
              <a:buNone/>
              <a:defRPr/>
            </a:pPr>
            <a:r>
              <a:rPr kumimoji="0" lang="en-US" altLang="zh-CN" sz="2000" kern="1200" cap="none" spc="0" normalizeH="0" baseline="0" noProof="0" dirty="0" err="1">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func</a:t>
            </a: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(b); //</a:t>
            </a:r>
            <a:r>
              <a:rPr kumimoji="0" lang="zh-CN" altLang="en-US"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把</a:t>
            </a: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b</a:t>
            </a:r>
            <a:r>
              <a:rPr kumimoji="0" lang="zh-CN" altLang="en-US"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传给</a:t>
            </a:r>
            <a:r>
              <a:rPr kumimoji="0" lang="en-US" altLang="zh-CN" sz="2000" kern="1200" cap="none" spc="0" normalizeH="0" baseline="0" noProof="0" dirty="0" err="1">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func</a:t>
            </a:r>
            <a:endPar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defTabSz="527050" eaLnBrk="1" hangingPunct="1">
              <a:buClrTx/>
              <a:buSzTx/>
              <a:buFont typeface="Wingdings" panose="05000000000000000000" pitchFamily="2" charset="2"/>
              <a:buNone/>
              <a:defRPr/>
            </a:pP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 </a:t>
            </a:r>
            <a:r>
              <a:rPr kumimoji="0" lang="en-US" altLang="zh-CN" sz="2000" kern="1200" cap="none" spc="0" normalizeH="0" baseline="0" noProof="0" dirty="0" err="1">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b.num_of_a_access</a:t>
            </a: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 ... </a:t>
            </a:r>
            <a:endPar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defTabSz="527050" eaLnBrk="1" hangingPunct="1">
              <a:buClrTx/>
              <a:buSzTx/>
              <a:buFont typeface="Wingdings" panose="05000000000000000000" pitchFamily="2" charset="2"/>
              <a:buNone/>
              <a:defRPr/>
            </a:pP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		//</a:t>
            </a:r>
            <a:r>
              <a:rPr kumimoji="0" lang="zh-CN" altLang="en-US"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获得对</a:t>
            </a: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a</a:t>
            </a:r>
            <a:r>
              <a:rPr kumimoji="0" lang="zh-CN" altLang="en-US"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的访问次数</a:t>
            </a:r>
            <a:endPar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p:txBody>
      </p:sp>
      <p:sp>
        <p:nvSpPr>
          <p:cNvPr id="6" name="TextBox 5"/>
          <p:cNvSpPr txBox="1"/>
          <p:nvPr/>
        </p:nvSpPr>
        <p:spPr>
          <a:xfrm>
            <a:off x="3708400" y="5373688"/>
            <a:ext cx="923925" cy="400050"/>
          </a:xfrm>
          <a:prstGeom prst="rect">
            <a:avLst/>
          </a:prstGeom>
          <a:solidFill>
            <a:schemeClr val="bg2">
              <a:lumMod val="60000"/>
              <a:lumOff val="40000"/>
            </a:schemeClr>
          </a:solidFill>
        </p:spPr>
        <p:txBody>
          <a:bodyPr wrap="none">
            <a:spAutoFit/>
          </a:bodyPr>
          <a:lstStyle/>
          <a:p>
            <a:pPr marR="0" defTabSz="914400" eaLnBrk="1" hangingPunct="1">
              <a:buClrTx/>
              <a:buSzTx/>
              <a:buFontTx/>
              <a:buNone/>
              <a:defRPr/>
            </a:pPr>
            <a:r>
              <a:rPr kumimoji="0" lang="en-US" altLang="zh-CN" sz="2000" kern="1200" cap="none" spc="0" normalizeH="0" baseline="0" noProof="0" dirty="0">
                <a:solidFill>
                  <a:srgbClr val="FFC000"/>
                </a:solidFill>
                <a:latin typeface="Verdana" panose="020B0604030504040204" pitchFamily="34" charset="0"/>
                <a:ea typeface="宋体" panose="02010600030101010101" pitchFamily="2" charset="-122"/>
                <a:cs typeface="+mn-cs"/>
              </a:rPr>
              <a:t>p-&gt;z;</a:t>
            </a:r>
            <a:endParaRPr kumimoji="0" lang="zh-CN" altLang="en-US" sz="2000" kern="1200" cap="none" spc="0" normalizeH="0" baseline="0" noProof="0" dirty="0">
              <a:latin typeface="Verdana" panose="020B0604030504040204" pitchFamily="34" charset="0"/>
              <a:ea typeface="宋体" panose="02010600030101010101" pitchFamily="2" charset="-122"/>
              <a:cs typeface="+mn-cs"/>
            </a:endParaRPr>
          </a:p>
        </p:txBody>
      </p:sp>
      <p:sp>
        <p:nvSpPr>
          <p:cNvPr id="7" name="TextBox 6"/>
          <p:cNvSpPr txBox="1"/>
          <p:nvPr/>
        </p:nvSpPr>
        <p:spPr>
          <a:xfrm>
            <a:off x="7670800" y="1212850"/>
            <a:ext cx="860425" cy="400050"/>
          </a:xfrm>
          <a:prstGeom prst="rect">
            <a:avLst/>
          </a:prstGeom>
          <a:solidFill>
            <a:schemeClr val="bg2">
              <a:lumMod val="60000"/>
              <a:lumOff val="40000"/>
            </a:schemeClr>
          </a:solidFill>
        </p:spPr>
        <p:txBody>
          <a:bodyPr wrap="none">
            <a:spAutoFit/>
          </a:bodyPr>
          <a:lstStyle/>
          <a:p>
            <a:pPr marR="0" defTabSz="914400" eaLnBrk="1" hangingPunct="1">
              <a:buClrTx/>
              <a:buSzTx/>
              <a:buFontTx/>
              <a:buNone/>
              <a:defRPr/>
            </a:pPr>
            <a:r>
              <a:rPr kumimoji="0" lang="en-US" altLang="zh-CN" sz="2000" kern="1200" cap="none" spc="0" normalizeH="0" baseline="0" noProof="0" dirty="0" err="1">
                <a:solidFill>
                  <a:srgbClr val="FFC000"/>
                </a:solidFill>
                <a:latin typeface="Verdana" panose="020B0604030504040204" pitchFamily="34" charset="0"/>
                <a:ea typeface="宋体" panose="02010600030101010101" pitchFamily="2" charset="-122"/>
                <a:cs typeface="+mn-cs"/>
              </a:rPr>
              <a:t>int</a:t>
            </a:r>
            <a:r>
              <a:rPr kumimoji="0" lang="en-US" altLang="zh-CN" sz="2000" kern="1200" cap="none" spc="0" normalizeH="0" baseline="0" noProof="0" dirty="0">
                <a:solidFill>
                  <a:srgbClr val="FFC000"/>
                </a:solidFill>
                <a:latin typeface="Verdana" panose="020B0604030504040204" pitchFamily="34" charset="0"/>
                <a:ea typeface="宋体" panose="02010600030101010101" pitchFamily="2" charset="-122"/>
                <a:cs typeface="+mn-cs"/>
              </a:rPr>
              <a:t> z;</a:t>
            </a:r>
            <a:endParaRPr kumimoji="0" lang="zh-CN" altLang="en-US" sz="2000" kern="1200" cap="none" spc="0" normalizeH="0" baseline="0" noProof="0" dirty="0">
              <a:solidFill>
                <a:srgbClr val="FFC000"/>
              </a:solidFill>
              <a:latin typeface="Verdana" panose="020B0604030504040204" pitchFamily="34" charset="0"/>
              <a:ea typeface="宋体" panose="02010600030101010101" pitchFamily="2" charset="-122"/>
              <a:cs typeface="+mn-cs"/>
            </a:endParaRPr>
          </a:p>
        </p:txBody>
      </p:sp>
      <p:sp>
        <p:nvSpPr>
          <p:cNvPr id="8" name="TextBox 6"/>
          <p:cNvSpPr txBox="1"/>
          <p:nvPr/>
        </p:nvSpPr>
        <p:spPr>
          <a:xfrm>
            <a:off x="533400" y="5805488"/>
            <a:ext cx="4110038" cy="400050"/>
          </a:xfrm>
          <a:prstGeom prst="rect">
            <a:avLst/>
          </a:prstGeom>
          <a:solidFill>
            <a:schemeClr val="bg2">
              <a:lumMod val="60000"/>
              <a:lumOff val="40000"/>
            </a:schemeClr>
          </a:solidFill>
        </p:spPr>
        <p:txBody>
          <a:bodyPr wrap="none">
            <a:spAutoFit/>
          </a:bodyPr>
          <a:lstStyle/>
          <a:p>
            <a:pPr marR="0" defTabSz="914400" eaLnBrk="1" hangingPunct="1">
              <a:buClrTx/>
              <a:buSzTx/>
              <a:buFontTx/>
              <a:buNone/>
              <a:defRPr/>
            </a:pPr>
            <a:r>
              <a:rPr kumimoji="0" lang="en-US" altLang="zh-CN" sz="2000" kern="1200" cap="none" spc="0" normalizeH="0" baseline="0" noProof="0" dirty="0">
                <a:solidFill>
                  <a:srgbClr val="FFC000"/>
                </a:solidFill>
                <a:latin typeface="Verdana" panose="020B0604030504040204" pitchFamily="34" charset="0"/>
                <a:ea typeface="宋体" panose="02010600030101010101" pitchFamily="2" charset="-122"/>
                <a:cs typeface="+mn-cs"/>
              </a:rPr>
              <a:t>//</a:t>
            </a:r>
            <a:r>
              <a:rPr kumimoji="0" lang="zh-CN" altLang="en-US" sz="2000" kern="1200" cap="none" spc="0" normalizeH="0" baseline="0" noProof="0" dirty="0">
                <a:solidFill>
                  <a:srgbClr val="FFC000"/>
                </a:solidFill>
                <a:latin typeface="Verdana" panose="020B0604030504040204" pitchFamily="34" charset="0"/>
                <a:ea typeface="宋体" panose="02010600030101010101" pitchFamily="2" charset="-122"/>
                <a:cs typeface="+mn-cs"/>
              </a:rPr>
              <a:t>也能对数据成员的访问进行计数</a:t>
            </a:r>
            <a:r>
              <a:rPr kumimoji="0" lang="en-US" altLang="zh-CN" sz="2000" kern="1200" cap="none" spc="0" normalizeH="0" baseline="0" noProof="0" dirty="0">
                <a:solidFill>
                  <a:srgbClr val="FFC000"/>
                </a:solidFill>
                <a:latin typeface="Verdana" panose="020B0604030504040204" pitchFamily="34" charset="0"/>
                <a:ea typeface="宋体" panose="02010600030101010101" pitchFamily="2" charset="-122"/>
                <a:cs typeface="+mn-cs"/>
              </a:rPr>
              <a:t>!</a:t>
            </a:r>
            <a:endParaRPr kumimoji="0" lang="zh-CN" altLang="en-US" sz="2000" kern="1200" cap="none" spc="0" normalizeH="0" baseline="0" noProof="0" dirty="0">
              <a:solidFill>
                <a:srgbClr val="FFC000"/>
              </a:solidFill>
              <a:latin typeface="Verdana" panose="020B060403050404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70691">
                                            <p:txEl>
                                              <p:charRg st="252" end="282"/>
                                            </p:txEl>
                                          </p:spTgt>
                                        </p:tgtEl>
                                        <p:attrNameLst>
                                          <p:attrName>style.visibility</p:attrName>
                                        </p:attrNameLst>
                                      </p:cBhvr>
                                      <p:to>
                                        <p:strVal val="visible"/>
                                      </p:to>
                                    </p:set>
                                    <p:anim calcmode="lin" valueType="num">
                                      <p:cBhvr additive="base">
                                        <p:cTn id="7" dur="500" fill="hold"/>
                                        <p:tgtEl>
                                          <p:spTgt spid="370691">
                                            <p:txEl>
                                              <p:charRg st="252" end="28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0691">
                                            <p:txEl>
                                              <p:charRg st="252" end="28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70691">
                                            <p:txEl>
                                              <p:charRg st="282" end="313"/>
                                            </p:txEl>
                                          </p:spTgt>
                                        </p:tgtEl>
                                        <p:attrNameLst>
                                          <p:attrName>style.visibility</p:attrName>
                                        </p:attrNameLst>
                                      </p:cBhvr>
                                      <p:to>
                                        <p:strVal val="visible"/>
                                      </p:to>
                                    </p:set>
                                    <p:anim calcmode="lin" valueType="num">
                                      <p:cBhvr additive="base">
                                        <p:cTn id="11" dur="500" fill="hold"/>
                                        <p:tgtEl>
                                          <p:spTgt spid="370691">
                                            <p:txEl>
                                              <p:charRg st="282" end="31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70691">
                                            <p:txEl>
                                              <p:charRg st="282" end="31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70691">
                                            <p:txEl>
                                              <p:charRg st="313" end="315"/>
                                            </p:txEl>
                                          </p:spTgt>
                                        </p:tgtEl>
                                        <p:attrNameLst>
                                          <p:attrName>style.visibility</p:attrName>
                                        </p:attrNameLst>
                                      </p:cBhvr>
                                      <p:to>
                                        <p:strVal val="visible"/>
                                      </p:to>
                                    </p:set>
                                    <p:anim calcmode="lin" valueType="num">
                                      <p:cBhvr additive="base">
                                        <p:cTn id="15" dur="500" fill="hold"/>
                                        <p:tgtEl>
                                          <p:spTgt spid="370691">
                                            <p:txEl>
                                              <p:charRg st="313" end="31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70691">
                                            <p:txEl>
                                              <p:charRg st="313" end="31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
                                            <p:txEl>
                                              <p:charRg st="132" end="152"/>
                                            </p:txEl>
                                          </p:spTgt>
                                        </p:tgtEl>
                                        <p:attrNameLst>
                                          <p:attrName>style.visibility</p:attrName>
                                        </p:attrNameLst>
                                      </p:cBhvr>
                                      <p:to>
                                        <p:strVal val="visible"/>
                                      </p:to>
                                    </p:set>
                                    <p:anim calcmode="lin" valueType="num">
                                      <p:cBhvr additive="base">
                                        <p:cTn id="19" dur="700" fill="hold"/>
                                        <p:tgtEl>
                                          <p:spTgt spid="4">
                                            <p:txEl>
                                              <p:charRg st="132" end="152"/>
                                            </p:txEl>
                                          </p:spTgt>
                                        </p:tgtEl>
                                        <p:attrNameLst>
                                          <p:attrName>ppt_x</p:attrName>
                                        </p:attrNameLst>
                                      </p:cBhvr>
                                      <p:tavLst>
                                        <p:tav tm="0">
                                          <p:val>
                                            <p:strVal val="#ppt_x"/>
                                          </p:val>
                                        </p:tav>
                                        <p:tav tm="100000">
                                          <p:val>
                                            <p:strVal val="#ppt_x"/>
                                          </p:val>
                                        </p:tav>
                                      </p:tavLst>
                                    </p:anim>
                                    <p:anim calcmode="lin" valueType="num">
                                      <p:cBhvr additive="base">
                                        <p:cTn id="20" dur="700" fill="hold"/>
                                        <p:tgtEl>
                                          <p:spTgt spid="4">
                                            <p:txEl>
                                              <p:charRg st="132" end="15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
                                            <p:txEl>
                                              <p:charRg st="152" end="181"/>
                                            </p:txEl>
                                          </p:spTgt>
                                        </p:tgtEl>
                                        <p:attrNameLst>
                                          <p:attrName>style.visibility</p:attrName>
                                        </p:attrNameLst>
                                      </p:cBhvr>
                                      <p:to>
                                        <p:strVal val="visible"/>
                                      </p:to>
                                    </p:set>
                                    <p:anim calcmode="lin" valueType="num">
                                      <p:cBhvr additive="base">
                                        <p:cTn id="23" dur="500" fill="hold"/>
                                        <p:tgtEl>
                                          <p:spTgt spid="4">
                                            <p:txEl>
                                              <p:charRg st="152" end="18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charRg st="152" end="181"/>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4">
                                            <p:txEl>
                                              <p:charRg st="181" end="195"/>
                                            </p:txEl>
                                          </p:spTgt>
                                        </p:tgtEl>
                                        <p:attrNameLst>
                                          <p:attrName>style.visibility</p:attrName>
                                        </p:attrNameLst>
                                      </p:cBhvr>
                                      <p:to>
                                        <p:strVal val="visible"/>
                                      </p:to>
                                    </p:set>
                                    <p:anim calcmode="lin" valueType="num">
                                      <p:cBhvr additive="base">
                                        <p:cTn id="27" dur="500" fill="hold"/>
                                        <p:tgtEl>
                                          <p:spTgt spid="4">
                                            <p:txEl>
                                              <p:charRg st="181" end="19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
                                            <p:txEl>
                                              <p:charRg st="181" end="195"/>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additive="base">
                                        <p:cTn id="33" dur="500" fill="hold"/>
                                        <p:tgtEl>
                                          <p:spTgt spid="6"/>
                                        </p:tgtEl>
                                        <p:attrNameLst>
                                          <p:attrName>ppt_x</p:attrName>
                                        </p:attrNameLst>
                                      </p:cBhvr>
                                      <p:tavLst>
                                        <p:tav tm="0">
                                          <p:val>
                                            <p:strVal val="#ppt_x"/>
                                          </p:val>
                                        </p:tav>
                                        <p:tav tm="100000">
                                          <p:val>
                                            <p:strVal val="#ppt_x"/>
                                          </p:val>
                                        </p:tav>
                                      </p:tavLst>
                                    </p:anim>
                                    <p:anim calcmode="lin" valueType="num">
                                      <p:cBhvr additive="base">
                                        <p:cTn id="34" dur="500" fill="hold"/>
                                        <p:tgtEl>
                                          <p:spTgt spid="6"/>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additive="base">
                                        <p:cTn id="37" dur="500" fill="hold"/>
                                        <p:tgtEl>
                                          <p:spTgt spid="7"/>
                                        </p:tgtEl>
                                        <p:attrNameLst>
                                          <p:attrName>ppt_x</p:attrName>
                                        </p:attrNameLst>
                                      </p:cBhvr>
                                      <p:tavLst>
                                        <p:tav tm="0">
                                          <p:val>
                                            <p:strVal val="#ppt_x"/>
                                          </p:val>
                                        </p:tav>
                                        <p:tav tm="100000">
                                          <p:val>
                                            <p:strVal val="#ppt_x"/>
                                          </p:val>
                                        </p:tav>
                                      </p:tavLst>
                                    </p:anim>
                                    <p:anim calcmode="lin" valueType="num">
                                      <p:cBhvr additive="base">
                                        <p:cTn id="38" dur="500" fill="hold"/>
                                        <p:tgtEl>
                                          <p:spTgt spid="7"/>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8"/>
                                        </p:tgtEl>
                                        <p:attrNameLst>
                                          <p:attrName>style.visibility</p:attrName>
                                        </p:attrNameLst>
                                      </p:cBhvr>
                                      <p:to>
                                        <p:strVal val="visible"/>
                                      </p:to>
                                    </p:set>
                                    <p:anim calcmode="lin" valueType="num">
                                      <p:cBhvr additive="base">
                                        <p:cTn id="41" dur="500" fill="hold"/>
                                        <p:tgtEl>
                                          <p:spTgt spid="8"/>
                                        </p:tgtEl>
                                        <p:attrNameLst>
                                          <p:attrName>ppt_x</p:attrName>
                                        </p:attrNameLst>
                                      </p:cBhvr>
                                      <p:tavLst>
                                        <p:tav tm="0">
                                          <p:val>
                                            <p:strVal val="#ppt_x"/>
                                          </p:val>
                                        </p:tav>
                                        <p:tav tm="100000">
                                          <p:val>
                                            <p:strVal val="#ppt_x"/>
                                          </p:val>
                                        </p:tav>
                                      </p:tavLst>
                                    </p:anim>
                                    <p:anim calcmode="lin" valueType="num">
                                      <p:cBhvr additive="base">
                                        <p:cTn id="4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07950" y="188913"/>
            <a:ext cx="8578850" cy="6335713"/>
          </a:xfrm>
        </p:spPr>
        <p:txBody>
          <a:bodyPr vert="horz" wrap="square" lIns="91440" tIns="45720" rIns="91440" bIns="45720" numCol="1" anchor="t" anchorCtr="0" compatLnSpc="1">
            <a:normAutofit fontScale="85000" lnSpcReduction="20000"/>
          </a:bodyPr>
          <a:lstStyle/>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为了完全模拟普通的指针功能，针对智能指针类，还可以重载“</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”（对象间接访问）、“</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等操作符：</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20000"/>
              </a:lnSpc>
              <a:spcBef>
                <a:spcPct val="20000"/>
              </a:spcBef>
              <a:spcAft>
                <a:spcPct val="0"/>
              </a:spcAft>
              <a:buClr>
                <a:schemeClr val="tx1"/>
              </a:buClr>
              <a:buSzTx/>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class B  //</a:t>
            </a:r>
            <a:r>
              <a:rPr kumimoji="0" lang="zh-CN" altLang="en-GB"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智能指针类</a:t>
            </a:r>
            <a:endParaRPr kumimoji="0" lang="zh-CN" altLang="en-GB"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p_a</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public:</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B(A *p) </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p_a</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p; </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 </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*operator -&gt;() </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return </a:t>
            </a:r>
            <a:r>
              <a:rPr kumimoji="0" lang="en-US"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p_a</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 typeface="Wingdings" panose="05000000000000000000" pitchFamily="2" charset="2"/>
              <a:buNone/>
              <a:defRPr/>
            </a:pPr>
            <a:r>
              <a:rPr kumimoji="0" lang="en-GB" altLang="zh-CN" sz="24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rPr>
              <a:t>		</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A&amp;</a:t>
            </a:r>
            <a:r>
              <a:rPr kumimoji="0" lang="en-GB" altLang="zh-CN" sz="24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rPr>
              <a:t> operator *</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 typeface="Wingdings" panose="05000000000000000000" pitchFamily="2" charset="2"/>
              <a:buNone/>
              <a:defRPr/>
            </a:pP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return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p_a</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A&amp;</a:t>
            </a:r>
            <a:r>
              <a:rPr kumimoji="0" lang="en-GB" altLang="zh-CN" sz="24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rPr>
              <a:t> operator []</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 typeface="Wingdings" panose="05000000000000000000" pitchFamily="2" charset="2"/>
              <a:buNone/>
              <a:defRPr/>
            </a:pP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return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p_a</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rPr>
              <a:t>......</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
        <p:nvSpPr>
          <p:cNvPr id="4" name="Text Box 0"/>
          <p:cNvSpPr txBox="1">
            <a:spLocks noChangeArrowheads="1"/>
          </p:cNvSpPr>
          <p:nvPr/>
        </p:nvSpPr>
        <p:spPr bwMode="auto">
          <a:xfrm>
            <a:off x="5616575" y="1730375"/>
            <a:ext cx="3492500" cy="5016500"/>
          </a:xfrm>
          <a:prstGeom prst="rect">
            <a:avLst/>
          </a:prstGeom>
          <a:solidFill>
            <a:schemeClr val="bg1">
              <a:lumMod val="50000"/>
            </a:schemeClr>
          </a:solidFill>
          <a:ln w="9525">
            <a:noFill/>
            <a:miter lim="800000"/>
          </a:ln>
          <a:effectLst/>
        </p:spPr>
        <p:txBody>
          <a:bodyPr>
            <a:spAutoFit/>
          </a:bodyPr>
          <a:lstStyle/>
          <a:p>
            <a:pPr marR="0" defTabSz="527050" eaLnBrk="1" hangingPunct="1">
              <a:buClrTx/>
              <a:buSzTx/>
              <a:buFont typeface="Wingdings" panose="05000000000000000000" pitchFamily="2" charset="2"/>
              <a:buNone/>
              <a:defRPr/>
            </a:pPr>
            <a:r>
              <a:rPr kumimoji="0" lang="en-GB"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A a[10];</a:t>
            </a:r>
            <a:endParaRPr kumimoji="0" lang="en-GB"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defTabSz="527050" eaLnBrk="1" hangingPunct="1">
              <a:buClrTx/>
              <a:buSzTx/>
              <a:buFont typeface="Wingdings" panose="05000000000000000000" pitchFamily="2" charset="2"/>
              <a:buNone/>
              <a:defRPr/>
            </a:pPr>
            <a:r>
              <a:rPr kumimoji="0" lang="en-GB"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A *p=&amp;a[0]; //</a:t>
            </a:r>
            <a:r>
              <a:rPr kumimoji="0" lang="zh-CN" altLang="en-US"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普通指针</a:t>
            </a:r>
            <a:endParaRPr kumimoji="0" lang="en-GB"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defTabSz="527050" eaLnBrk="1" hangingPunct="1">
              <a:buClrTx/>
              <a:buSzTx/>
              <a:buFont typeface="Wingdings" panose="05000000000000000000" pitchFamily="2" charset="2"/>
              <a:buNone/>
              <a:defRPr/>
            </a:pPr>
            <a:r>
              <a:rPr kumimoji="0" lang="en-GB"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p-&gt;f();</a:t>
            </a: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 //a[0].f();</a:t>
            </a:r>
            <a:endParaRPr kumimoji="0" lang="en-GB"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defTabSz="527050" eaLnBrk="1" hangingPunct="1">
              <a:buClrTx/>
              <a:buSzTx/>
              <a:buFont typeface="Wingdings" panose="05000000000000000000" pitchFamily="2" charset="2"/>
              <a:buNone/>
              <a:defRPr/>
            </a:pPr>
            <a:r>
              <a:rPr kumimoji="0" lang="en-GB"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(*p).f();</a:t>
            </a: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 //a[0].f();</a:t>
            </a:r>
            <a:endParaRPr kumimoji="0" lang="en-GB"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defTabSz="527050" eaLnBrk="1" hangingPunct="1">
              <a:buClrTx/>
              <a:buSzTx/>
              <a:buFont typeface="Wingdings" panose="05000000000000000000" pitchFamily="2" charset="2"/>
              <a:buNone/>
              <a:defRPr/>
            </a:pPr>
            <a:r>
              <a:rPr kumimoji="0" lang="en-GB"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p[2].f();</a:t>
            </a: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 //a[2].f();</a:t>
            </a:r>
            <a:endPar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defTabSz="527050" eaLnBrk="1" hangingPunct="1">
              <a:buClrTx/>
              <a:buSzTx/>
              <a:buFont typeface="Wingdings" panose="05000000000000000000" pitchFamily="2" charset="2"/>
              <a:buNone/>
              <a:defRPr/>
            </a:pP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p=p+1;</a:t>
            </a:r>
            <a:endPar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defTabSz="527050" eaLnBrk="1" hangingPunct="1">
              <a:buClrTx/>
              <a:buSzTx/>
              <a:buFont typeface="Wingdings" panose="05000000000000000000" pitchFamily="2" charset="2"/>
              <a:buNone/>
              <a:defRPr/>
            </a:pP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p++;</a:t>
            </a:r>
            <a:endParaRPr kumimoji="0" lang="en-GB"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defTabSz="527050" eaLnBrk="1" hangingPunct="1">
              <a:buClrTx/>
              <a:buSzTx/>
              <a:buFont typeface="Wingdings" panose="05000000000000000000" pitchFamily="2" charset="2"/>
              <a:buNone/>
              <a:defRPr/>
            </a:pP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a:t>
            </a:r>
            <a:r>
              <a:rPr kumimoji="0" lang="en-GB"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 </a:t>
            </a:r>
            <a:endParaRPr kumimoji="0" lang="en-GB"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defTabSz="527050" eaLnBrk="1" hangingPunct="1">
              <a:buClrTx/>
              <a:buSzTx/>
              <a:buFont typeface="Wingdings" panose="05000000000000000000" pitchFamily="2" charset="2"/>
              <a:buNone/>
              <a:defRPr/>
            </a:pPr>
            <a:r>
              <a:rPr kumimoji="0" lang="en-GB"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B </a:t>
            </a:r>
            <a:r>
              <a:rPr kumimoji="0" lang="en-GB" altLang="zh-CN" sz="2000" kern="1200" cap="none" spc="0" normalizeH="0" baseline="0" noProof="0" dirty="0">
                <a:solidFill>
                  <a:srgbClr val="FFC000"/>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b</a:t>
            </a:r>
            <a:r>
              <a:rPr kumimoji="0" lang="en-GB"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(&amp;a[0]); //</a:t>
            </a:r>
            <a:r>
              <a:rPr kumimoji="0" lang="zh-CN" altLang="en-US"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智能指针</a:t>
            </a:r>
            <a:endPar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defTabSz="527050" eaLnBrk="1" hangingPunct="1">
              <a:buClrTx/>
              <a:buSzTx/>
              <a:buFont typeface="Wingdings" panose="05000000000000000000" pitchFamily="2" charset="2"/>
              <a:buNone/>
              <a:defRPr/>
            </a:pP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	//</a:t>
            </a:r>
            <a:r>
              <a:rPr kumimoji="0" lang="zh-CN" altLang="en-US"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可写成：</a:t>
            </a:r>
            <a:r>
              <a:rPr kumimoji="0" lang="en-GB"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B b=&amp;a[0];</a:t>
            </a:r>
            <a:endParaRPr kumimoji="0" lang="en-GB"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defTabSz="527050" eaLnBrk="1" hangingPunct="1">
              <a:buClrTx/>
              <a:buSzTx/>
              <a:buFont typeface="Wingdings" panose="05000000000000000000" pitchFamily="2" charset="2"/>
              <a:buNone/>
              <a:defRPr/>
            </a:pPr>
            <a:r>
              <a:rPr kumimoji="0" lang="en-GB"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b-&gt;f();</a:t>
            </a: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 //a[0].f();</a:t>
            </a:r>
            <a:endParaRPr kumimoji="0" lang="en-GB"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defTabSz="527050" eaLnBrk="1" hangingPunct="1">
              <a:buClrTx/>
              <a:buSzTx/>
              <a:buFont typeface="Wingdings" panose="05000000000000000000" pitchFamily="2" charset="2"/>
              <a:buNone/>
              <a:defRPr/>
            </a:pP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a:t>
            </a:r>
            <a:r>
              <a:rPr kumimoji="0" lang="zh-CN" altLang="en-US"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a:t>
            </a: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b).f(); //a[0].f();</a:t>
            </a:r>
            <a:endPar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defTabSz="527050" eaLnBrk="1" hangingPunct="1">
              <a:buClrTx/>
              <a:buSzTx/>
              <a:buFontTx/>
              <a:buNone/>
              <a:defRPr/>
            </a:pPr>
            <a:r>
              <a:rPr kumimoji="0" lang="en-GB"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b[2].f(); //a[2].f();</a:t>
            </a:r>
            <a:endParaRPr kumimoji="0" lang="en-GB"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defTabSz="527050" eaLnBrk="1" hangingPunct="1">
              <a:buClrTx/>
              <a:buSzTx/>
              <a:buFontTx/>
              <a:buNone/>
              <a:defRPr/>
            </a:pPr>
            <a:r>
              <a:rPr kumimoji="0" lang="en-GB"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b=b+1;</a:t>
            </a:r>
            <a:endParaRPr kumimoji="0" lang="en-GB"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defTabSz="527050" eaLnBrk="1" hangingPunct="1">
              <a:buClrTx/>
              <a:buSzTx/>
              <a:buFontTx/>
              <a:buNone/>
              <a:defRPr/>
            </a:pPr>
            <a:r>
              <a:rPr kumimoji="0" lang="en-GB"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b++</a:t>
            </a:r>
            <a:endParaRPr kumimoji="0" lang="en-GB"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defTabSz="527050" eaLnBrk="1" hangingPunct="1">
              <a:buClrTx/>
              <a:buSzTx/>
              <a:buFont typeface="Wingdings" panose="05000000000000000000" pitchFamily="2" charset="2"/>
              <a:buNone/>
              <a:defRPr/>
            </a:pPr>
            <a:r>
              <a:rPr kumimoji="0" lang="en-GB"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a:t>
            </a:r>
            <a:endParaRPr kumimoji="0" lang="en-GB"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8578" name="Rectangle 2"/>
          <p:cNvSpPr>
            <a:spLocks noGrp="1" noChangeArrowheads="1"/>
          </p:cNvSpPr>
          <p:nvPr>
            <p:ph type="title"/>
          </p:nvPr>
        </p:nvSpPr>
        <p:spPr>
          <a:xfrm>
            <a:off x="457200" y="115888"/>
            <a:ext cx="8229600" cy="1139825"/>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重载函数调用操作符“</a:t>
            </a:r>
            <a:r>
              <a:rPr kumimoji="0" lang="en-US" altLang="zh-CN" sz="40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a:t>
            </a:r>
            <a:r>
              <a:rPr kumimoji="0" lang="zh-CN" altLang="en-US" sz="40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a:t>
            </a:r>
            <a:r>
              <a:rPr kumimoji="0" lang="en-US" altLang="zh-CN" sz="40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 </a:t>
            </a:r>
            <a:br>
              <a:rPr kumimoji="0" lang="en-US" altLang="zh-CN" sz="40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br>
            <a:r>
              <a:rPr kumimoji="0" lang="en-US" altLang="zh-CN" sz="40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a:t>
            </a:r>
            <a:r>
              <a:rPr kumimoji="0" lang="zh-CN" altLang="en-US" sz="40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函数对象</a:t>
            </a:r>
            <a:endParaRPr kumimoji="0" lang="en-US" altLang="zh-CN" sz="40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408579" name="Rectangle 3"/>
          <p:cNvSpPr>
            <a:spLocks noGrp="1" noChangeArrowheads="1"/>
          </p:cNvSpPr>
          <p:nvPr>
            <p:ph idx="1"/>
          </p:nvPr>
        </p:nvSpPr>
        <p:spPr>
          <a:xfrm>
            <a:off x="457200" y="1412875"/>
            <a:ext cx="8362950" cy="5329238"/>
          </a:xfrm>
        </p:spPr>
        <p:txBody>
          <a:bodyPr vert="horz" wrap="square" lIns="91440" tIns="45720" rIns="91440" bIns="45720" numCol="1" anchor="t" anchorCtr="0" compatLnSpc="1">
            <a:normAutofit fontScale="92500" lnSpcReduction="10000"/>
          </a:bodyPr>
          <a:lstStyle/>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在</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中，把函数调用也作为一种操作符来看待：</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Char char="•"/>
              <a:defRPr/>
            </a:pP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操作符为</a:t>
            </a:r>
            <a:r>
              <a:rPr kumimoji="0" lang="en-US" altLang="zh-CN"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，操作数为</a:t>
            </a:r>
            <a:r>
              <a:rPr kumimoji="0" lang="zh-CN" altLang="en-US" sz="20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函数</a:t>
            </a:r>
            <a:r>
              <a:rPr kumimoji="0" lang="zh-CN" altLang="en-US"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名</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及</a:t>
            </a:r>
            <a:r>
              <a:rPr kumimoji="0" lang="zh-CN" altLang="en-US"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各个实参</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，结果为函数</a:t>
            </a:r>
            <a:r>
              <a:rPr kumimoji="0" lang="zh-CN" altLang="en-US"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返回值</a:t>
            </a:r>
            <a:endParaRPr kumimoji="0" lang="en-US" altLang="zh-CN"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Char char="•"/>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z = </a:t>
            </a:r>
            <a:r>
              <a:rPr kumimoji="0" lang="en-US" altLang="zh-CN" sz="2000" b="0" i="0" u="none" strike="noStrike" kern="0" cap="none" spc="0" normalizeH="0" baseline="0" noProof="0" dirty="0" smtClean="0">
                <a:ln>
                  <a:noFill/>
                </a:ln>
                <a:solidFill>
                  <a:srgbClr val="99FF99"/>
                </a:solidFill>
                <a:effectLst>
                  <a:outerShdw blurRad="38100" dist="38100" dir="2700000" algn="tl">
                    <a:srgbClr val="000000"/>
                  </a:outerShdw>
                </a:effectLst>
                <a:uLnTx/>
                <a:uFillTx/>
                <a:latin typeface="+mn-lt"/>
                <a:ea typeface="+mn-ea"/>
              </a:rPr>
              <a:t>f</a:t>
            </a:r>
            <a:r>
              <a:rPr kumimoji="0" lang="en-US" altLang="zh-CN"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r>
              <a:rPr kumimoji="0" lang="en-US" altLang="zh-CN" sz="2000" b="0" i="0" u="none" strike="noStrike" kern="0" cap="none" spc="0" normalizeH="0" baseline="0" noProof="0" dirty="0" err="1" smtClean="0">
                <a:ln>
                  <a:noFill/>
                </a:ln>
                <a:solidFill>
                  <a:srgbClr val="99FF99"/>
                </a:solidFill>
                <a:effectLst>
                  <a:outerShdw blurRad="38100" dist="38100" dir="2700000" algn="tl">
                    <a:srgbClr val="000000"/>
                  </a:outerShdw>
                </a:effectLst>
                <a:uLnTx/>
                <a:uFillTx/>
                <a:latin typeface="+mn-lt"/>
                <a:ea typeface="+mn-ea"/>
              </a:rPr>
              <a:t>x</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a:t>
            </a:r>
            <a:r>
              <a:rPr kumimoji="0" lang="en-US" altLang="zh-CN" sz="2000" b="0" i="0" u="none" strike="noStrike" kern="0" cap="none" spc="0" normalizeH="0" baseline="0" noProof="0" dirty="0" err="1" smtClean="0">
                <a:ln>
                  <a:noFill/>
                </a:ln>
                <a:solidFill>
                  <a:srgbClr val="99FF99"/>
                </a:solidFill>
                <a:effectLst>
                  <a:outerShdw blurRad="38100" dist="38100" dir="2700000" algn="tl">
                    <a:srgbClr val="000000"/>
                  </a:outerShdw>
                </a:effectLst>
                <a:uLnTx/>
                <a:uFillTx/>
                <a:latin typeface="+mn-lt"/>
                <a:ea typeface="+mn-ea"/>
              </a:rPr>
              <a:t>y</a:t>
            </a:r>
            <a:r>
              <a:rPr kumimoji="0" lang="en-US" altLang="zh-CN"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重载函数调用操作符之后，相应类的对象就可当作函数来使用了。例如：</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80000"/>
              </a:lnSpc>
              <a:spcBef>
                <a:spcPct val="20000"/>
              </a:spcBef>
              <a:spcAft>
                <a:spcPct val="0"/>
              </a:spcAft>
              <a:buClr>
                <a:schemeClr val="tx1"/>
              </a:buClr>
              <a:buSzTx/>
              <a:buFontTx/>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class A</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80000"/>
              </a:lnSpc>
              <a:spcBef>
                <a:spcPct val="20000"/>
              </a:spcBef>
              <a:spcAft>
                <a:spcPct val="0"/>
              </a:spcAft>
              <a:buClr>
                <a:schemeClr val="tx1"/>
              </a:buClr>
              <a:buSzTx/>
              <a:buFontTx/>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value;</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80000"/>
              </a:lnSpc>
              <a:spcBef>
                <a:spcPct val="20000"/>
              </a:spcBef>
              <a:spcAft>
                <a:spcPct val="0"/>
              </a:spcAft>
              <a:buClr>
                <a:schemeClr val="tx1"/>
              </a:buClr>
              <a:buSzTx/>
              <a:buFontTx/>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public:</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80000"/>
              </a:lnSpc>
              <a:spcBef>
                <a:spcPct val="20000"/>
              </a:spcBef>
              <a:spcAft>
                <a:spcPct val="0"/>
              </a:spcAft>
              <a:buClr>
                <a:schemeClr val="tx1"/>
              </a:buClr>
              <a:buSzTx/>
              <a:buFontTx/>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 { value = 0; }</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80000"/>
              </a:lnSpc>
              <a:spcBef>
                <a:spcPct val="20000"/>
              </a:spcBef>
              <a:spcAft>
                <a:spcPct val="0"/>
              </a:spcAft>
              <a:buClr>
                <a:schemeClr val="tx1"/>
              </a:buClr>
              <a:buSzTx/>
              <a:buFontTx/>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value = </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80000"/>
              </a:lnSpc>
              <a:spcBef>
                <a:spcPct val="20000"/>
              </a:spcBef>
              <a:spcAft>
                <a:spcPct val="0"/>
              </a:spcAft>
              <a:buClr>
                <a:schemeClr val="tx1"/>
              </a:buClr>
              <a:buSzTx/>
              <a:buFontTx/>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operator () </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000" b="0" i="0" u="none" strike="noStrike" kern="0" cap="none" spc="0" normalizeH="0" baseline="0" noProof="0" dirty="0" smtClean="0">
                <a:ln>
                  <a:noFill/>
                </a:ln>
                <a:solidFill>
                  <a:srgbClr val="99FF99"/>
                </a:solidFill>
                <a:effectLst>
                  <a:outerShdw blurRad="38100" dist="38100" dir="2700000" algn="tl">
                    <a:srgbClr val="000000"/>
                  </a:outerShdw>
                </a:effectLst>
                <a:uLnTx/>
                <a:uFillTx/>
                <a:latin typeface="+mn-lt"/>
                <a:ea typeface="+mn-ea"/>
              </a:rPr>
              <a:t>x</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函数调用操作符</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的重载函数</a:t>
            </a:r>
            <a:endPar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80000"/>
              </a:lnSpc>
              <a:spcBef>
                <a:spcPct val="20000"/>
              </a:spcBef>
              <a:spcAft>
                <a:spcPct val="0"/>
              </a:spcAft>
              <a:buClr>
                <a:schemeClr val="tx1"/>
              </a:buClr>
              <a:buSzTx/>
              <a:buFontTx/>
              <a:buNone/>
              <a:defRPr/>
            </a:pP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return </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x+value</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80000"/>
              </a:lnSpc>
              <a:spcBef>
                <a:spcPct val="20000"/>
              </a:spcBef>
              <a:spcAft>
                <a:spcPct val="0"/>
              </a:spcAft>
              <a:buClr>
                <a:schemeClr val="tx1"/>
              </a:buClr>
              <a:buSzTx/>
              <a:buFontTx/>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80000"/>
              </a:lnSpc>
              <a:spcBef>
                <a:spcPct val="20000"/>
              </a:spcBef>
              <a:spcAft>
                <a:spcPct val="0"/>
              </a:spcAft>
              <a:buClr>
                <a:schemeClr val="tx1"/>
              </a:buClr>
              <a:buSzTx/>
              <a:buFontTx/>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80000"/>
              </a:lnSpc>
              <a:spcBef>
                <a:spcPct val="20000"/>
              </a:spcBef>
              <a:spcAft>
                <a:spcPct val="0"/>
              </a:spcAft>
              <a:buClr>
                <a:schemeClr val="tx1"/>
              </a:buClr>
              <a:buSzTx/>
              <a:buFontTx/>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80000"/>
              </a:lnSpc>
              <a:spcBef>
                <a:spcPct val="20000"/>
              </a:spcBef>
              <a:spcAft>
                <a:spcPct val="0"/>
              </a:spcAft>
              <a:buClr>
                <a:schemeClr val="tx1"/>
              </a:buClr>
              <a:buSzTx/>
              <a:buFontTx/>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 a(3); //a</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是个对象，但可以当函数来使用它</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80000"/>
              </a:lnSpc>
              <a:spcBef>
                <a:spcPct val="20000"/>
              </a:spcBef>
              <a:spcAft>
                <a:spcPct val="0"/>
              </a:spcAft>
              <a:buClr>
                <a:schemeClr val="tx1"/>
              </a:buClr>
              <a:buSzTx/>
              <a:buFontTx/>
              <a:buNone/>
              <a:defRPr/>
            </a:pP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cout</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&lt;&lt; </a:t>
            </a:r>
            <a:r>
              <a:rPr kumimoji="0" lang="en-US" altLang="zh-CN" sz="2000" b="0" i="0" u="none" strike="noStrike" kern="0" cap="none" spc="0" normalizeH="0" baseline="0" noProof="0" dirty="0" smtClean="0">
                <a:ln>
                  <a:noFill/>
                </a:ln>
                <a:solidFill>
                  <a:srgbClr val="99FF99"/>
                </a:solidFill>
                <a:effectLst>
                  <a:outerShdw blurRad="38100" dist="38100" dir="2700000" algn="tl">
                    <a:srgbClr val="000000"/>
                  </a:outerShdw>
                </a:effectLst>
                <a:uLnTx/>
                <a:uFillTx/>
                <a:latin typeface="+mn-lt"/>
                <a:ea typeface="+mn-ea"/>
              </a:rPr>
              <a:t>a</a:t>
            </a:r>
            <a:r>
              <a:rPr kumimoji="0" lang="en-US" altLang="zh-CN"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r>
              <a:rPr kumimoji="0" lang="en-US" altLang="zh-CN" sz="2000" b="0" i="0" u="none" strike="noStrike" kern="0" cap="none" spc="0" normalizeH="0" baseline="0" noProof="0" dirty="0" smtClean="0">
                <a:ln>
                  <a:noFill/>
                </a:ln>
                <a:solidFill>
                  <a:srgbClr val="99FF99"/>
                </a:solidFill>
                <a:effectLst>
                  <a:outerShdw blurRad="38100" dist="38100" dir="2700000" algn="tl">
                    <a:srgbClr val="000000"/>
                  </a:outerShdw>
                </a:effectLst>
                <a:uLnTx/>
                <a:uFillTx/>
                <a:latin typeface="+mn-lt"/>
                <a:ea typeface="+mn-ea"/>
              </a:rPr>
              <a:t>10</a:t>
            </a:r>
            <a:r>
              <a:rPr kumimoji="0" lang="en-US" altLang="zh-CN"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&lt;&lt; </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endl</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//a(10)</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将会去调用</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中的函数调用操</a:t>
            </a:r>
            <a:r>
              <a:rPr kumimoji="0" lang="zh-CN" altLang="en-US"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作符</a:t>
            </a:r>
            <a:endPar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80000"/>
              </a:lnSpc>
              <a:spcBef>
                <a:spcPct val="20000"/>
              </a:spcBef>
              <a:spcAft>
                <a:spcPct val="0"/>
              </a:spcAft>
              <a:buClr>
                <a:schemeClr val="tx1"/>
              </a:buClr>
              <a:buSzTx/>
              <a:buFontTx/>
              <a:buNone/>
              <a:defRPr/>
            </a:pP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重载函数，</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10</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作为实参，返回</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13</a:t>
            </a:r>
            <a:endPar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03" name="Rectangle 3"/>
          <p:cNvSpPr>
            <a:spLocks noGrp="1" noChangeArrowheads="1"/>
          </p:cNvSpPr>
          <p:nvPr>
            <p:ph idx="1"/>
          </p:nvPr>
        </p:nvSpPr>
        <p:spPr>
          <a:xfrm>
            <a:off x="457200" y="333375"/>
            <a:ext cx="8229600" cy="6191250"/>
          </a:xfrm>
        </p:spPr>
        <p:txBody>
          <a:bodyPr vert="horz" wrap="square" lIns="91440" tIns="45720" rIns="91440" bIns="45720" numCol="1" anchor="t" anchorCtr="0" compatLnSpc="1">
            <a:normAutofit/>
          </a:bodyPr>
          <a:lstStyle/>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函数调用操作符</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重载主要用于具有函数性质的</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对象（</a:t>
            </a:r>
            <a:r>
              <a:rPr kumimoji="0" lang="zh-CN" altLang="en-US" sz="2400" b="0" i="0" u="none" strike="noStrike" kern="0" cap="none" spc="0" normalizeH="0" baseline="0" noProof="0" dirty="0">
                <a:ln>
                  <a:noFill/>
                </a:ln>
                <a:solidFill>
                  <a:schemeClr val="folHlink"/>
                </a:solidFill>
                <a:effectLst>
                  <a:outerShdw blurRad="38100" dist="38100" dir="2700000" algn="tl">
                    <a:srgbClr val="000000"/>
                  </a:outerShdw>
                </a:effectLst>
                <a:uLnTx/>
                <a:uFillTx/>
                <a:latin typeface="+mn-lt"/>
                <a:ea typeface="+mn-ea"/>
                <a:cs typeface="+mn-cs"/>
              </a:rPr>
              <a:t>函数对象</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2400" b="0" i="0" u="none" strike="noStrike" kern="0" cap="none" spc="0" normalizeH="0" baseline="0" noProof="0" dirty="0" err="1">
                <a:ln>
                  <a:noFill/>
                </a:ln>
                <a:solidFill>
                  <a:schemeClr val="folHlink"/>
                </a:solidFill>
                <a:effectLst>
                  <a:outerShdw blurRad="38100" dist="38100" dir="2700000" algn="tl">
                    <a:srgbClr val="000000"/>
                  </a:outerShdw>
                </a:effectLst>
                <a:uLnTx/>
                <a:uFillTx/>
                <a:latin typeface="+mn-lt"/>
                <a:ea typeface="+mn-ea"/>
                <a:cs typeface="+mn-cs"/>
              </a:rPr>
              <a:t>functor</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），该对象通常只有</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一个</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操作，它除了</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具有一般函数的行为外，它还可以拥有</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状态。例如，下面是一个能产生随机数的对象：</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class </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RandomNum</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unsigned </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seed</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zh-CN" altLang="en-US"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状态</a:t>
            </a:r>
            <a:endParaRPr kumimoji="0" lang="en-US" altLang="zh-CN"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public:</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RandomNum</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(unsigned </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 seed = </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unsigned </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operator ()</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函数调用操作符重载</a:t>
            </a:r>
            <a:endPar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seed = (25173*seed+13849)%65536;</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return seed;</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RandomNum </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random_num</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(1); //</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创建一个函数对象</a:t>
            </a:r>
            <a:endPar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20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cs typeface="+mn-cs"/>
              </a:rPr>
              <a:t>random_num</a:t>
            </a:r>
            <a:r>
              <a:rPr kumimoji="0" lang="en-US" altLang="zh-CN"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利用函数对象产生一个随机数</a:t>
            </a:r>
            <a:endPar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395288" y="333375"/>
            <a:ext cx="8353425" cy="6335713"/>
          </a:xfrm>
        </p:spPr>
        <p:txBody>
          <a:bodyPr vert="horz" wrap="square" lIns="91440" tIns="45720" rIns="91440" bIns="45720" numCol="1" anchor="t" anchorCtr="0" compatLnSpc="1">
            <a:normAutofit fontScale="92500" lnSpcReduction="10000"/>
          </a:bodyPr>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在</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C++</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中，</a:t>
            </a:r>
            <a:r>
              <a:rPr kumimoji="0" lang="en-US" altLang="zh-CN" sz="3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λ</a:t>
            </a:r>
            <a:r>
              <a:rPr kumimoji="0" lang="zh-CN" altLang="en-US" sz="3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表达式</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是通过函数对象来实现</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对于下面的</a:t>
            </a:r>
            <a:r>
              <a:rPr kumimoji="0" lang="el-GR"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λ</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表达式：</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45720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x)-&gt;</a:t>
            </a:r>
            <a:r>
              <a:rPr kumimoji="0" lang="en-US" altLang="zh-CN" sz="28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 ....... }</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首先，隐式定义一个类：</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a:pP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数据</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成员对应</a:t>
            </a:r>
            <a:r>
              <a:rPr kumimoji="0" lang="el-GR"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λ</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表达式中用到的环境</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变量</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，用构造</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函数</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对它们进行初始化</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a:pP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按相应</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λ</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表达式的功能</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重载</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了函数调用</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操作符。</a:t>
            </a:r>
            <a:endPar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然后，创建上述类的一个临时对象（设为</a:t>
            </a:r>
            <a:r>
              <a:rPr kumimoji="0" lang="en-US" altLang="zh-CN" sz="28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obj</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最后，在使用上述</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λ</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表达式的地方用该对象来替代：</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a:pP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作用于实参进行函数调用</a:t>
            </a:r>
            <a:endPar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914400" marR="0" lvl="2" indent="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None/>
              <a:defRPr/>
            </a:pP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cout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&lt;&lt; </a:t>
            </a:r>
            <a:r>
              <a:rPr kumimoji="0" lang="en-US"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r>
              <a:rPr kumimoji="0" lang="en-US" altLang="zh-CN" sz="2400" b="0" i="0" u="none" strike="noStrike" kern="0" cap="none" spc="0" normalizeH="0" baseline="0" noProof="0" dirty="0" err="1">
                <a:ln>
                  <a:noFill/>
                </a:ln>
                <a:solidFill>
                  <a:srgbClr val="FFC000"/>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 x)-&gt;</a:t>
            </a:r>
            <a:r>
              <a:rPr kumimoji="0" lang="en-US" altLang="zh-CN" sz="2400" b="0" i="0" u="none" strike="noStrike" kern="0" cap="none" spc="0" normalizeH="0" baseline="0" noProof="0" dirty="0" err="1">
                <a:ln>
                  <a:noFill/>
                </a:ln>
                <a:solidFill>
                  <a:srgbClr val="FFC000"/>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 { ....... </a:t>
            </a:r>
            <a:r>
              <a:rPr kumimoji="0" lang="en-US"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(3);</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914400" marR="0" lvl="2" indent="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None/>
              <a:defRPr/>
            </a:pP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cout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&lt;&lt; </a:t>
            </a:r>
            <a:r>
              <a:rPr kumimoji="0" lang="en-US" altLang="zh-CN" sz="2400" b="0" i="0" u="none" strike="noStrike" kern="0" cap="none" spc="0" normalizeH="0" baseline="0" noProof="0" dirty="0" err="1">
                <a:ln>
                  <a:noFill/>
                </a:ln>
                <a:solidFill>
                  <a:srgbClr val="FFC000"/>
                </a:solidFill>
                <a:effectLst>
                  <a:outerShdw blurRad="38100" dist="38100" dir="2700000" algn="tl">
                    <a:srgbClr val="000000"/>
                  </a:outerShdw>
                </a:effectLst>
                <a:uLnTx/>
                <a:uFillTx/>
                <a:latin typeface="+mn-lt"/>
                <a:ea typeface="+mn-ea"/>
              </a:rPr>
              <a:t>obj</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(3);</a:t>
            </a:r>
            <a:endPar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a:pP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传给其它</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函数</a:t>
            </a:r>
            <a:endPar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914400" marR="0" lvl="2" indent="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f(</a:t>
            </a:r>
            <a:r>
              <a:rPr kumimoji="0" lang="en-US"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r>
              <a:rPr kumimoji="0" lang="en-US" altLang="zh-CN" sz="2400" b="0" i="0" u="none" strike="noStrike" kern="0" cap="none" spc="0" normalizeH="0" baseline="0" noProof="0" dirty="0" err="1">
                <a:ln>
                  <a:noFill/>
                </a:ln>
                <a:solidFill>
                  <a:srgbClr val="FFC000"/>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 x)-&gt;</a:t>
            </a:r>
            <a:r>
              <a:rPr kumimoji="0" lang="en-US" altLang="zh-CN" sz="2400" b="0" i="0" u="none" strike="noStrike" kern="0" cap="none" spc="0" normalizeH="0" baseline="0" noProof="0" dirty="0" err="1">
                <a:ln>
                  <a:noFill/>
                </a:ln>
                <a:solidFill>
                  <a:srgbClr val="FFC000"/>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 { ....... </a:t>
            </a:r>
            <a:r>
              <a:rPr kumimoji="0" lang="en-US"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914400" marR="0" lvl="2" indent="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f(</a:t>
            </a:r>
            <a:r>
              <a:rPr kumimoji="0" lang="en-US" altLang="zh-CN" sz="24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rPr>
              <a:t>obj</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7200" y="44450"/>
            <a:ext cx="8229600" cy="1139825"/>
          </a:xfrm>
        </p:spPr>
        <p:txBody>
          <a:bodyPr vert="horz" wrap="square" lIns="91440" tIns="45720" rIns="91440" bIns="45720" numCol="1" anchor="ctr" anchorCtr="1"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GB"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操作符</a:t>
            </a:r>
            <a:r>
              <a:rPr kumimoji="0" lang="en-GB" altLang="zh-CN"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new</a:t>
            </a:r>
            <a:r>
              <a:rPr kumimoji="0" lang="zh-CN" altLang="en-GB"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与</a:t>
            </a:r>
            <a:r>
              <a:rPr kumimoji="0" lang="en-GB" altLang="zh-CN"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delete</a:t>
            </a:r>
            <a:r>
              <a:rPr kumimoji="0" lang="zh-CN" altLang="en-GB"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的重载</a:t>
            </a:r>
            <a:endParaRPr kumimoji="0" lang="zh-CN" altLang="en-US"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 name="内容占位符 2"/>
          <p:cNvSpPr>
            <a:spLocks noGrp="1"/>
          </p:cNvSpPr>
          <p:nvPr>
            <p:ph idx="1"/>
          </p:nvPr>
        </p:nvSpPr>
        <p:spPr>
          <a:xfrm>
            <a:off x="457200" y="1341438"/>
            <a:ext cx="8229600" cy="5256213"/>
          </a:xfrm>
        </p:spPr>
        <p:txBody>
          <a:bodyPr vert="horz" wrap="square" lIns="91440" tIns="45720" rIns="91440" bIns="45720" numCol="1" anchor="t" anchorCtr="0" compatLnSpc="1">
            <a:normAutofit fontScale="92500" lnSpcReduction="10000"/>
          </a:bodyPr>
          <a:lstStyle/>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操作符</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new</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和</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delete</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用于创建和撤销动态对象：</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457200" marR="0" lvl="1" indent="0" algn="l" defTabSz="914400" rtl="0" eaLnBrk="0" fontAlgn="base" latinLnBrk="0" hangingPunct="0">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 </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p=</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new</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0" fontAlgn="base" latinLnBrk="0" hangingPunct="0">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0" fontAlgn="base" latinLnBrk="0" hangingPunct="0">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delete</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p;</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操作符</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new</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有两个功能：</a:t>
            </a: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为动态对象分配空间</a:t>
            </a:r>
            <a:endPar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调用对象类的构造函数</a:t>
            </a:r>
            <a:endPar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操作符</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delete</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也有两个功能：</a:t>
            </a: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调用对象类的析构函数</a:t>
            </a:r>
            <a:endPar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释放动态对象的空间 </a:t>
            </a:r>
            <a:endPar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1123950"/>
            <a:ext cx="8229600" cy="4826000"/>
          </a:xfrm>
        </p:spPr>
        <p:txBody>
          <a:bodyPr vert="horz" wrap="square" lIns="91440" tIns="45720" rIns="91440" bIns="45720" numCol="1" anchor="t" anchorCtr="0" compatLnSpc="1">
            <a:normAutofit fontScale="85000" lnSpcReduction="10000"/>
          </a:bodyPr>
          <a:lstStyle/>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系统提供的</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new</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和</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delete</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操作所涉及的空间分配和释放是通过系统的堆区管理系统来进行的，它要考虑各种大小的空间分配与释放，对某个类而言，效率常常不高。</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可以针对某个类重载操作符</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new</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和</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delete</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，使得</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该类</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能</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以自己的方式</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来实现动态</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对象</a:t>
            </a:r>
            <a:r>
              <a:rPr kumimoji="0" lang="zh-CN" altLang="en-US" sz="3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空间</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的</a:t>
            </a:r>
            <a:r>
              <a:rPr kumimoji="0" lang="zh-CN" altLang="en-US" sz="3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分配</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和</a:t>
            </a:r>
            <a:r>
              <a:rPr kumimoji="0" lang="zh-CN" altLang="en-US" sz="3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释放</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功能。</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注意：</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重载</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操作符</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new</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和</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delete</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时，重载的是它们的分配空间和释放空间的功能，不影响对构造函数和析构函数的调用。 </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2738" name="Rectangle 2"/>
          <p:cNvSpPr>
            <a:spLocks noGrp="1" noChangeArrowheads="1"/>
          </p:cNvSpPr>
          <p:nvPr>
            <p:ph type="title"/>
          </p:nvPr>
        </p:nvSpPr>
        <p:spPr>
          <a:xfrm>
            <a:off x="457200" y="115888"/>
            <a:ext cx="8229600" cy="1139825"/>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GB"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rPr>
              <a:t>重载操作符</a:t>
            </a:r>
            <a:r>
              <a:rPr kumimoji="0" lang="en-GB" altLang="zh-CN"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rPr>
              <a:t>new</a:t>
            </a:r>
            <a:endParaRPr kumimoji="0" lang="zh-CN" altLang="zh-CN"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72739" name="Rectangle 3"/>
          <p:cNvSpPr>
            <a:spLocks noGrp="1" noChangeArrowheads="1"/>
          </p:cNvSpPr>
          <p:nvPr>
            <p:ph idx="1"/>
          </p:nvPr>
        </p:nvSpPr>
        <p:spPr>
          <a:xfrm>
            <a:off x="323850" y="1412875"/>
            <a:ext cx="8507413" cy="4895850"/>
          </a:xfrm>
        </p:spPr>
        <p:txBody>
          <a:bodyPr vert="horz" wrap="square" lIns="91440" tIns="45720" rIns="91440" bIns="45720" numCol="1" anchor="t" anchorCtr="0" compatLnSpc="1">
            <a:normAutofit/>
          </a:bodyPr>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操作符</a:t>
            </a:r>
            <a:r>
              <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new</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必须作为</a:t>
            </a:r>
            <a:r>
              <a:rPr kumimoji="0" lang="zh-CN" altLang="en-GB" sz="32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cs typeface="+mn-cs"/>
              </a:rPr>
              <a:t>静态的</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成员函数来重载（</a:t>
            </a:r>
            <a:r>
              <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static</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说明可以不写），其格式为： </a:t>
            </a:r>
            <a:endPar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457200" marR="0" lvl="1" indent="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void *</a:t>
            </a:r>
            <a:r>
              <a:rPr kumimoji="0" lang="en-GB"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operator new</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GB"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size_t</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size);</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返回类型必须为</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void *</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参数</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size</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表示</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对象</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所需空间的大小，其类型为</a:t>
            </a:r>
            <a:r>
              <a:rPr kumimoji="0" lang="en-GB"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size_t</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unsigned </a:t>
            </a:r>
            <a:r>
              <a:rPr kumimoji="0" lang="en-GB"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endPar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3762" name="Rectangle 2"/>
          <p:cNvSpPr>
            <a:spLocks noGrp="1" noChangeArrowheads="1"/>
          </p:cNvSpPr>
          <p:nvPr>
            <p:ph type="title"/>
          </p:nvPr>
        </p:nvSpPr>
        <p:spPr>
          <a:xfrm>
            <a:off x="457200" y="44450"/>
            <a:ext cx="8229600" cy="1139825"/>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例：把动态对象初始化为全‘</a:t>
            </a:r>
            <a:r>
              <a:rPr kumimoji="0" lang="en-US" altLang="zh-CN"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0</a:t>
            </a: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a:t>
            </a:r>
            <a:endParaRPr kumimoji="0" lang="en-US" altLang="zh-CN"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73763" name="Rectangle 3"/>
          <p:cNvSpPr>
            <a:spLocks noGrp="1" noChangeArrowheads="1"/>
          </p:cNvSpPr>
          <p:nvPr>
            <p:ph idx="1"/>
          </p:nvPr>
        </p:nvSpPr>
        <p:spPr>
          <a:xfrm>
            <a:off x="323850" y="1341438"/>
            <a:ext cx="8435975" cy="5256213"/>
          </a:xfrm>
        </p:spPr>
        <p:txBody>
          <a:bodyPr vert="horz" wrap="square" lIns="91440" tIns="45720" rIns="91440" bIns="45720" numCol="1" anchor="t" anchorCtr="0" compatLnSpc="1">
            <a:normAutofit/>
          </a:bodyPr>
          <a:lstStyle/>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tabLst>
                <a:tab pos="712470" algn="l"/>
              </a:tabLst>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#include &lt;</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cstring</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&gt;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tabLst>
                <a:tab pos="712470" algn="l"/>
              </a:tabLst>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class A</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tabLst>
                <a:tab pos="712470" algn="l"/>
              </a:tabLst>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x,y</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tabLst>
                <a:tab pos="712470" algn="l"/>
              </a:tabLst>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public:</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tabLst>
                <a:tab pos="712470" algn="l"/>
              </a:tabLst>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void *operator new(</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size_t</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size)</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tabLst>
                <a:tab pos="712470" algn="l"/>
              </a:tabLst>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	void *p=</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malloc</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(size</a:t>
            </a: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GB"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调用系统堆空间分配操作。</a:t>
            </a:r>
            <a:endParaRPr kumimoji="0" lang="zh-CN" altLang="en-GB"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tabLst>
                <a:tab pos="712470" algn="l"/>
              </a:tabLst>
              <a:defRPr/>
            </a:pP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memset</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(p,0,size); </a:t>
            </a:r>
            <a:r>
              <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GB"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把申请到的堆空间初始化为全</a:t>
            </a:r>
            <a:r>
              <a:rPr kumimoji="0" lang="zh-CN" altLang="en-GB"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Arial" panose="020B0604020202020204"/>
                <a:ea typeface="+mn-ea"/>
                <a:cs typeface="+mn-cs"/>
              </a:rPr>
              <a:t>“</a:t>
            </a:r>
            <a:r>
              <a:rPr kumimoji="0" lang="en-GB" altLang="zh-CN"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0</a:t>
            </a:r>
            <a:r>
              <a:rPr kumimoji="0" lang="zh-CN" altLang="en-US"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a:t>
            </a:r>
            <a:r>
              <a:rPr kumimoji="0" lang="zh-CN" altLang="en-GB"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a:t>
            </a:r>
            <a:endParaRPr kumimoji="0" lang="zh-CN" altLang="en-GB"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tabLst>
                <a:tab pos="712470" algn="l"/>
              </a:tabLst>
              <a:defRPr/>
            </a:pP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return p;</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tabLst>
                <a:tab pos="712470" algn="l"/>
              </a:tabLst>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tabLst>
                <a:tab pos="712470" algn="l"/>
              </a:tabLst>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tabLst>
                <a:tab pos="712470" algn="l"/>
              </a:tabLst>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Char char="n"/>
              <a:tabLst>
                <a:tab pos="712470" algn="l"/>
              </a:tabLst>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上面重载的</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new</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与系统提供的差别在于：它可以为</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一个没有定义任何构造函数</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的动态对象</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提供</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初始化！</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981075"/>
            <a:ext cx="8229600" cy="5400675"/>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重载的</a:t>
            </a:r>
            <a:r>
              <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new</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操作符</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a:t>
            </a:r>
            <a:r>
              <a:rPr kumimoji="0" lang="zh-CN" altLang="en-GB"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使用格式与系统提供的基本</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相同</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。例如（</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假设</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中重载了</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new</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 *p=new A; </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a:pP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自动计算</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的</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大小，把它作为参数（</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size</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）去调用</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new</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的重载函数。</a:t>
            </a:r>
            <a:endPar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调用</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类默认</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构造</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函数。</a:t>
            </a:r>
            <a:endPar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 *q=new A(</a:t>
            </a:r>
            <a:r>
              <a:rPr kumimoji="0" lang="en-US" altLang="zh-CN" sz="28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a:pP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自动计算</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的</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大小，</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把它作为参数（</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size</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）去调用</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new</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的重载函数。</a:t>
            </a:r>
            <a:endPar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调用</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类带参数（</a:t>
            </a:r>
            <a:r>
              <a:rPr kumimoji="0" lang="en-US" altLang="zh-CN"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）的</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构造</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函数。</a:t>
            </a:r>
            <a:endPar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ctr" anchorCtr="1" compatLnSpc="1"/>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 name="内容占位符 2"/>
          <p:cNvSpPr>
            <a:spLocks noGrp="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重载</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new</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时，除了对象空间大小参数以外，也可以带有其它参数，</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void *operator new(</a:t>
            </a:r>
            <a:r>
              <a:rPr kumimoji="0" lang="en-US" altLang="zh-CN" sz="28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size_t</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size,</a:t>
            </a:r>
            <a:r>
              <a:rPr kumimoji="0" lang="en-US" altLang="zh-CN" sz="2800" b="0" i="0" u="none" strike="noStrike" kern="0" cap="none" spc="0" normalizeH="0" baseline="0" noProof="0" dirty="0">
                <a:ln>
                  <a:noFill/>
                </a:ln>
                <a:solidFill>
                  <a:srgbClr val="FF8585"/>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如果</a:t>
            </a:r>
            <a:r>
              <a:rPr kumimoji="0" lang="zh-CN" altLang="en-GB"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重载的</a:t>
            </a:r>
            <a:r>
              <a:rPr kumimoji="0" lang="en-GB"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new</a:t>
            </a:r>
            <a:r>
              <a:rPr kumimoji="0" lang="zh-CN" altLang="en-GB"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包含其它参数，其使用格式为：</a:t>
            </a:r>
            <a:endParaRPr kumimoji="0" lang="zh-CN" altLang="en-GB"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p = new (</a:t>
            </a:r>
            <a:r>
              <a:rPr kumimoji="0" lang="en-US" altLang="zh-CN" sz="2800" b="0" i="0" u="none" strike="noStrike" kern="0" cap="none" spc="0" normalizeH="0" baseline="0" noProof="0" dirty="0">
                <a:ln>
                  <a:noFill/>
                </a:ln>
                <a:solidFill>
                  <a:srgbClr val="FF8585"/>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a:t>
            </a:r>
            <a:r>
              <a:rPr kumimoji="0" lang="en-US" altLang="zh-CN" sz="28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a:ln>
                  <a:noFill/>
                </a:ln>
                <a:solidFill>
                  <a:srgbClr val="FF8585"/>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a:ln>
                  <a:noFill/>
                </a:ln>
                <a:solidFill>
                  <a:srgbClr val="FF0000"/>
                </a:solidFill>
                <a:effectLst>
                  <a:outerShdw blurRad="38100" dist="38100" dir="2700000" algn="tl">
                    <a:srgbClr val="000000"/>
                  </a:outerShdw>
                </a:effectLst>
                <a:uLnTx/>
                <a:uFillTx/>
                <a:latin typeface="+mn-lt"/>
                <a:ea typeface="+mn-ea"/>
              </a:rPr>
              <a:t> </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表示提供给</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new</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重载函数的其它参数</a:t>
            </a:r>
            <a:endPar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表示提供</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给</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类构造</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函数的参数</a:t>
            </a:r>
            <a:endPar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0386" name="Rectangle 2"/>
          <p:cNvSpPr>
            <a:spLocks noGrp="1" noChangeArrowheads="1"/>
          </p:cNvSpPr>
          <p:nvPr>
            <p:ph type="title"/>
          </p:nvPr>
        </p:nvSpPr>
        <p:spPr>
          <a:xfrm>
            <a:off x="0" y="115888"/>
            <a:ext cx="9144000" cy="1139825"/>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例：在非“堆区”为动态对象分配空间</a:t>
            </a:r>
            <a:endParaRPr kumimoji="0" lang="zh-CN" altLang="en-US" sz="40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400387" name="Rectangle 3"/>
          <p:cNvSpPr>
            <a:spLocks noGrp="1" noChangeArrowheads="1"/>
          </p:cNvSpPr>
          <p:nvPr>
            <p:ph idx="1"/>
          </p:nvPr>
        </p:nvSpPr>
        <p:spPr>
          <a:xfrm>
            <a:off x="457200" y="1268413"/>
            <a:ext cx="8435975" cy="5473700"/>
          </a:xfrm>
        </p:spPr>
        <p:txBody>
          <a:bodyPr vert="horz" wrap="square" lIns="91440" tIns="45720" rIns="91440" bIns="45720" numCol="1" anchor="t" anchorCtr="0" compatLnSpc="1">
            <a:normAutofit lnSpcReduction="10000"/>
          </a:bodyPr>
          <a:lstStyle/>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#include &lt;</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cstring</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&gt;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class A</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x,y</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public:</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a:t>
            </a:r>
            <a:r>
              <a:rPr kumimoji="0" lang="en-US" altLang="zh-CN" sz="24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cs typeface="+mn-cs"/>
              </a:rPr>
              <a:t>int</a:t>
            </a:r>
            <a:r>
              <a:rPr kumimoji="0" lang="en-US"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 </a:t>
            </a:r>
            <a:r>
              <a:rPr kumimoji="0" lang="en-US" altLang="zh-CN" sz="24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cs typeface="+mn-cs"/>
              </a:rPr>
              <a:t>i</a:t>
            </a:r>
            <a:r>
              <a:rPr kumimoji="0" lang="en-US"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 </a:t>
            </a:r>
            <a:r>
              <a:rPr kumimoji="0" lang="en-US" altLang="zh-CN" sz="24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cs typeface="+mn-cs"/>
              </a:rPr>
              <a:t>int</a:t>
            </a:r>
            <a:r>
              <a:rPr kumimoji="0" lang="en-US"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 j</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 x=</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y=j; }</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void *operator new(</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size_t</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size,</a:t>
            </a:r>
            <a:r>
              <a:rPr kumimoji="0" lang="en-GB" altLang="zh-CN" sz="2400" b="0" i="0" u="none" strike="noStrike" kern="0" cap="none" spc="0" normalizeH="0" baseline="0" noProof="0" dirty="0" err="1" smtClean="0">
                <a:ln>
                  <a:noFill/>
                </a:ln>
                <a:solidFill>
                  <a:srgbClr val="FF8585"/>
                </a:solidFill>
                <a:effectLst>
                  <a:outerShdw blurRad="38100" dist="38100" dir="2700000" algn="tl">
                    <a:srgbClr val="000000"/>
                  </a:outerShdw>
                </a:effectLst>
                <a:uLnTx/>
                <a:uFillTx/>
                <a:latin typeface="+mn-lt"/>
                <a:ea typeface="+mn-ea"/>
                <a:cs typeface="+mn-cs"/>
              </a:rPr>
              <a:t>void</a:t>
            </a:r>
            <a:r>
              <a:rPr kumimoji="0" lang="en-GB" altLang="zh-CN" sz="2400" b="0" i="0" u="none" strike="noStrike" kern="0" cap="none" spc="0" normalizeH="0" baseline="0" noProof="0" dirty="0" smtClean="0">
                <a:ln>
                  <a:noFill/>
                </a:ln>
                <a:solidFill>
                  <a:srgbClr val="FF8585"/>
                </a:solidFill>
                <a:effectLst>
                  <a:outerShdw blurRad="38100" dist="38100" dir="2700000" algn="tl">
                    <a:srgbClr val="000000"/>
                  </a:outerShdw>
                </a:effectLst>
                <a:uLnTx/>
                <a:uFillTx/>
                <a:latin typeface="+mn-lt"/>
                <a:ea typeface="+mn-ea"/>
                <a:cs typeface="+mn-cs"/>
              </a:rPr>
              <a:t> *p</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 return p;</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char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buf</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sizeof</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 *p=new (</a:t>
            </a:r>
            <a:r>
              <a:rPr kumimoji="0" lang="en-GB" altLang="zh-CN" sz="2400" b="0" i="0" u="none" strike="noStrike" kern="0" cap="none" spc="0" normalizeH="0" baseline="0" noProof="0" dirty="0" err="1" smtClean="0">
                <a:ln>
                  <a:noFill/>
                </a:ln>
                <a:solidFill>
                  <a:srgbClr val="FF8585"/>
                </a:solidFill>
                <a:effectLst>
                  <a:outerShdw blurRad="38100" dist="38100" dir="2700000" algn="tl">
                    <a:srgbClr val="000000"/>
                  </a:outerShdw>
                </a:effectLst>
                <a:uLnTx/>
                <a:uFillTx/>
                <a:latin typeface="+mn-lt"/>
                <a:ea typeface="+mn-ea"/>
                <a:cs typeface="+mn-cs"/>
              </a:rPr>
              <a:t>buf</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a:t>
            </a:r>
            <a:r>
              <a:rPr kumimoji="0" lang="en-GB"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1,2</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动态对象的空间分配为</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buf</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p-&gt;~A(); //</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使得</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p</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所指向的对象消亡。</a:t>
            </a:r>
            <a:r>
              <a:rPr kumimoji="0" lang="zh-CN" altLang="en-US"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不能用系统的</a:t>
            </a:r>
            <a:r>
              <a:rPr kumimoji="0" lang="en-US"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delete</a:t>
            </a:r>
            <a:endParaRPr kumimoji="0" lang="zh-CN" altLang="en-US"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1410" name="Rectangle 2"/>
          <p:cNvSpPr>
            <a:spLocks noGrp="1" noChangeArrowheads="1"/>
          </p:cNvSpPr>
          <p:nvPr>
            <p:ph type="title"/>
          </p:nvPr>
        </p:nvSpPr>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GB"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rPr>
              <a:t>重载</a:t>
            </a:r>
            <a:r>
              <a:rPr kumimoji="0" lang="en-GB" altLang="zh-CN"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rPr>
              <a:t>delete</a:t>
            </a:r>
            <a:endParaRPr kumimoji="0" lang="zh-CN" altLang="zh-CN"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401411" name="Rectangle 3"/>
          <p:cNvSpPr>
            <a:spLocks noGrp="1" noChangeArrowheads="1"/>
          </p:cNvSpPr>
          <p:nvPr>
            <p:ph idx="1"/>
          </p:nvPr>
        </p:nvSpPr>
        <p:spPr>
          <a:xfrm>
            <a:off x="250825" y="1600200"/>
            <a:ext cx="8642350" cy="4997450"/>
          </a:xfrm>
        </p:spPr>
        <p:txBody>
          <a:bodyPr vert="horz" wrap="square" lIns="91440" tIns="45720" rIns="91440" bIns="45720" numCol="1" anchor="t" anchorCtr="0" compatLnSpc="1">
            <a:normAutofit fontScale="92500" lnSpcReduction="10000"/>
          </a:bodyPr>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一般来说，如果对某个类重载了操作符</a:t>
            </a:r>
            <a:r>
              <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new</a:t>
            </a:r>
            <a:r>
              <a:rPr kumimoji="0" lang="zh-CN"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，则相应地也要重载操作符</a:t>
            </a:r>
            <a:r>
              <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delete</a:t>
            </a:r>
            <a:r>
              <a:rPr kumimoji="0" lang="zh-CN"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操作符</a:t>
            </a:r>
            <a:r>
              <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delete</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也必须作为</a:t>
            </a:r>
            <a:r>
              <a:rPr kumimoji="0" lang="zh-CN" altLang="en-GB"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静态的</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成员函数来重载（</a:t>
            </a:r>
            <a:r>
              <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static</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说明可以不写），其格式为：</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50000"/>
              </a:lnSpc>
              <a:spcBef>
                <a:spcPct val="20000"/>
              </a:spcBef>
              <a:spcAft>
                <a:spcPct val="0"/>
              </a:spcAft>
              <a:buClr>
                <a:schemeClr val="hlink"/>
              </a:buClr>
              <a:buSzPct val="60000"/>
              <a:buFont typeface="Wingdings" panose="05000000000000000000" pitchFamily="2" charset="2"/>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void operator delete(void *p, </a:t>
            </a:r>
            <a:r>
              <a:rPr kumimoji="0" lang="en-GB"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size_t</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size);</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返回类型必须为</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void</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第一个参数类型为</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void *</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指向对象的内存空间。</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第二个参数可有可无，如果有，则必须是</a:t>
            </a:r>
            <a:r>
              <a:rPr kumimoji="0" lang="en-GB"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size_t</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类型。</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重载</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后，</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操作符</a:t>
            </a:r>
            <a:r>
              <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delete</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的使用格式与未重载的相同。</a:t>
            </a:r>
            <a:endPar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144463"/>
            <a:ext cx="8229600" cy="6597650"/>
          </a:xfrm>
        </p:spPr>
        <p:txBody>
          <a:bodyPr vert="horz" wrap="square" lIns="91440" tIns="45720" rIns="91440" bIns="45720" numCol="1" anchor="t" anchorCtr="0" compatLnSpc="1">
            <a:normAutofit fontScale="77500" lnSpcReduction="20000"/>
          </a:bodyPr>
          <a:lstStyle/>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class A</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x,y</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public:</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void *operator new(</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size_t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size)</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{void *p=</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malloc</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(size); //</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申请堆空间</a:t>
            </a:r>
            <a:endPar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memset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(p,0,size);</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return p;</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void </a:t>
            </a:r>
            <a:r>
              <a:rPr kumimoji="0" lang="en-GB"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operator delete</a:t>
            </a:r>
            <a:r>
              <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(void *p)</a:t>
            </a:r>
            <a:endPar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free(p);</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ptr</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=new A;</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delete </a:t>
            </a:r>
            <a:r>
              <a:rPr kumimoji="0" lang="en-US" altLang="zh-CN" sz="32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cs typeface="+mn-cs"/>
              </a:rPr>
              <a:t>ptr</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调用</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delete</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重载函数，把</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ptr</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传给</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p</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7200" y="201613"/>
            <a:ext cx="8229600" cy="1139825"/>
          </a:xfrm>
        </p:spPr>
        <p:txBody>
          <a:bodyPr vert="horz" wrap="square" lIns="91440" tIns="45720" rIns="91440" bIns="45720" numCol="1" anchor="ctr" anchorCtr="1" compatLnSpc="1">
            <a:normAutofit fontScale="90000"/>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例：</a:t>
            </a:r>
            <a:r>
              <a:rPr kumimoji="0" lang="zh-CN" altLang="en-GB"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重载操作符</a:t>
            </a:r>
            <a:r>
              <a:rPr kumimoji="0" lang="en-GB" altLang="zh-CN"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new</a:t>
            </a:r>
            <a:r>
              <a:rPr kumimoji="0" lang="zh-CN" altLang="en-GB"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与</a:t>
            </a:r>
            <a:r>
              <a:rPr kumimoji="0" lang="en-GB" altLang="zh-CN"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delete</a:t>
            </a:r>
            <a:r>
              <a:rPr kumimoji="0" lang="zh-CN" altLang="en-GB"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来管理程序中</a:t>
            </a:r>
            <a:r>
              <a:rPr kumimoji="0" lang="zh-CN" altLang="en-GB" sz="4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j-lt"/>
                <a:ea typeface="+mj-ea"/>
                <a:cs typeface="+mj-cs"/>
              </a:rPr>
              <a:t>某类</a:t>
            </a:r>
            <a:r>
              <a:rPr kumimoji="0" lang="zh-CN" altLang="en-GB"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动态对象的堆空间。</a:t>
            </a: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 </a:t>
            </a:r>
            <a:endParaRPr kumimoji="0" lang="zh-CN" altLang="en-US"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 name="内容占位符 2"/>
          <p:cNvSpPr>
            <a:spLocks noGrp="1"/>
          </p:cNvSpPr>
          <p:nvPr>
            <p:ph idx="1"/>
          </p:nvPr>
        </p:nvSpPr>
        <p:spPr>
          <a:xfrm>
            <a:off x="457200" y="1773238"/>
            <a:ext cx="8229600" cy="3743325"/>
          </a:xfrm>
        </p:spPr>
        <p:txBody>
          <a:bodyPr vert="horz" wrap="square" lIns="91440" tIns="45720" rIns="91440" bIns="45720" numCol="1" anchor="t" anchorCtr="0" compatLnSpc="1">
            <a:normAutofit fontScale="92500"/>
          </a:bodyPr>
          <a:lstStyle/>
          <a:p>
            <a:pPr marL="342900" marR="0" lvl="0" indent="-34290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就某一个类的动态对象而言，系统的堆空间管理效率不</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高，系统</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要考虑程序中各种大小的堆空间申请和</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释放问题。</a:t>
            </a: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另外，系统</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的堆空间管理</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会面临“</a:t>
            </a: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碎片</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”问题：</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在下面的情况下，再创建一个</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类对象，这时，每个可分配空间都不够，但可分配空间总和是够的。</a:t>
            </a:r>
            <a:endPar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p:txBody>
      </p:sp>
      <p:sp>
        <p:nvSpPr>
          <p:cNvPr id="33796" name="矩形 66"/>
          <p:cNvSpPr/>
          <p:nvPr/>
        </p:nvSpPr>
        <p:spPr>
          <a:xfrm>
            <a:off x="1979613" y="5945188"/>
            <a:ext cx="288925" cy="504825"/>
          </a:xfrm>
          <a:prstGeom prst="rect">
            <a:avLst/>
          </a:prstGeom>
          <a:solidFill>
            <a:schemeClr val="accent1"/>
          </a:solidFill>
          <a:ln w="9525" cap="flat" cmpd="sng">
            <a:solidFill>
              <a:schemeClr val="tx1"/>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algn="ctr" eaLnBrk="1" hangingPunct="1">
              <a:spcBef>
                <a:spcPct val="0"/>
              </a:spcBef>
              <a:buClrTx/>
              <a:buSzTx/>
              <a:buFontTx/>
              <a:buNone/>
            </a:pPr>
            <a:r>
              <a:rPr lang="en-US" altLang="zh-CN" sz="1800" dirty="0"/>
              <a:t>C</a:t>
            </a:r>
            <a:endParaRPr lang="zh-CN" altLang="en-US" sz="1800" dirty="0"/>
          </a:p>
        </p:txBody>
      </p:sp>
      <p:sp>
        <p:nvSpPr>
          <p:cNvPr id="33797" name="矩形 66"/>
          <p:cNvSpPr/>
          <p:nvPr/>
        </p:nvSpPr>
        <p:spPr>
          <a:xfrm>
            <a:off x="4140200" y="5945188"/>
            <a:ext cx="1008063" cy="504825"/>
          </a:xfrm>
          <a:prstGeom prst="rect">
            <a:avLst/>
          </a:prstGeom>
          <a:solidFill>
            <a:schemeClr val="accent1"/>
          </a:solidFill>
          <a:ln w="9525" cap="flat" cmpd="sng">
            <a:solidFill>
              <a:schemeClr val="tx1"/>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algn="ctr" eaLnBrk="1" hangingPunct="1">
              <a:spcBef>
                <a:spcPct val="0"/>
              </a:spcBef>
              <a:buClrTx/>
              <a:buSzTx/>
              <a:buFontTx/>
              <a:buNone/>
            </a:pPr>
            <a:r>
              <a:rPr lang="en-US" altLang="zh-CN" sz="1800" dirty="0"/>
              <a:t>A</a:t>
            </a:r>
            <a:endParaRPr lang="zh-CN" altLang="en-US" sz="1800" dirty="0"/>
          </a:p>
        </p:txBody>
      </p:sp>
      <p:sp>
        <p:nvSpPr>
          <p:cNvPr id="33798" name="矩形 66"/>
          <p:cNvSpPr/>
          <p:nvPr/>
        </p:nvSpPr>
        <p:spPr>
          <a:xfrm>
            <a:off x="6156325" y="5945188"/>
            <a:ext cx="431800" cy="504825"/>
          </a:xfrm>
          <a:prstGeom prst="rect">
            <a:avLst/>
          </a:prstGeom>
          <a:solidFill>
            <a:schemeClr val="accent1"/>
          </a:solidFill>
          <a:ln w="9525" cap="flat" cmpd="sng">
            <a:solidFill>
              <a:schemeClr val="tx1"/>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algn="ctr" eaLnBrk="1" hangingPunct="1">
              <a:spcBef>
                <a:spcPct val="0"/>
              </a:spcBef>
              <a:buClrTx/>
              <a:buSzTx/>
              <a:buFontTx/>
              <a:buNone/>
            </a:pPr>
            <a:r>
              <a:rPr lang="en-US" altLang="zh-CN" sz="1800" dirty="0"/>
              <a:t>B</a:t>
            </a:r>
            <a:endParaRPr lang="zh-CN" altLang="en-US" sz="1800" dirty="0"/>
          </a:p>
        </p:txBody>
      </p:sp>
      <p:sp>
        <p:nvSpPr>
          <p:cNvPr id="33799" name="矩形 66"/>
          <p:cNvSpPr/>
          <p:nvPr/>
        </p:nvSpPr>
        <p:spPr>
          <a:xfrm>
            <a:off x="6588125" y="5945188"/>
            <a:ext cx="647700" cy="504825"/>
          </a:xfrm>
          <a:prstGeom prst="rect">
            <a:avLst/>
          </a:prstGeom>
          <a:noFill/>
          <a:ln w="9525" cap="flat" cmpd="sng">
            <a:solidFill>
              <a:schemeClr val="tx1"/>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dirty="0"/>
          </a:p>
        </p:txBody>
      </p:sp>
      <p:sp>
        <p:nvSpPr>
          <p:cNvPr id="33800" name="矩形 66"/>
          <p:cNvSpPr/>
          <p:nvPr/>
        </p:nvSpPr>
        <p:spPr>
          <a:xfrm>
            <a:off x="5148263" y="5945188"/>
            <a:ext cx="1008062" cy="504825"/>
          </a:xfrm>
          <a:prstGeom prst="rect">
            <a:avLst/>
          </a:prstGeom>
          <a:noFill/>
          <a:ln w="9525" cap="flat" cmpd="sng">
            <a:solidFill>
              <a:schemeClr val="tx1"/>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dirty="0"/>
          </a:p>
        </p:txBody>
      </p:sp>
      <p:sp>
        <p:nvSpPr>
          <p:cNvPr id="33801" name="矩形 66"/>
          <p:cNvSpPr/>
          <p:nvPr/>
        </p:nvSpPr>
        <p:spPr>
          <a:xfrm>
            <a:off x="3419475" y="5945188"/>
            <a:ext cx="720725" cy="504825"/>
          </a:xfrm>
          <a:prstGeom prst="rect">
            <a:avLst/>
          </a:prstGeom>
          <a:noFill/>
          <a:ln w="9525" cap="flat" cmpd="sng">
            <a:solidFill>
              <a:schemeClr val="tx1"/>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dirty="0"/>
          </a:p>
        </p:txBody>
      </p:sp>
      <p:sp>
        <p:nvSpPr>
          <p:cNvPr id="33802" name="矩形 66"/>
          <p:cNvSpPr/>
          <p:nvPr/>
        </p:nvSpPr>
        <p:spPr>
          <a:xfrm>
            <a:off x="2987675" y="5945188"/>
            <a:ext cx="431800" cy="504825"/>
          </a:xfrm>
          <a:prstGeom prst="rect">
            <a:avLst/>
          </a:prstGeom>
          <a:solidFill>
            <a:schemeClr val="accent1"/>
          </a:solidFill>
          <a:ln w="9525" cap="flat" cmpd="sng">
            <a:solidFill>
              <a:schemeClr val="tx1"/>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algn="ctr" eaLnBrk="1" hangingPunct="1">
              <a:spcBef>
                <a:spcPct val="0"/>
              </a:spcBef>
              <a:buClrTx/>
              <a:buSzTx/>
              <a:buFontTx/>
              <a:buNone/>
            </a:pPr>
            <a:r>
              <a:rPr lang="en-US" altLang="zh-CN" sz="1800" dirty="0"/>
              <a:t>B</a:t>
            </a:r>
            <a:endParaRPr lang="zh-CN" altLang="en-US" sz="1800" dirty="0"/>
          </a:p>
        </p:txBody>
      </p:sp>
      <p:sp>
        <p:nvSpPr>
          <p:cNvPr id="33803" name="矩形 66"/>
          <p:cNvSpPr/>
          <p:nvPr/>
        </p:nvSpPr>
        <p:spPr>
          <a:xfrm>
            <a:off x="2268538" y="5945188"/>
            <a:ext cx="719137" cy="504825"/>
          </a:xfrm>
          <a:prstGeom prst="rect">
            <a:avLst/>
          </a:prstGeom>
          <a:noFill/>
          <a:ln w="9525" cap="flat" cmpd="sng">
            <a:solidFill>
              <a:schemeClr val="tx1"/>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dirty="0"/>
          </a:p>
        </p:txBody>
      </p:sp>
      <p:sp>
        <p:nvSpPr>
          <p:cNvPr id="33804" name="矩形 66"/>
          <p:cNvSpPr/>
          <p:nvPr/>
        </p:nvSpPr>
        <p:spPr>
          <a:xfrm>
            <a:off x="2555875" y="5946775"/>
            <a:ext cx="287338" cy="504825"/>
          </a:xfrm>
          <a:prstGeom prst="rect">
            <a:avLst/>
          </a:prstGeom>
          <a:solidFill>
            <a:schemeClr val="accent1"/>
          </a:solidFill>
          <a:ln w="9525" cap="flat" cmpd="sng">
            <a:solidFill>
              <a:schemeClr val="tx1"/>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algn="ctr" eaLnBrk="1" hangingPunct="1">
              <a:spcBef>
                <a:spcPct val="0"/>
              </a:spcBef>
              <a:buClrTx/>
              <a:buSzTx/>
              <a:buFontTx/>
              <a:buNone/>
            </a:pPr>
            <a:r>
              <a:rPr lang="en-US" altLang="zh-CN" sz="1800" dirty="0"/>
              <a:t>C</a:t>
            </a:r>
            <a:endParaRPr lang="zh-CN" altLang="en-US" sz="1800" dirty="0"/>
          </a:p>
        </p:txBody>
      </p:sp>
      <p:sp>
        <p:nvSpPr>
          <p:cNvPr id="33805" name="矩形 66"/>
          <p:cNvSpPr/>
          <p:nvPr/>
        </p:nvSpPr>
        <p:spPr>
          <a:xfrm>
            <a:off x="5435600" y="5945188"/>
            <a:ext cx="431800" cy="504825"/>
          </a:xfrm>
          <a:prstGeom prst="rect">
            <a:avLst/>
          </a:prstGeom>
          <a:solidFill>
            <a:schemeClr val="accent1"/>
          </a:solidFill>
          <a:ln w="9525" cap="flat" cmpd="sng">
            <a:solidFill>
              <a:schemeClr val="tx1"/>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algn="ctr" eaLnBrk="1" hangingPunct="1">
              <a:spcBef>
                <a:spcPct val="0"/>
              </a:spcBef>
              <a:buClrTx/>
              <a:buSzTx/>
              <a:buFontTx/>
              <a:buNone/>
            </a:pPr>
            <a:r>
              <a:rPr lang="en-US" altLang="zh-CN" sz="1800" dirty="0"/>
              <a:t>B</a:t>
            </a:r>
            <a:endParaRPr lang="zh-CN" altLang="en-US" sz="1800" dirty="0"/>
          </a:p>
        </p:txBody>
      </p:sp>
      <p:sp>
        <p:nvSpPr>
          <p:cNvPr id="33806" name="矩形 66"/>
          <p:cNvSpPr/>
          <p:nvPr/>
        </p:nvSpPr>
        <p:spPr>
          <a:xfrm>
            <a:off x="3557588" y="5949950"/>
            <a:ext cx="431800" cy="503238"/>
          </a:xfrm>
          <a:prstGeom prst="rect">
            <a:avLst/>
          </a:prstGeom>
          <a:solidFill>
            <a:schemeClr val="accent1"/>
          </a:solidFill>
          <a:ln w="9525" cap="flat" cmpd="sng">
            <a:solidFill>
              <a:schemeClr val="tx1"/>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algn="ctr" eaLnBrk="1" hangingPunct="1">
              <a:spcBef>
                <a:spcPct val="0"/>
              </a:spcBef>
              <a:buClrTx/>
              <a:buSzTx/>
              <a:buFontTx/>
              <a:buNone/>
            </a:pPr>
            <a:r>
              <a:rPr lang="en-US" altLang="zh-CN" sz="1800" dirty="0"/>
              <a:t>B</a:t>
            </a:r>
            <a:endParaRPr lang="zh-CN" altLang="en-US" sz="1800" dirty="0"/>
          </a:p>
        </p:txBody>
      </p:sp>
      <p:sp>
        <p:nvSpPr>
          <p:cNvPr id="33807" name="矩形 66"/>
          <p:cNvSpPr/>
          <p:nvPr/>
        </p:nvSpPr>
        <p:spPr>
          <a:xfrm>
            <a:off x="6767513" y="5945188"/>
            <a:ext cx="288925" cy="504825"/>
          </a:xfrm>
          <a:prstGeom prst="rect">
            <a:avLst/>
          </a:prstGeom>
          <a:solidFill>
            <a:schemeClr val="accent1"/>
          </a:solidFill>
          <a:ln w="9525" cap="flat" cmpd="sng">
            <a:solidFill>
              <a:schemeClr val="tx1"/>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algn="ctr" eaLnBrk="1" hangingPunct="1">
              <a:spcBef>
                <a:spcPct val="0"/>
              </a:spcBef>
              <a:buClrTx/>
              <a:buSzTx/>
              <a:buFontTx/>
              <a:buNone/>
            </a:pPr>
            <a:r>
              <a:rPr lang="en-US" altLang="zh-CN" sz="1800" dirty="0"/>
              <a:t>C</a:t>
            </a:r>
            <a:endParaRPr lang="zh-CN" alt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68313" y="333375"/>
            <a:ext cx="8229600" cy="6264275"/>
          </a:xfrm>
        </p:spPr>
        <p:txBody>
          <a:bodyPr vert="horz" wrap="square" lIns="91440" tIns="45720" rIns="91440" bIns="45720" numCol="1" anchor="t" anchorCtr="0" compatLnSpc="1">
            <a:normAutofit fontScale="92500" lnSpcReduction="10000"/>
          </a:bodyPr>
          <a:lstStyle/>
          <a:p>
            <a:pPr marL="342900" marR="0" lvl="0" indent="-342900" algn="l" defTabSz="914400" rtl="0" eaLnBrk="0"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对于某个类的动态对象，它可以自己管理空间的分配和释放，以提高效率。</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重载</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new</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0" fontAlgn="base" latinLnBrk="0" hangingPunct="1">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第一次创建该类的动态对象时，先从系统管理的堆区中申请一块大的</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空间，然后</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0" fontAlgn="base" latinLnBrk="0" hangingPunct="1">
              <a:lnSpc>
                <a:spcPct val="120000"/>
              </a:lnSpc>
              <a:spcBef>
                <a:spcPct val="20000"/>
              </a:spcBef>
              <a:spcAft>
                <a:spcPct val="0"/>
              </a:spcAft>
              <a:buClr>
                <a:schemeClr val="accent2"/>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把上述大空间分成若干小块，每个小块的</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大小为该类一个对象的大小</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，用链表来</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管理</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这些小块；</a:t>
            </a:r>
            <a:endPar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0" fontAlgn="base" latinLnBrk="0" hangingPunct="1">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在上述链表中为该类动态对象</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分配空间。</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0"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重载</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delete</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0" fontAlgn="base" latinLnBrk="0" hangingPunct="1">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该类的一</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个动态对象</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消亡时，该对象的空间归还到</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new</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操作中申请到的大</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空间（链表</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中，</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而不是归还到系统的堆区中</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7315" name="Rectangle 3"/>
          <p:cNvSpPr>
            <a:spLocks noGrp="1" noChangeArrowheads="1"/>
          </p:cNvSpPr>
          <p:nvPr>
            <p:ph idx="1"/>
          </p:nvPr>
        </p:nvSpPr>
        <p:spPr>
          <a:xfrm>
            <a:off x="250825" y="692150"/>
            <a:ext cx="8686800" cy="5257800"/>
          </a:xfrm>
        </p:spPr>
        <p:txBody>
          <a:bodyPr vert="horz" wrap="square" lIns="91440" tIns="45720" rIns="91440" bIns="45720" numCol="1" anchor="t" anchorCtr="0" compatLnSpc="1"/>
          <a:lstStyle/>
          <a:p>
            <a:pPr marL="342900" marR="0" lvl="0" indent="-342900" algn="l" defTabSz="54292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#include &lt;</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cstring</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&gt;</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54292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class A</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54292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 //</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类</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的已有成员说明。</a:t>
            </a:r>
            <a:endPar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54292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public:</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54292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static void *operator new(</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size_t</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size);</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54292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static void operator delete(void *p);</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54292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private:</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54292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zh-CN" altLang="en-GB"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 *next; //</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用于</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组织</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类对象</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自由空间</a:t>
            </a:r>
            <a:r>
              <a:rPr kumimoji="0" lang="zh-CN" altLang="en-GB"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结点的</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链</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表</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zh-CN" altLang="en-GB"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54292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static A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p_free</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用于指向</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类对象的自由空间链表</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头</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54292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54292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 *A::</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p_free</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=NULL;</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8339" name="Rectangle 3"/>
          <p:cNvSpPr>
            <a:spLocks noGrp="1" noChangeArrowheads="1"/>
          </p:cNvSpPr>
          <p:nvPr>
            <p:ph idx="1"/>
          </p:nvPr>
        </p:nvSpPr>
        <p:spPr>
          <a:xfrm>
            <a:off x="107950" y="115888"/>
            <a:ext cx="8736013" cy="6480175"/>
          </a:xfrm>
        </p:spPr>
        <p:txBody>
          <a:bodyPr vert="horz" wrap="square" lIns="91440" tIns="45720" rIns="91440" bIns="45720" numCol="1" anchor="t" anchorCtr="0" compatLnSpc="1">
            <a:normAutofit/>
          </a:bodyPr>
          <a:lstStyle/>
          <a:p>
            <a:pPr marL="342900" marR="0" lvl="0" indent="-342900" algn="l" defTabSz="60515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const</a:t>
            </a: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GB"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int</a:t>
            </a: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NUM=32; </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60515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void *A::</a:t>
            </a:r>
            <a:r>
              <a:rPr kumimoji="0" lang="en-GB"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operator</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GB"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new</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size_t</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size)</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60515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if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p_free</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 NULL)</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60515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	//</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申请</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NUM</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个</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类对象的</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大</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空间。</a:t>
            </a:r>
            <a:endPar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60515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p_free</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 (A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malloc</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(size*NUM</a:t>
            </a: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一个动态数组</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60515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在大空间上</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建立自由结点链表。</a:t>
            </a:r>
            <a:endPar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60515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for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=0;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&lt;NUM-1;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60515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p_free</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].next = &amp;</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p_free</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[i+1];</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60515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p_free</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NUM-1</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].next</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 NULL;</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60515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60515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从链表中给当前对象分配空间</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60515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 </a:t>
            </a: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p=</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p_free</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60515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p_free</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p_free</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-&gt;next;</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60515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memset</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(p,0,size); </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可由构造函数完成</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60515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return p;</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60515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
        <p:nvSpPr>
          <p:cNvPr id="37892" name="Line 18"/>
          <p:cNvSpPr/>
          <p:nvPr/>
        </p:nvSpPr>
        <p:spPr>
          <a:xfrm>
            <a:off x="5961063" y="3987800"/>
            <a:ext cx="863600" cy="0"/>
          </a:xfrm>
          <a:prstGeom prst="line">
            <a:avLst/>
          </a:prstGeom>
          <a:ln w="9525" cap="flat" cmpd="sng">
            <a:solidFill>
              <a:schemeClr val="tx1"/>
            </a:solidFill>
            <a:prstDash val="solid"/>
            <a:miter/>
            <a:headEnd type="none" w="med" len="med"/>
            <a:tailEnd type="triangle" w="med" len="med"/>
          </a:ln>
        </p:spPr>
      </p:sp>
      <p:sp>
        <p:nvSpPr>
          <p:cNvPr id="36868" name="Rectangle 21"/>
          <p:cNvSpPr/>
          <p:nvPr/>
        </p:nvSpPr>
        <p:spPr>
          <a:xfrm>
            <a:off x="6810375" y="3906838"/>
            <a:ext cx="1965325" cy="2746375"/>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dirty="0"/>
          </a:p>
        </p:txBody>
      </p:sp>
      <p:sp>
        <p:nvSpPr>
          <p:cNvPr id="36869" name="Line 22"/>
          <p:cNvSpPr/>
          <p:nvPr/>
        </p:nvSpPr>
        <p:spPr>
          <a:xfrm>
            <a:off x="6810375" y="4592638"/>
            <a:ext cx="1965325" cy="0"/>
          </a:xfrm>
          <a:prstGeom prst="line">
            <a:avLst/>
          </a:prstGeom>
          <a:ln w="9525" cap="flat" cmpd="sng">
            <a:solidFill>
              <a:schemeClr val="tx1"/>
            </a:solidFill>
            <a:prstDash val="solid"/>
            <a:headEnd type="none" w="med" len="med"/>
            <a:tailEnd type="none" w="med" len="med"/>
          </a:ln>
        </p:spPr>
      </p:sp>
      <p:sp>
        <p:nvSpPr>
          <p:cNvPr id="36870" name="Line 23"/>
          <p:cNvSpPr/>
          <p:nvPr/>
        </p:nvSpPr>
        <p:spPr>
          <a:xfrm>
            <a:off x="6810375" y="5281613"/>
            <a:ext cx="1965325" cy="0"/>
          </a:xfrm>
          <a:prstGeom prst="line">
            <a:avLst/>
          </a:prstGeom>
          <a:ln w="9525" cap="flat" cmpd="sng">
            <a:solidFill>
              <a:schemeClr val="tx1"/>
            </a:solidFill>
            <a:prstDash val="solid"/>
            <a:headEnd type="none" w="med" len="med"/>
            <a:tailEnd type="none" w="med" len="med"/>
          </a:ln>
        </p:spPr>
      </p:sp>
      <p:sp>
        <p:nvSpPr>
          <p:cNvPr id="36871" name="Line 24"/>
          <p:cNvSpPr/>
          <p:nvPr/>
        </p:nvSpPr>
        <p:spPr>
          <a:xfrm>
            <a:off x="6810375" y="5967413"/>
            <a:ext cx="1965325" cy="0"/>
          </a:xfrm>
          <a:prstGeom prst="line">
            <a:avLst/>
          </a:prstGeom>
          <a:ln w="9525" cap="flat" cmpd="sng">
            <a:solidFill>
              <a:schemeClr val="tx1"/>
            </a:solidFill>
            <a:prstDash val="solid"/>
            <a:headEnd type="none" w="med" len="med"/>
            <a:tailEnd type="none" w="med" len="med"/>
          </a:ln>
        </p:spPr>
      </p:sp>
      <p:sp>
        <p:nvSpPr>
          <p:cNvPr id="37905" name="Line 25"/>
          <p:cNvSpPr/>
          <p:nvPr/>
        </p:nvSpPr>
        <p:spPr>
          <a:xfrm>
            <a:off x="8494713" y="4489450"/>
            <a:ext cx="561975" cy="0"/>
          </a:xfrm>
          <a:prstGeom prst="line">
            <a:avLst/>
          </a:prstGeom>
          <a:ln w="9525" cap="flat" cmpd="sng">
            <a:solidFill>
              <a:schemeClr val="tx1"/>
            </a:solidFill>
            <a:prstDash val="solid"/>
            <a:headEnd type="none" w="med" len="med"/>
            <a:tailEnd type="none" w="med" len="med"/>
          </a:ln>
        </p:spPr>
      </p:sp>
      <p:sp>
        <p:nvSpPr>
          <p:cNvPr id="37906" name="Line 26"/>
          <p:cNvSpPr/>
          <p:nvPr/>
        </p:nvSpPr>
        <p:spPr>
          <a:xfrm>
            <a:off x="9056688" y="4489450"/>
            <a:ext cx="0" cy="227013"/>
          </a:xfrm>
          <a:prstGeom prst="line">
            <a:avLst/>
          </a:prstGeom>
          <a:ln w="9525" cap="flat" cmpd="sng">
            <a:solidFill>
              <a:schemeClr val="tx1"/>
            </a:solidFill>
            <a:prstDash val="solid"/>
            <a:headEnd type="none" w="med" len="med"/>
            <a:tailEnd type="none" w="med" len="med"/>
          </a:ln>
        </p:spPr>
      </p:sp>
      <p:sp>
        <p:nvSpPr>
          <p:cNvPr id="37907" name="Line 27"/>
          <p:cNvSpPr/>
          <p:nvPr/>
        </p:nvSpPr>
        <p:spPr>
          <a:xfrm flipH="1">
            <a:off x="8775700" y="4716463"/>
            <a:ext cx="280988" cy="0"/>
          </a:xfrm>
          <a:prstGeom prst="line">
            <a:avLst/>
          </a:prstGeom>
          <a:ln w="9525" cap="flat" cmpd="sng">
            <a:solidFill>
              <a:schemeClr val="tx1"/>
            </a:solidFill>
            <a:prstDash val="solid"/>
            <a:headEnd type="none" w="med" len="med"/>
            <a:tailEnd type="triangle" w="med" len="med"/>
          </a:ln>
        </p:spPr>
      </p:sp>
      <p:sp>
        <p:nvSpPr>
          <p:cNvPr id="36875" name="Line 28"/>
          <p:cNvSpPr/>
          <p:nvPr/>
        </p:nvSpPr>
        <p:spPr>
          <a:xfrm>
            <a:off x="8494713" y="5175250"/>
            <a:ext cx="561975" cy="0"/>
          </a:xfrm>
          <a:prstGeom prst="line">
            <a:avLst/>
          </a:prstGeom>
          <a:ln w="9525" cap="flat" cmpd="sng">
            <a:solidFill>
              <a:schemeClr val="tx1"/>
            </a:solidFill>
            <a:prstDash val="solid"/>
            <a:headEnd type="none" w="med" len="med"/>
            <a:tailEnd type="none" w="med" len="med"/>
          </a:ln>
        </p:spPr>
      </p:sp>
      <p:sp>
        <p:nvSpPr>
          <p:cNvPr id="36876" name="Line 29"/>
          <p:cNvSpPr/>
          <p:nvPr/>
        </p:nvSpPr>
        <p:spPr>
          <a:xfrm>
            <a:off x="9056688" y="5175250"/>
            <a:ext cx="0" cy="227013"/>
          </a:xfrm>
          <a:prstGeom prst="line">
            <a:avLst/>
          </a:prstGeom>
          <a:ln w="9525" cap="flat" cmpd="sng">
            <a:solidFill>
              <a:schemeClr val="tx1"/>
            </a:solidFill>
            <a:prstDash val="solid"/>
            <a:headEnd type="none" w="med" len="med"/>
            <a:tailEnd type="none" w="med" len="med"/>
          </a:ln>
        </p:spPr>
      </p:sp>
      <p:sp>
        <p:nvSpPr>
          <p:cNvPr id="36877" name="Line 30"/>
          <p:cNvSpPr/>
          <p:nvPr/>
        </p:nvSpPr>
        <p:spPr>
          <a:xfrm flipH="1">
            <a:off x="8775700" y="5402263"/>
            <a:ext cx="280988" cy="0"/>
          </a:xfrm>
          <a:prstGeom prst="line">
            <a:avLst/>
          </a:prstGeom>
          <a:ln w="9525" cap="flat" cmpd="sng">
            <a:solidFill>
              <a:schemeClr val="tx1"/>
            </a:solidFill>
            <a:prstDash val="solid"/>
            <a:headEnd type="none" w="med" len="med"/>
            <a:tailEnd type="triangle" w="med" len="med"/>
          </a:ln>
        </p:spPr>
      </p:sp>
      <p:sp>
        <p:nvSpPr>
          <p:cNvPr id="36878" name="Line 31"/>
          <p:cNvSpPr/>
          <p:nvPr/>
        </p:nvSpPr>
        <p:spPr>
          <a:xfrm>
            <a:off x="8494713" y="5861050"/>
            <a:ext cx="561975" cy="0"/>
          </a:xfrm>
          <a:prstGeom prst="line">
            <a:avLst/>
          </a:prstGeom>
          <a:ln w="9525" cap="flat" cmpd="sng">
            <a:solidFill>
              <a:schemeClr val="tx1"/>
            </a:solidFill>
            <a:prstDash val="solid"/>
            <a:headEnd type="none" w="med" len="med"/>
            <a:tailEnd type="none" w="med" len="med"/>
          </a:ln>
        </p:spPr>
      </p:sp>
      <p:sp>
        <p:nvSpPr>
          <p:cNvPr id="36879" name="Line 32"/>
          <p:cNvSpPr/>
          <p:nvPr/>
        </p:nvSpPr>
        <p:spPr>
          <a:xfrm>
            <a:off x="9056688" y="5861050"/>
            <a:ext cx="0" cy="227013"/>
          </a:xfrm>
          <a:prstGeom prst="line">
            <a:avLst/>
          </a:prstGeom>
          <a:ln w="9525" cap="flat" cmpd="sng">
            <a:solidFill>
              <a:schemeClr val="tx1"/>
            </a:solidFill>
            <a:prstDash val="solid"/>
            <a:headEnd type="none" w="med" len="med"/>
            <a:tailEnd type="none" w="med" len="med"/>
          </a:ln>
        </p:spPr>
      </p:sp>
      <p:sp>
        <p:nvSpPr>
          <p:cNvPr id="36880" name="Line 33"/>
          <p:cNvSpPr/>
          <p:nvPr/>
        </p:nvSpPr>
        <p:spPr>
          <a:xfrm flipH="1">
            <a:off x="8775700" y="6088063"/>
            <a:ext cx="280988" cy="0"/>
          </a:xfrm>
          <a:prstGeom prst="line">
            <a:avLst/>
          </a:prstGeom>
          <a:ln w="9525" cap="flat" cmpd="sng">
            <a:solidFill>
              <a:schemeClr val="tx1"/>
            </a:solidFill>
            <a:prstDash val="solid"/>
            <a:headEnd type="none" w="med" len="med"/>
            <a:tailEnd type="triangle" w="med" len="med"/>
          </a:ln>
        </p:spPr>
      </p:sp>
      <p:sp>
        <p:nvSpPr>
          <p:cNvPr id="36881" name="Rectangle 34"/>
          <p:cNvSpPr/>
          <p:nvPr/>
        </p:nvSpPr>
        <p:spPr>
          <a:xfrm>
            <a:off x="5407025" y="3733800"/>
            <a:ext cx="842963" cy="458788"/>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dirty="0"/>
          </a:p>
        </p:txBody>
      </p:sp>
      <p:sp>
        <p:nvSpPr>
          <p:cNvPr id="36882" name="Text Box 35"/>
          <p:cNvSpPr txBox="1"/>
          <p:nvPr/>
        </p:nvSpPr>
        <p:spPr>
          <a:xfrm>
            <a:off x="4356100" y="3789363"/>
            <a:ext cx="1035050" cy="3683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r>
              <a:rPr lang="en-US" altLang="zh-CN" sz="1800" dirty="0"/>
              <a:t>p_free:</a:t>
            </a:r>
            <a:endParaRPr lang="en-US" altLang="zh-CN" sz="1800" dirty="0"/>
          </a:p>
        </p:txBody>
      </p:sp>
      <p:sp>
        <p:nvSpPr>
          <p:cNvPr id="36883" name="Line 36"/>
          <p:cNvSpPr/>
          <p:nvPr/>
        </p:nvSpPr>
        <p:spPr>
          <a:xfrm>
            <a:off x="6824663" y="4348163"/>
            <a:ext cx="1944687" cy="0"/>
          </a:xfrm>
          <a:prstGeom prst="line">
            <a:avLst/>
          </a:prstGeom>
          <a:ln w="9525" cap="flat" cmpd="sng">
            <a:solidFill>
              <a:schemeClr val="tx1"/>
            </a:solidFill>
            <a:prstDash val="dash"/>
            <a:miter/>
            <a:headEnd type="none" w="med" len="med"/>
            <a:tailEnd type="none" w="med" len="med"/>
          </a:ln>
        </p:spPr>
      </p:sp>
      <p:sp>
        <p:nvSpPr>
          <p:cNvPr id="36884" name="Line 37"/>
          <p:cNvSpPr/>
          <p:nvPr/>
        </p:nvSpPr>
        <p:spPr>
          <a:xfrm>
            <a:off x="6824663" y="5068888"/>
            <a:ext cx="1944687" cy="0"/>
          </a:xfrm>
          <a:prstGeom prst="line">
            <a:avLst/>
          </a:prstGeom>
          <a:ln w="9525" cap="flat" cmpd="sng">
            <a:solidFill>
              <a:schemeClr val="tx1"/>
            </a:solidFill>
            <a:prstDash val="dash"/>
            <a:miter/>
            <a:headEnd type="none" w="med" len="med"/>
            <a:tailEnd type="none" w="med" len="med"/>
          </a:ln>
        </p:spPr>
      </p:sp>
      <p:sp>
        <p:nvSpPr>
          <p:cNvPr id="36885" name="Line 38"/>
          <p:cNvSpPr/>
          <p:nvPr/>
        </p:nvSpPr>
        <p:spPr>
          <a:xfrm>
            <a:off x="6824663" y="6437313"/>
            <a:ext cx="1944687" cy="0"/>
          </a:xfrm>
          <a:prstGeom prst="line">
            <a:avLst/>
          </a:prstGeom>
          <a:ln w="9525" cap="flat" cmpd="sng">
            <a:solidFill>
              <a:schemeClr val="tx1"/>
            </a:solidFill>
            <a:prstDash val="dash"/>
            <a:miter/>
            <a:headEnd type="none" w="med" len="med"/>
            <a:tailEnd type="none" w="med" len="med"/>
          </a:ln>
        </p:spPr>
      </p:sp>
      <p:sp>
        <p:nvSpPr>
          <p:cNvPr id="36886" name="Line 39"/>
          <p:cNvSpPr/>
          <p:nvPr/>
        </p:nvSpPr>
        <p:spPr>
          <a:xfrm>
            <a:off x="7689850" y="5429250"/>
            <a:ext cx="0" cy="287338"/>
          </a:xfrm>
          <a:prstGeom prst="line">
            <a:avLst/>
          </a:prstGeom>
          <a:ln w="9525" cap="flat" cmpd="sng">
            <a:solidFill>
              <a:schemeClr val="tx1"/>
            </a:solidFill>
            <a:prstDash val="dash"/>
            <a:miter/>
            <a:headEnd type="none" w="med" len="med"/>
            <a:tailEnd type="none" w="med" len="med"/>
          </a:ln>
        </p:spPr>
      </p:sp>
      <p:sp>
        <p:nvSpPr>
          <p:cNvPr id="36887" name="Text Box 40"/>
          <p:cNvSpPr txBox="1"/>
          <p:nvPr/>
        </p:nvSpPr>
        <p:spPr>
          <a:xfrm>
            <a:off x="7308850" y="6364288"/>
            <a:ext cx="644525" cy="304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r>
              <a:rPr lang="en-US" altLang="zh-CN" sz="1400" dirty="0"/>
              <a:t>NULL</a:t>
            </a:r>
            <a:endParaRPr lang="en-US" altLang="zh-CN" sz="1400" dirty="0"/>
          </a:p>
        </p:txBody>
      </p:sp>
      <p:cxnSp>
        <p:nvCxnSpPr>
          <p:cNvPr id="37" name="直接连接符 36"/>
          <p:cNvCxnSpPr/>
          <p:nvPr/>
        </p:nvCxnSpPr>
        <p:spPr>
          <a:xfrm rot="5400000">
            <a:off x="5616575" y="4329113"/>
            <a:ext cx="647700" cy="0"/>
          </a:xfrm>
          <a:prstGeom prst="line">
            <a:avLst/>
          </a:prstGeom>
          <a:ln w="9525" cap="flat" cmpd="sng">
            <a:solidFill>
              <a:schemeClr val="tx1"/>
            </a:solidFill>
            <a:prstDash val="solid"/>
            <a:miter/>
            <a:headEnd type="none" w="med" len="med"/>
            <a:tailEnd type="none" w="med" len="med"/>
          </a:ln>
        </p:spPr>
      </p:cxnSp>
      <p:cxnSp>
        <p:nvCxnSpPr>
          <p:cNvPr id="39" name="直接箭头连接符 38"/>
          <p:cNvCxnSpPr/>
          <p:nvPr/>
        </p:nvCxnSpPr>
        <p:spPr>
          <a:xfrm>
            <a:off x="5940425" y="4652963"/>
            <a:ext cx="863600" cy="1587"/>
          </a:xfrm>
          <a:prstGeom prst="straightConnector1">
            <a:avLst/>
          </a:prstGeom>
          <a:ln w="9525" cap="flat" cmpd="sng">
            <a:solidFill>
              <a:schemeClr val="tx1"/>
            </a:solidFill>
            <a:prstDash val="solid"/>
            <a:miter/>
            <a:headEnd type="none" w="med" len="med"/>
            <a:tailEnd type="arrow" w="med" len="med"/>
          </a:ln>
        </p:spPr>
      </p:cxnSp>
      <p:sp>
        <p:nvSpPr>
          <p:cNvPr id="40" name="矩形 39"/>
          <p:cNvSpPr/>
          <p:nvPr/>
        </p:nvSpPr>
        <p:spPr>
          <a:xfrm>
            <a:off x="6804025" y="3933825"/>
            <a:ext cx="1944688" cy="647700"/>
          </a:xfrm>
          <a:prstGeom prst="rect">
            <a:avLst/>
          </a:prstGeom>
          <a:solidFill>
            <a:schemeClr val="accent1"/>
          </a:solidFill>
          <a:ln w="9525" cap="flat" cmpd="sng">
            <a:solidFill>
              <a:schemeClr val="tx1"/>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dirty="0"/>
          </a:p>
        </p:txBody>
      </p:sp>
      <p:sp>
        <p:nvSpPr>
          <p:cNvPr id="38939" name="矩形 26"/>
          <p:cNvSpPr/>
          <p:nvPr/>
        </p:nvSpPr>
        <p:spPr>
          <a:xfrm>
            <a:off x="7451725" y="3284538"/>
            <a:ext cx="865188" cy="431800"/>
          </a:xfrm>
          <a:prstGeom prst="rect">
            <a:avLst/>
          </a:prstGeom>
          <a:noFill/>
          <a:ln w="9525" cap="flat" cmpd="sng">
            <a:solidFill>
              <a:schemeClr val="tx1"/>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dirty="0"/>
          </a:p>
        </p:txBody>
      </p:sp>
      <p:cxnSp>
        <p:nvCxnSpPr>
          <p:cNvPr id="29" name="直接箭头连接符 28"/>
          <p:cNvCxnSpPr/>
          <p:nvPr/>
        </p:nvCxnSpPr>
        <p:spPr>
          <a:xfrm rot="5400000">
            <a:off x="7669213" y="3717925"/>
            <a:ext cx="431800" cy="0"/>
          </a:xfrm>
          <a:prstGeom prst="straightConnector1">
            <a:avLst/>
          </a:prstGeom>
          <a:ln w="9525" cap="flat" cmpd="sng">
            <a:solidFill>
              <a:schemeClr val="tx1"/>
            </a:solidFill>
            <a:prstDash val="solid"/>
            <a:miter/>
            <a:headEnd type="none" w="med" len="med"/>
            <a:tailEnd type="triangle" w="med" len="med"/>
          </a:ln>
        </p:spPr>
      </p:cxnSp>
      <p:sp>
        <p:nvSpPr>
          <p:cNvPr id="38941" name="TextBox 30"/>
          <p:cNvSpPr txBox="1"/>
          <p:nvPr/>
        </p:nvSpPr>
        <p:spPr>
          <a:xfrm>
            <a:off x="6875463" y="3284538"/>
            <a:ext cx="581025" cy="3698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r>
              <a:rPr lang="en-US" altLang="zh-CN" sz="1800" dirty="0"/>
              <a:t>q1:</a:t>
            </a:r>
            <a:endParaRPr lang="zh-CN" altLang="en-US" sz="1800" dirty="0"/>
          </a:p>
        </p:txBody>
      </p:sp>
      <p:sp>
        <p:nvSpPr>
          <p:cNvPr id="36894" name="TextBox 1"/>
          <p:cNvSpPr txBox="1"/>
          <p:nvPr/>
        </p:nvSpPr>
        <p:spPr>
          <a:xfrm>
            <a:off x="6608763" y="260350"/>
            <a:ext cx="2427287" cy="461963"/>
          </a:xfrm>
          <a:prstGeom prst="rect">
            <a:avLst/>
          </a:prstGeom>
          <a:solidFill>
            <a:srgbClr val="003366"/>
          </a:solidFill>
          <a:ln w="9525">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r>
              <a:rPr lang="en-GB" altLang="zh-CN" sz="2400" dirty="0"/>
              <a:t>A *q1=</a:t>
            </a:r>
            <a:r>
              <a:rPr lang="en-GB" altLang="zh-CN" sz="2400" dirty="0">
                <a:solidFill>
                  <a:srgbClr val="FFC000"/>
                </a:solidFill>
              </a:rPr>
              <a:t>new A</a:t>
            </a:r>
            <a:r>
              <a:rPr lang="en-GB" altLang="zh-CN" sz="2400" dirty="0"/>
              <a:t>;</a:t>
            </a:r>
            <a:endParaRPr lang="en-US" altLang="zh-C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98339">
                                            <p:txEl>
                                              <p:charRg st="261" end="280"/>
                                            </p:txEl>
                                          </p:spTgt>
                                        </p:tgtEl>
                                        <p:attrNameLst>
                                          <p:attrName>style.visibility</p:attrName>
                                        </p:attrNameLst>
                                      </p:cBhvr>
                                      <p:to>
                                        <p:strVal val="visible"/>
                                      </p:to>
                                    </p:set>
                                    <p:anim calcmode="lin" valueType="num">
                                      <p:cBhvr additive="base">
                                        <p:cTn id="7" dur="500" fill="hold"/>
                                        <p:tgtEl>
                                          <p:spTgt spid="398339">
                                            <p:txEl>
                                              <p:charRg st="261" end="28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98339">
                                            <p:txEl>
                                              <p:charRg st="261" end="28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98339">
                                            <p:txEl>
                                              <p:charRg st="280" end="294"/>
                                            </p:txEl>
                                          </p:spTgt>
                                        </p:tgtEl>
                                        <p:attrNameLst>
                                          <p:attrName>style.visibility</p:attrName>
                                        </p:attrNameLst>
                                      </p:cBhvr>
                                      <p:to>
                                        <p:strVal val="visible"/>
                                      </p:to>
                                    </p:set>
                                    <p:anim calcmode="lin" valueType="num">
                                      <p:cBhvr additive="base">
                                        <p:cTn id="11" dur="500" fill="hold"/>
                                        <p:tgtEl>
                                          <p:spTgt spid="398339">
                                            <p:txEl>
                                              <p:charRg st="280" end="29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98339">
                                            <p:txEl>
                                              <p:charRg st="280" end="29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98339">
                                            <p:txEl>
                                              <p:charRg st="294" end="318"/>
                                            </p:txEl>
                                          </p:spTgt>
                                        </p:tgtEl>
                                        <p:attrNameLst>
                                          <p:attrName>style.visibility</p:attrName>
                                        </p:attrNameLst>
                                      </p:cBhvr>
                                      <p:to>
                                        <p:strVal val="visible"/>
                                      </p:to>
                                    </p:set>
                                    <p:anim calcmode="lin" valueType="num">
                                      <p:cBhvr additive="base">
                                        <p:cTn id="15" dur="500" fill="hold"/>
                                        <p:tgtEl>
                                          <p:spTgt spid="398339">
                                            <p:txEl>
                                              <p:charRg st="294" end="31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98339">
                                            <p:txEl>
                                              <p:charRg st="294" end="318"/>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98339">
                                            <p:txEl>
                                              <p:charRg st="318" end="348"/>
                                            </p:txEl>
                                          </p:spTgt>
                                        </p:tgtEl>
                                        <p:attrNameLst>
                                          <p:attrName>style.visibility</p:attrName>
                                        </p:attrNameLst>
                                      </p:cBhvr>
                                      <p:to>
                                        <p:strVal val="visible"/>
                                      </p:to>
                                    </p:set>
                                    <p:anim calcmode="lin" valueType="num">
                                      <p:cBhvr additive="base">
                                        <p:cTn id="19" dur="500" fill="hold"/>
                                        <p:tgtEl>
                                          <p:spTgt spid="398339">
                                            <p:txEl>
                                              <p:charRg st="318" end="34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98339">
                                            <p:txEl>
                                              <p:charRg st="318" end="348"/>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98339">
                                            <p:txEl>
                                              <p:charRg st="348" end="359"/>
                                            </p:txEl>
                                          </p:spTgt>
                                        </p:tgtEl>
                                        <p:attrNameLst>
                                          <p:attrName>style.visibility</p:attrName>
                                        </p:attrNameLst>
                                      </p:cBhvr>
                                      <p:to>
                                        <p:strVal val="visible"/>
                                      </p:to>
                                    </p:set>
                                    <p:anim calcmode="lin" valueType="num">
                                      <p:cBhvr additive="base">
                                        <p:cTn id="23" dur="500" fill="hold"/>
                                        <p:tgtEl>
                                          <p:spTgt spid="398339">
                                            <p:txEl>
                                              <p:charRg st="348" end="359"/>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98339">
                                            <p:txEl>
                                              <p:charRg st="348" end="359"/>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9"/>
                                        </p:tgtEl>
                                        <p:attrNameLst>
                                          <p:attrName>style.visibility</p:attrName>
                                        </p:attrNameLst>
                                      </p:cBhvr>
                                      <p:to>
                                        <p:strVal val="visible"/>
                                      </p:to>
                                    </p:set>
                                    <p:anim calcmode="lin" valueType="num">
                                      <p:cBhvr additive="base">
                                        <p:cTn id="29" dur="500" fill="hold"/>
                                        <p:tgtEl>
                                          <p:spTgt spid="29"/>
                                        </p:tgtEl>
                                        <p:attrNameLst>
                                          <p:attrName>ppt_x</p:attrName>
                                        </p:attrNameLst>
                                      </p:cBhvr>
                                      <p:tavLst>
                                        <p:tav tm="0">
                                          <p:val>
                                            <p:strVal val="#ppt_x"/>
                                          </p:val>
                                        </p:tav>
                                        <p:tav tm="100000">
                                          <p:val>
                                            <p:strVal val="#ppt_x"/>
                                          </p:val>
                                        </p:tav>
                                      </p:tavLst>
                                    </p:anim>
                                    <p:anim calcmode="lin" valueType="num">
                                      <p:cBhvr additive="base">
                                        <p:cTn id="30" dur="500" fill="hold"/>
                                        <p:tgtEl>
                                          <p:spTgt spid="29"/>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8941"/>
                                        </p:tgtEl>
                                        <p:attrNameLst>
                                          <p:attrName>style.visibility</p:attrName>
                                        </p:attrNameLst>
                                      </p:cBhvr>
                                      <p:to>
                                        <p:strVal val="visible"/>
                                      </p:to>
                                    </p:set>
                                    <p:anim calcmode="lin" valueType="num">
                                      <p:cBhvr additive="base">
                                        <p:cTn id="33" dur="500" fill="hold"/>
                                        <p:tgtEl>
                                          <p:spTgt spid="38941"/>
                                        </p:tgtEl>
                                        <p:attrNameLst>
                                          <p:attrName>ppt_x</p:attrName>
                                        </p:attrNameLst>
                                      </p:cBhvr>
                                      <p:tavLst>
                                        <p:tav tm="0">
                                          <p:val>
                                            <p:strVal val="#ppt_x"/>
                                          </p:val>
                                        </p:tav>
                                        <p:tav tm="100000">
                                          <p:val>
                                            <p:strVal val="#ppt_x"/>
                                          </p:val>
                                        </p:tav>
                                      </p:tavLst>
                                    </p:anim>
                                    <p:anim calcmode="lin" valueType="num">
                                      <p:cBhvr additive="base">
                                        <p:cTn id="34" dur="500" fill="hold"/>
                                        <p:tgtEl>
                                          <p:spTgt spid="38941"/>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8939"/>
                                        </p:tgtEl>
                                        <p:attrNameLst>
                                          <p:attrName>style.visibility</p:attrName>
                                        </p:attrNameLst>
                                      </p:cBhvr>
                                      <p:to>
                                        <p:strVal val="visible"/>
                                      </p:to>
                                    </p:set>
                                    <p:anim calcmode="lin" valueType="num">
                                      <p:cBhvr additive="base">
                                        <p:cTn id="37" dur="500" fill="hold"/>
                                        <p:tgtEl>
                                          <p:spTgt spid="38939"/>
                                        </p:tgtEl>
                                        <p:attrNameLst>
                                          <p:attrName>ppt_x</p:attrName>
                                        </p:attrNameLst>
                                      </p:cBhvr>
                                      <p:tavLst>
                                        <p:tav tm="0">
                                          <p:val>
                                            <p:strVal val="#ppt_x"/>
                                          </p:val>
                                        </p:tav>
                                        <p:tav tm="100000">
                                          <p:val>
                                            <p:strVal val="#ppt_x"/>
                                          </p:val>
                                        </p:tav>
                                      </p:tavLst>
                                    </p:anim>
                                    <p:anim calcmode="lin" valueType="num">
                                      <p:cBhvr additive="base">
                                        <p:cTn id="38" dur="500" fill="hold"/>
                                        <p:tgtEl>
                                          <p:spTgt spid="38939"/>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7"/>
                                        </p:tgtEl>
                                        <p:attrNameLst>
                                          <p:attrName>style.visibility</p:attrName>
                                        </p:attrNameLst>
                                      </p:cBhvr>
                                      <p:to>
                                        <p:strVal val="visible"/>
                                      </p:to>
                                    </p:set>
                                    <p:anim calcmode="lin" valueType="num">
                                      <p:cBhvr additive="base">
                                        <p:cTn id="41" dur="500" fill="hold"/>
                                        <p:tgtEl>
                                          <p:spTgt spid="37"/>
                                        </p:tgtEl>
                                        <p:attrNameLst>
                                          <p:attrName>ppt_x</p:attrName>
                                        </p:attrNameLst>
                                      </p:cBhvr>
                                      <p:tavLst>
                                        <p:tav tm="0">
                                          <p:val>
                                            <p:strVal val="#ppt_x"/>
                                          </p:val>
                                        </p:tav>
                                        <p:tav tm="100000">
                                          <p:val>
                                            <p:strVal val="#ppt_x"/>
                                          </p:val>
                                        </p:tav>
                                      </p:tavLst>
                                    </p:anim>
                                    <p:anim calcmode="lin" valueType="num">
                                      <p:cBhvr additive="base">
                                        <p:cTn id="42" dur="500" fill="hold"/>
                                        <p:tgtEl>
                                          <p:spTgt spid="37"/>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39"/>
                                        </p:tgtEl>
                                        <p:attrNameLst>
                                          <p:attrName>style.visibility</p:attrName>
                                        </p:attrNameLst>
                                      </p:cBhvr>
                                      <p:to>
                                        <p:strVal val="visible"/>
                                      </p:to>
                                    </p:set>
                                    <p:anim calcmode="lin" valueType="num">
                                      <p:cBhvr additive="base">
                                        <p:cTn id="45" dur="500" fill="hold"/>
                                        <p:tgtEl>
                                          <p:spTgt spid="39"/>
                                        </p:tgtEl>
                                        <p:attrNameLst>
                                          <p:attrName>ppt_x</p:attrName>
                                        </p:attrNameLst>
                                      </p:cBhvr>
                                      <p:tavLst>
                                        <p:tav tm="0">
                                          <p:val>
                                            <p:strVal val="#ppt_x"/>
                                          </p:val>
                                        </p:tav>
                                        <p:tav tm="100000">
                                          <p:val>
                                            <p:strVal val="#ppt_x"/>
                                          </p:val>
                                        </p:tav>
                                      </p:tavLst>
                                    </p:anim>
                                    <p:anim calcmode="lin" valueType="num">
                                      <p:cBhvr additive="base">
                                        <p:cTn id="46" dur="500" fill="hold"/>
                                        <p:tgtEl>
                                          <p:spTgt spid="39"/>
                                        </p:tgtEl>
                                        <p:attrNameLst>
                                          <p:attrName>ppt_y</p:attrName>
                                        </p:attrNameLst>
                                      </p:cBhvr>
                                      <p:tavLst>
                                        <p:tav tm="0">
                                          <p:val>
                                            <p:strVal val="1+#ppt_h/2"/>
                                          </p:val>
                                        </p:tav>
                                        <p:tav tm="100000">
                                          <p:val>
                                            <p:strVal val="#ppt_y"/>
                                          </p:val>
                                        </p:tav>
                                      </p:tavLst>
                                    </p:anim>
                                  </p:childTnLst>
                                </p:cTn>
                              </p:par>
                              <p:par>
                                <p:cTn id="47" presetID="2" presetClass="exit" presetSubtype="4" fill="hold" nodeType="withEffect">
                                  <p:stCondLst>
                                    <p:cond delay="0"/>
                                  </p:stCondLst>
                                  <p:childTnLst>
                                    <p:anim calcmode="lin" valueType="num">
                                      <p:cBhvr additive="base">
                                        <p:cTn id="48" dur="500"/>
                                        <p:tgtEl>
                                          <p:spTgt spid="37892"/>
                                        </p:tgtEl>
                                        <p:attrNameLst>
                                          <p:attrName>ppt_x</p:attrName>
                                        </p:attrNameLst>
                                      </p:cBhvr>
                                      <p:tavLst>
                                        <p:tav tm="0">
                                          <p:val>
                                            <p:strVal val="ppt_x"/>
                                          </p:val>
                                        </p:tav>
                                        <p:tav tm="100000">
                                          <p:val>
                                            <p:strVal val="ppt_x"/>
                                          </p:val>
                                        </p:tav>
                                      </p:tavLst>
                                    </p:anim>
                                    <p:anim calcmode="lin" valueType="num">
                                      <p:cBhvr additive="base">
                                        <p:cTn id="49" dur="500"/>
                                        <p:tgtEl>
                                          <p:spTgt spid="37892"/>
                                        </p:tgtEl>
                                        <p:attrNameLst>
                                          <p:attrName>ppt_y</p:attrName>
                                        </p:attrNameLst>
                                      </p:cBhvr>
                                      <p:tavLst>
                                        <p:tav tm="0">
                                          <p:val>
                                            <p:strVal val="ppt_y"/>
                                          </p:val>
                                        </p:tav>
                                        <p:tav tm="100000">
                                          <p:val>
                                            <p:strVal val="1+ppt_h/2"/>
                                          </p:val>
                                        </p:tav>
                                      </p:tavLst>
                                    </p:anim>
                                    <p:set>
                                      <p:cBhvr>
                                        <p:cTn id="50" dur="1" fill="hold">
                                          <p:stCondLst>
                                            <p:cond delay="499"/>
                                          </p:stCondLst>
                                        </p:cTn>
                                        <p:tgtEl>
                                          <p:spTgt spid="37892"/>
                                        </p:tgtEl>
                                        <p:attrNameLst>
                                          <p:attrName>style.visibility</p:attrName>
                                        </p:attrNameLst>
                                      </p:cBhvr>
                                      <p:to>
                                        <p:strVal val="hidden"/>
                                      </p:to>
                                    </p:set>
                                  </p:childTnLst>
                                </p:cTn>
                              </p:par>
                              <p:par>
                                <p:cTn id="51" presetID="2" presetClass="entr" presetSubtype="4" fill="hold" nodeType="withEffect">
                                  <p:stCondLst>
                                    <p:cond delay="0"/>
                                  </p:stCondLst>
                                  <p:childTnLst>
                                    <p:set>
                                      <p:cBhvr>
                                        <p:cTn id="52" dur="1" fill="hold">
                                          <p:stCondLst>
                                            <p:cond delay="0"/>
                                          </p:stCondLst>
                                        </p:cTn>
                                        <p:tgtEl>
                                          <p:spTgt spid="40"/>
                                        </p:tgtEl>
                                        <p:attrNameLst>
                                          <p:attrName>style.visibility</p:attrName>
                                        </p:attrNameLst>
                                      </p:cBhvr>
                                      <p:to>
                                        <p:strVal val="visible"/>
                                      </p:to>
                                    </p:set>
                                    <p:anim calcmode="lin" valueType="num">
                                      <p:cBhvr additive="base">
                                        <p:cTn id="53" dur="500" fill="hold"/>
                                        <p:tgtEl>
                                          <p:spTgt spid="40"/>
                                        </p:tgtEl>
                                        <p:attrNameLst>
                                          <p:attrName>ppt_x</p:attrName>
                                        </p:attrNameLst>
                                      </p:cBhvr>
                                      <p:tavLst>
                                        <p:tav tm="0">
                                          <p:val>
                                            <p:strVal val="#ppt_x"/>
                                          </p:val>
                                        </p:tav>
                                        <p:tav tm="100000">
                                          <p:val>
                                            <p:strVal val="#ppt_x"/>
                                          </p:val>
                                        </p:tav>
                                      </p:tavLst>
                                    </p:anim>
                                    <p:anim calcmode="lin" valueType="num">
                                      <p:cBhvr additive="base">
                                        <p:cTn id="54" dur="500" fill="hold"/>
                                        <p:tgtEl>
                                          <p:spTgt spid="40"/>
                                        </p:tgtEl>
                                        <p:attrNameLst>
                                          <p:attrName>ppt_y</p:attrName>
                                        </p:attrNameLst>
                                      </p:cBhvr>
                                      <p:tavLst>
                                        <p:tav tm="0">
                                          <p:val>
                                            <p:strVal val="1+#ppt_h/2"/>
                                          </p:val>
                                        </p:tav>
                                        <p:tav tm="100000">
                                          <p:val>
                                            <p:strVal val="#ppt_y"/>
                                          </p:val>
                                        </p:tav>
                                      </p:tavLst>
                                    </p:anim>
                                  </p:childTnLst>
                                </p:cTn>
                              </p:par>
                              <p:par>
                                <p:cTn id="55" presetID="2" presetClass="exit" presetSubtype="4" fill="hold" nodeType="withEffect">
                                  <p:stCondLst>
                                    <p:cond delay="0"/>
                                  </p:stCondLst>
                                  <p:childTnLst>
                                    <p:anim calcmode="lin" valueType="num">
                                      <p:cBhvr additive="base">
                                        <p:cTn id="56" dur="500"/>
                                        <p:tgtEl>
                                          <p:spTgt spid="37905"/>
                                        </p:tgtEl>
                                        <p:attrNameLst>
                                          <p:attrName>ppt_x</p:attrName>
                                        </p:attrNameLst>
                                      </p:cBhvr>
                                      <p:tavLst>
                                        <p:tav tm="0">
                                          <p:val>
                                            <p:strVal val="ppt_x"/>
                                          </p:val>
                                        </p:tav>
                                        <p:tav tm="100000">
                                          <p:val>
                                            <p:strVal val="ppt_x"/>
                                          </p:val>
                                        </p:tav>
                                      </p:tavLst>
                                    </p:anim>
                                    <p:anim calcmode="lin" valueType="num">
                                      <p:cBhvr additive="base">
                                        <p:cTn id="57" dur="500"/>
                                        <p:tgtEl>
                                          <p:spTgt spid="37905"/>
                                        </p:tgtEl>
                                        <p:attrNameLst>
                                          <p:attrName>ppt_y</p:attrName>
                                        </p:attrNameLst>
                                      </p:cBhvr>
                                      <p:tavLst>
                                        <p:tav tm="0">
                                          <p:val>
                                            <p:strVal val="ppt_y"/>
                                          </p:val>
                                        </p:tav>
                                        <p:tav tm="100000">
                                          <p:val>
                                            <p:strVal val="1+ppt_h/2"/>
                                          </p:val>
                                        </p:tav>
                                      </p:tavLst>
                                    </p:anim>
                                    <p:set>
                                      <p:cBhvr>
                                        <p:cTn id="58" dur="1" fill="hold">
                                          <p:stCondLst>
                                            <p:cond delay="499"/>
                                          </p:stCondLst>
                                        </p:cTn>
                                        <p:tgtEl>
                                          <p:spTgt spid="37905"/>
                                        </p:tgtEl>
                                        <p:attrNameLst>
                                          <p:attrName>style.visibility</p:attrName>
                                        </p:attrNameLst>
                                      </p:cBhvr>
                                      <p:to>
                                        <p:strVal val="hidden"/>
                                      </p:to>
                                    </p:set>
                                  </p:childTnLst>
                                </p:cTn>
                              </p:par>
                              <p:par>
                                <p:cTn id="59" presetID="2" presetClass="exit" presetSubtype="4" fill="hold" nodeType="withEffect">
                                  <p:stCondLst>
                                    <p:cond delay="0"/>
                                  </p:stCondLst>
                                  <p:childTnLst>
                                    <p:anim calcmode="lin" valueType="num">
                                      <p:cBhvr additive="base">
                                        <p:cTn id="60" dur="500"/>
                                        <p:tgtEl>
                                          <p:spTgt spid="37906"/>
                                        </p:tgtEl>
                                        <p:attrNameLst>
                                          <p:attrName>ppt_x</p:attrName>
                                        </p:attrNameLst>
                                      </p:cBhvr>
                                      <p:tavLst>
                                        <p:tav tm="0">
                                          <p:val>
                                            <p:strVal val="ppt_x"/>
                                          </p:val>
                                        </p:tav>
                                        <p:tav tm="100000">
                                          <p:val>
                                            <p:strVal val="ppt_x"/>
                                          </p:val>
                                        </p:tav>
                                      </p:tavLst>
                                    </p:anim>
                                    <p:anim calcmode="lin" valueType="num">
                                      <p:cBhvr additive="base">
                                        <p:cTn id="61" dur="500"/>
                                        <p:tgtEl>
                                          <p:spTgt spid="37906"/>
                                        </p:tgtEl>
                                        <p:attrNameLst>
                                          <p:attrName>ppt_y</p:attrName>
                                        </p:attrNameLst>
                                      </p:cBhvr>
                                      <p:tavLst>
                                        <p:tav tm="0">
                                          <p:val>
                                            <p:strVal val="ppt_y"/>
                                          </p:val>
                                        </p:tav>
                                        <p:tav tm="100000">
                                          <p:val>
                                            <p:strVal val="1+ppt_h/2"/>
                                          </p:val>
                                        </p:tav>
                                      </p:tavLst>
                                    </p:anim>
                                    <p:set>
                                      <p:cBhvr>
                                        <p:cTn id="62" dur="1" fill="hold">
                                          <p:stCondLst>
                                            <p:cond delay="499"/>
                                          </p:stCondLst>
                                        </p:cTn>
                                        <p:tgtEl>
                                          <p:spTgt spid="37906"/>
                                        </p:tgtEl>
                                        <p:attrNameLst>
                                          <p:attrName>style.visibility</p:attrName>
                                        </p:attrNameLst>
                                      </p:cBhvr>
                                      <p:to>
                                        <p:strVal val="hidden"/>
                                      </p:to>
                                    </p:set>
                                  </p:childTnLst>
                                </p:cTn>
                              </p:par>
                              <p:par>
                                <p:cTn id="63" presetID="2" presetClass="exit" presetSubtype="4" fill="hold" nodeType="withEffect">
                                  <p:stCondLst>
                                    <p:cond delay="0"/>
                                  </p:stCondLst>
                                  <p:childTnLst>
                                    <p:anim calcmode="lin" valueType="num">
                                      <p:cBhvr additive="base">
                                        <p:cTn id="64" dur="500"/>
                                        <p:tgtEl>
                                          <p:spTgt spid="37907"/>
                                        </p:tgtEl>
                                        <p:attrNameLst>
                                          <p:attrName>ppt_x</p:attrName>
                                        </p:attrNameLst>
                                      </p:cBhvr>
                                      <p:tavLst>
                                        <p:tav tm="0">
                                          <p:val>
                                            <p:strVal val="ppt_x"/>
                                          </p:val>
                                        </p:tav>
                                        <p:tav tm="100000">
                                          <p:val>
                                            <p:strVal val="ppt_x"/>
                                          </p:val>
                                        </p:tav>
                                      </p:tavLst>
                                    </p:anim>
                                    <p:anim calcmode="lin" valueType="num">
                                      <p:cBhvr additive="base">
                                        <p:cTn id="65" dur="500"/>
                                        <p:tgtEl>
                                          <p:spTgt spid="37907"/>
                                        </p:tgtEl>
                                        <p:attrNameLst>
                                          <p:attrName>ppt_y</p:attrName>
                                        </p:attrNameLst>
                                      </p:cBhvr>
                                      <p:tavLst>
                                        <p:tav tm="0">
                                          <p:val>
                                            <p:strVal val="ppt_y"/>
                                          </p:val>
                                        </p:tav>
                                        <p:tav tm="100000">
                                          <p:val>
                                            <p:strVal val="1+ppt_h/2"/>
                                          </p:val>
                                        </p:tav>
                                      </p:tavLst>
                                    </p:anim>
                                    <p:set>
                                      <p:cBhvr>
                                        <p:cTn id="66" dur="1" fill="hold">
                                          <p:stCondLst>
                                            <p:cond delay="499"/>
                                          </p:stCondLst>
                                        </p:cTn>
                                        <p:tgtEl>
                                          <p:spTgt spid="3790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39" grpId="0" animBg="1"/>
      <p:bldP spid="3894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63" name="Rectangle 3"/>
          <p:cNvSpPr>
            <a:spLocks noGrp="1" noChangeArrowheads="1"/>
          </p:cNvSpPr>
          <p:nvPr>
            <p:ph idx="1"/>
          </p:nvPr>
        </p:nvSpPr>
        <p:spPr>
          <a:xfrm>
            <a:off x="395288" y="331788"/>
            <a:ext cx="8229600" cy="2736850"/>
          </a:xfrm>
        </p:spPr>
        <p:txBody>
          <a:bodyPr vert="horz" wrap="square" lIns="91440" tIns="45720" rIns="91440" bIns="45720" numCol="1" anchor="t" anchorCtr="0" compatLnSpc="1">
            <a:normAutofit fontScale="92500" lnSpcReduction="10000"/>
          </a:bodyPr>
          <a:lstStyle/>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void A::</a:t>
            </a:r>
            <a:r>
              <a:rPr kumimoji="0" lang="en-GB"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operator delete</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(void *p)</a:t>
            </a:r>
            <a:endPar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 *)p)-&gt;next = </a:t>
            </a:r>
            <a:r>
              <a:rPr kumimoji="0" lang="en-GB"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p_free</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GB"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p_free</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 (A *)p;</a:t>
            </a:r>
            <a:endPar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 *q1=new A;</a:t>
            </a:r>
            <a:endPar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 *q2=new A;</a:t>
            </a:r>
            <a:endPar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GB"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delete q1</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
        <p:nvSpPr>
          <p:cNvPr id="38915" name="Line 3"/>
          <p:cNvSpPr/>
          <p:nvPr/>
        </p:nvSpPr>
        <p:spPr>
          <a:xfrm flipH="1" flipV="1">
            <a:off x="2751138" y="3856038"/>
            <a:ext cx="0" cy="1295400"/>
          </a:xfrm>
          <a:prstGeom prst="line">
            <a:avLst/>
          </a:prstGeom>
          <a:ln w="9525" cap="flat" cmpd="sng">
            <a:solidFill>
              <a:schemeClr val="tx1"/>
            </a:solidFill>
            <a:prstDash val="solid"/>
            <a:miter/>
            <a:headEnd type="none" w="med" len="med"/>
            <a:tailEnd type="none" w="med" len="med"/>
          </a:ln>
        </p:spPr>
      </p:sp>
      <p:sp>
        <p:nvSpPr>
          <p:cNvPr id="37892" name="Rectangle 6"/>
          <p:cNvSpPr/>
          <p:nvPr/>
        </p:nvSpPr>
        <p:spPr>
          <a:xfrm>
            <a:off x="3621088" y="3686175"/>
            <a:ext cx="1965325" cy="2746375"/>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dirty="0"/>
          </a:p>
        </p:txBody>
      </p:sp>
      <p:sp>
        <p:nvSpPr>
          <p:cNvPr id="37893" name="Line 7"/>
          <p:cNvSpPr/>
          <p:nvPr/>
        </p:nvSpPr>
        <p:spPr>
          <a:xfrm>
            <a:off x="3621088" y="4371975"/>
            <a:ext cx="1965325" cy="0"/>
          </a:xfrm>
          <a:prstGeom prst="line">
            <a:avLst/>
          </a:prstGeom>
          <a:ln w="9525" cap="flat" cmpd="sng">
            <a:solidFill>
              <a:schemeClr val="tx1"/>
            </a:solidFill>
            <a:prstDash val="solid"/>
            <a:headEnd type="none" w="med" len="med"/>
            <a:tailEnd type="none" w="med" len="med"/>
          </a:ln>
        </p:spPr>
      </p:sp>
      <p:sp>
        <p:nvSpPr>
          <p:cNvPr id="37894" name="Line 8"/>
          <p:cNvSpPr/>
          <p:nvPr/>
        </p:nvSpPr>
        <p:spPr>
          <a:xfrm>
            <a:off x="3621088" y="5060950"/>
            <a:ext cx="1965325" cy="0"/>
          </a:xfrm>
          <a:prstGeom prst="line">
            <a:avLst/>
          </a:prstGeom>
          <a:ln w="9525" cap="flat" cmpd="sng">
            <a:solidFill>
              <a:schemeClr val="tx1"/>
            </a:solidFill>
            <a:prstDash val="solid"/>
            <a:headEnd type="none" w="med" len="med"/>
            <a:tailEnd type="none" w="med" len="med"/>
          </a:ln>
        </p:spPr>
      </p:sp>
      <p:sp>
        <p:nvSpPr>
          <p:cNvPr id="37895" name="Line 9"/>
          <p:cNvSpPr/>
          <p:nvPr/>
        </p:nvSpPr>
        <p:spPr>
          <a:xfrm>
            <a:off x="3621088" y="5746750"/>
            <a:ext cx="1965325" cy="0"/>
          </a:xfrm>
          <a:prstGeom prst="line">
            <a:avLst/>
          </a:prstGeom>
          <a:ln w="9525" cap="flat" cmpd="sng">
            <a:solidFill>
              <a:schemeClr val="tx1"/>
            </a:solidFill>
            <a:prstDash val="solid"/>
            <a:headEnd type="none" w="med" len="med"/>
            <a:tailEnd type="none" w="med" len="med"/>
          </a:ln>
        </p:spPr>
      </p:sp>
      <p:sp>
        <p:nvSpPr>
          <p:cNvPr id="37896" name="Line 16"/>
          <p:cNvSpPr/>
          <p:nvPr/>
        </p:nvSpPr>
        <p:spPr>
          <a:xfrm>
            <a:off x="5305425" y="5640388"/>
            <a:ext cx="561975" cy="0"/>
          </a:xfrm>
          <a:prstGeom prst="line">
            <a:avLst/>
          </a:prstGeom>
          <a:ln w="9525" cap="flat" cmpd="sng">
            <a:solidFill>
              <a:schemeClr val="tx1"/>
            </a:solidFill>
            <a:prstDash val="solid"/>
            <a:headEnd type="none" w="med" len="med"/>
            <a:tailEnd type="none" w="med" len="med"/>
          </a:ln>
        </p:spPr>
      </p:sp>
      <p:sp>
        <p:nvSpPr>
          <p:cNvPr id="37897" name="Line 17"/>
          <p:cNvSpPr/>
          <p:nvPr/>
        </p:nvSpPr>
        <p:spPr>
          <a:xfrm>
            <a:off x="5867400" y="5640388"/>
            <a:ext cx="0" cy="227012"/>
          </a:xfrm>
          <a:prstGeom prst="line">
            <a:avLst/>
          </a:prstGeom>
          <a:ln w="9525" cap="flat" cmpd="sng">
            <a:solidFill>
              <a:schemeClr val="tx1"/>
            </a:solidFill>
            <a:prstDash val="solid"/>
            <a:headEnd type="none" w="med" len="med"/>
            <a:tailEnd type="none" w="med" len="med"/>
          </a:ln>
        </p:spPr>
      </p:sp>
      <p:sp>
        <p:nvSpPr>
          <p:cNvPr id="37898" name="Line 18"/>
          <p:cNvSpPr/>
          <p:nvPr/>
        </p:nvSpPr>
        <p:spPr>
          <a:xfrm flipH="1">
            <a:off x="5586413" y="5867400"/>
            <a:ext cx="280987" cy="0"/>
          </a:xfrm>
          <a:prstGeom prst="line">
            <a:avLst/>
          </a:prstGeom>
          <a:ln w="9525" cap="flat" cmpd="sng">
            <a:solidFill>
              <a:schemeClr val="tx1"/>
            </a:solidFill>
            <a:prstDash val="solid"/>
            <a:headEnd type="none" w="med" len="med"/>
            <a:tailEnd type="triangle" w="med" len="med"/>
          </a:ln>
        </p:spPr>
      </p:sp>
      <p:sp>
        <p:nvSpPr>
          <p:cNvPr id="37899" name="Rectangle 19"/>
          <p:cNvSpPr/>
          <p:nvPr/>
        </p:nvSpPr>
        <p:spPr>
          <a:xfrm>
            <a:off x="2217738" y="3513138"/>
            <a:ext cx="842962" cy="458787"/>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dirty="0"/>
          </a:p>
        </p:txBody>
      </p:sp>
      <p:sp>
        <p:nvSpPr>
          <p:cNvPr id="37900" name="Text Box 20"/>
          <p:cNvSpPr txBox="1"/>
          <p:nvPr/>
        </p:nvSpPr>
        <p:spPr>
          <a:xfrm>
            <a:off x="1187450" y="3546475"/>
            <a:ext cx="1035050" cy="3683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r>
              <a:rPr lang="en-US" altLang="zh-CN" sz="1800" dirty="0"/>
              <a:t>p_free:</a:t>
            </a:r>
            <a:endParaRPr lang="en-US" altLang="zh-CN" sz="1800" dirty="0"/>
          </a:p>
        </p:txBody>
      </p:sp>
      <p:sp>
        <p:nvSpPr>
          <p:cNvPr id="37901" name="Line 21"/>
          <p:cNvSpPr/>
          <p:nvPr/>
        </p:nvSpPr>
        <p:spPr>
          <a:xfrm>
            <a:off x="3635375" y="4127500"/>
            <a:ext cx="1944688" cy="0"/>
          </a:xfrm>
          <a:prstGeom prst="line">
            <a:avLst/>
          </a:prstGeom>
          <a:ln w="9525" cap="flat" cmpd="sng">
            <a:solidFill>
              <a:schemeClr val="tx1"/>
            </a:solidFill>
            <a:prstDash val="dash"/>
            <a:miter/>
            <a:headEnd type="none" w="med" len="med"/>
            <a:tailEnd type="none" w="med" len="med"/>
          </a:ln>
        </p:spPr>
      </p:sp>
      <p:sp>
        <p:nvSpPr>
          <p:cNvPr id="37902" name="Line 22"/>
          <p:cNvSpPr/>
          <p:nvPr/>
        </p:nvSpPr>
        <p:spPr>
          <a:xfrm>
            <a:off x="3635375" y="4848225"/>
            <a:ext cx="1944688" cy="0"/>
          </a:xfrm>
          <a:prstGeom prst="line">
            <a:avLst/>
          </a:prstGeom>
          <a:ln w="9525" cap="flat" cmpd="sng">
            <a:solidFill>
              <a:schemeClr val="tx1"/>
            </a:solidFill>
            <a:prstDash val="dash"/>
            <a:miter/>
            <a:headEnd type="none" w="med" len="med"/>
            <a:tailEnd type="none" w="med" len="med"/>
          </a:ln>
        </p:spPr>
      </p:sp>
      <p:sp>
        <p:nvSpPr>
          <p:cNvPr id="37903" name="Line 23"/>
          <p:cNvSpPr/>
          <p:nvPr/>
        </p:nvSpPr>
        <p:spPr>
          <a:xfrm>
            <a:off x="3635375" y="6216650"/>
            <a:ext cx="1944688" cy="0"/>
          </a:xfrm>
          <a:prstGeom prst="line">
            <a:avLst/>
          </a:prstGeom>
          <a:ln w="9525" cap="flat" cmpd="sng">
            <a:solidFill>
              <a:schemeClr val="tx1"/>
            </a:solidFill>
            <a:prstDash val="dash"/>
            <a:miter/>
            <a:headEnd type="none" w="med" len="med"/>
            <a:tailEnd type="none" w="med" len="med"/>
          </a:ln>
        </p:spPr>
      </p:sp>
      <p:sp>
        <p:nvSpPr>
          <p:cNvPr id="37904" name="Line 24"/>
          <p:cNvSpPr/>
          <p:nvPr/>
        </p:nvSpPr>
        <p:spPr>
          <a:xfrm>
            <a:off x="4500563" y="5208588"/>
            <a:ext cx="0" cy="287337"/>
          </a:xfrm>
          <a:prstGeom prst="line">
            <a:avLst/>
          </a:prstGeom>
          <a:ln w="9525" cap="flat" cmpd="sng">
            <a:solidFill>
              <a:schemeClr val="tx1"/>
            </a:solidFill>
            <a:prstDash val="dash"/>
            <a:miter/>
            <a:headEnd type="none" w="med" len="med"/>
            <a:tailEnd type="none" w="med" len="med"/>
          </a:ln>
        </p:spPr>
      </p:sp>
      <p:sp>
        <p:nvSpPr>
          <p:cNvPr id="38977" name="Line 1"/>
          <p:cNvSpPr/>
          <p:nvPr/>
        </p:nvSpPr>
        <p:spPr>
          <a:xfrm flipH="1">
            <a:off x="2751138" y="5151438"/>
            <a:ext cx="792162" cy="0"/>
          </a:xfrm>
          <a:prstGeom prst="line">
            <a:avLst/>
          </a:prstGeom>
          <a:ln w="9525" cap="flat" cmpd="sng">
            <a:solidFill>
              <a:schemeClr val="tx1"/>
            </a:solidFill>
            <a:prstDash val="solid"/>
            <a:headEnd type="triangle" w="med" len="med"/>
            <a:tailEnd type="none" w="med" len="med"/>
          </a:ln>
        </p:spPr>
      </p:sp>
      <p:sp>
        <p:nvSpPr>
          <p:cNvPr id="37906" name="TextBox 64"/>
          <p:cNvSpPr txBox="1"/>
          <p:nvPr/>
        </p:nvSpPr>
        <p:spPr>
          <a:xfrm>
            <a:off x="4211638" y="6145213"/>
            <a:ext cx="649287" cy="3079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r>
              <a:rPr lang="en-US" altLang="zh-CN" sz="1400" dirty="0"/>
              <a:t>NULL</a:t>
            </a:r>
            <a:endParaRPr lang="zh-CN" altLang="en-US" sz="1400" dirty="0"/>
          </a:p>
        </p:txBody>
      </p:sp>
      <p:sp>
        <p:nvSpPr>
          <p:cNvPr id="66" name="矩形 65"/>
          <p:cNvSpPr/>
          <p:nvPr/>
        </p:nvSpPr>
        <p:spPr>
          <a:xfrm>
            <a:off x="3635375" y="3695700"/>
            <a:ext cx="1944688" cy="649288"/>
          </a:xfrm>
          <a:prstGeom prst="rect">
            <a:avLst/>
          </a:prstGeom>
          <a:solidFill>
            <a:schemeClr val="accent1"/>
          </a:solidFill>
          <a:ln w="9525" cap="flat" cmpd="sng">
            <a:solidFill>
              <a:schemeClr val="tx1"/>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dirty="0"/>
          </a:p>
        </p:txBody>
      </p:sp>
      <p:sp>
        <p:nvSpPr>
          <p:cNvPr id="37908" name="矩形 66"/>
          <p:cNvSpPr/>
          <p:nvPr/>
        </p:nvSpPr>
        <p:spPr>
          <a:xfrm>
            <a:off x="3635375" y="4416425"/>
            <a:ext cx="1944688" cy="647700"/>
          </a:xfrm>
          <a:prstGeom prst="rect">
            <a:avLst/>
          </a:prstGeom>
          <a:solidFill>
            <a:schemeClr val="accent1"/>
          </a:solidFill>
          <a:ln w="9525" cap="flat" cmpd="sng">
            <a:solidFill>
              <a:schemeClr val="tx1"/>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dirty="0"/>
          </a:p>
        </p:txBody>
      </p:sp>
      <p:sp>
        <p:nvSpPr>
          <p:cNvPr id="37909" name="TextBox 67"/>
          <p:cNvSpPr txBox="1"/>
          <p:nvPr/>
        </p:nvSpPr>
        <p:spPr>
          <a:xfrm>
            <a:off x="6259513" y="3552825"/>
            <a:ext cx="476250" cy="3698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r>
              <a:rPr lang="en-US" altLang="zh-CN" sz="1800" dirty="0"/>
              <a:t>q1</a:t>
            </a:r>
            <a:endParaRPr lang="zh-CN" altLang="en-US" sz="1800" dirty="0"/>
          </a:p>
        </p:txBody>
      </p:sp>
      <p:cxnSp>
        <p:nvCxnSpPr>
          <p:cNvPr id="37910" name="直接箭头连接符 69"/>
          <p:cNvCxnSpPr/>
          <p:nvPr/>
        </p:nvCxnSpPr>
        <p:spPr>
          <a:xfrm rot="10800000">
            <a:off x="5580063" y="3768725"/>
            <a:ext cx="647700" cy="1588"/>
          </a:xfrm>
          <a:prstGeom prst="straightConnector1">
            <a:avLst/>
          </a:prstGeom>
          <a:ln w="9525" cap="flat" cmpd="sng">
            <a:solidFill>
              <a:schemeClr val="tx1"/>
            </a:solidFill>
            <a:prstDash val="solid"/>
            <a:miter/>
            <a:headEnd type="none" w="med" len="med"/>
            <a:tailEnd type="arrow" w="med" len="med"/>
          </a:ln>
        </p:spPr>
      </p:cxnSp>
      <p:sp>
        <p:nvSpPr>
          <p:cNvPr id="73" name="Line 16"/>
          <p:cNvSpPr/>
          <p:nvPr/>
        </p:nvSpPr>
        <p:spPr>
          <a:xfrm>
            <a:off x="5291138" y="4260850"/>
            <a:ext cx="561975" cy="0"/>
          </a:xfrm>
          <a:prstGeom prst="line">
            <a:avLst/>
          </a:prstGeom>
          <a:ln w="9525" cap="flat" cmpd="sng">
            <a:solidFill>
              <a:schemeClr val="tx1"/>
            </a:solidFill>
            <a:prstDash val="solid"/>
            <a:headEnd type="none" w="med" len="med"/>
            <a:tailEnd type="none" w="med" len="med"/>
          </a:ln>
        </p:spPr>
      </p:sp>
      <p:sp>
        <p:nvSpPr>
          <p:cNvPr id="74" name="Line 17"/>
          <p:cNvSpPr/>
          <p:nvPr/>
        </p:nvSpPr>
        <p:spPr>
          <a:xfrm>
            <a:off x="5853113" y="4260850"/>
            <a:ext cx="14287" cy="947738"/>
          </a:xfrm>
          <a:prstGeom prst="line">
            <a:avLst/>
          </a:prstGeom>
          <a:ln w="9525" cap="flat" cmpd="sng">
            <a:solidFill>
              <a:schemeClr val="tx1"/>
            </a:solidFill>
            <a:prstDash val="solid"/>
            <a:headEnd type="none" w="med" len="med"/>
            <a:tailEnd type="none" w="med" len="med"/>
          </a:ln>
        </p:spPr>
      </p:sp>
      <p:sp>
        <p:nvSpPr>
          <p:cNvPr id="75" name="Line 18"/>
          <p:cNvSpPr/>
          <p:nvPr/>
        </p:nvSpPr>
        <p:spPr>
          <a:xfrm flipH="1">
            <a:off x="5572125" y="5208588"/>
            <a:ext cx="280988" cy="0"/>
          </a:xfrm>
          <a:prstGeom prst="line">
            <a:avLst/>
          </a:prstGeom>
          <a:ln w="9525" cap="flat" cmpd="sng">
            <a:solidFill>
              <a:schemeClr val="tx1"/>
            </a:solidFill>
            <a:prstDash val="solid"/>
            <a:headEnd type="none" w="med" len="med"/>
            <a:tailEnd type="triangle" w="med" len="med"/>
          </a:ln>
        </p:spPr>
      </p:sp>
      <p:cxnSp>
        <p:nvCxnSpPr>
          <p:cNvPr id="77" name="直接箭头连接符 76"/>
          <p:cNvCxnSpPr/>
          <p:nvPr/>
        </p:nvCxnSpPr>
        <p:spPr>
          <a:xfrm>
            <a:off x="2771775" y="3840163"/>
            <a:ext cx="863600" cy="1587"/>
          </a:xfrm>
          <a:prstGeom prst="straightConnector1">
            <a:avLst/>
          </a:prstGeom>
          <a:ln w="9525" cap="flat" cmpd="sng">
            <a:solidFill>
              <a:schemeClr val="tx1"/>
            </a:solidFill>
            <a:prstDash val="solid"/>
            <a:miter/>
            <a:headEnd type="none" w="med" len="med"/>
            <a:tailEnd type="arrow" w="med" len="med"/>
          </a:ln>
        </p:spPr>
      </p:cxnSp>
      <p:sp>
        <p:nvSpPr>
          <p:cNvPr id="37915" name="TextBox 67"/>
          <p:cNvSpPr txBox="1"/>
          <p:nvPr/>
        </p:nvSpPr>
        <p:spPr>
          <a:xfrm>
            <a:off x="6259513" y="4283075"/>
            <a:ext cx="476250" cy="3698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r>
              <a:rPr lang="en-US" altLang="zh-CN" sz="1800" dirty="0"/>
              <a:t>q2</a:t>
            </a:r>
            <a:endParaRPr lang="zh-CN" altLang="en-US" sz="1800" dirty="0"/>
          </a:p>
        </p:txBody>
      </p:sp>
      <p:cxnSp>
        <p:nvCxnSpPr>
          <p:cNvPr id="37916" name="直接箭头连接符 69"/>
          <p:cNvCxnSpPr/>
          <p:nvPr/>
        </p:nvCxnSpPr>
        <p:spPr>
          <a:xfrm rot="10800000">
            <a:off x="5580063" y="4498975"/>
            <a:ext cx="647700" cy="1588"/>
          </a:xfrm>
          <a:prstGeom prst="straightConnector1">
            <a:avLst/>
          </a:prstGeom>
          <a:ln w="9525" cap="flat" cmpd="sng">
            <a:solidFill>
              <a:schemeClr val="tx1"/>
            </a:solidFill>
            <a:prstDash val="solid"/>
            <a:miter/>
            <a:headEnd type="none" w="med" len="med"/>
            <a:tailEnd type="arrow" w="med" len="med"/>
          </a:ln>
        </p:spPr>
      </p:cxnSp>
      <p:sp>
        <p:nvSpPr>
          <p:cNvPr id="29" name="TextBox 67"/>
          <p:cNvSpPr txBox="1"/>
          <p:nvPr/>
        </p:nvSpPr>
        <p:spPr>
          <a:xfrm>
            <a:off x="6688138" y="3563938"/>
            <a:ext cx="536575" cy="3698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r>
              <a:rPr lang="en-US" altLang="zh-CN" sz="1800" dirty="0"/>
              <a:t>(p)</a:t>
            </a:r>
            <a:endParaRPr lang="zh-CN" alt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99363">
                                            <p:txEl>
                                              <p:charRg st="106" end="117"/>
                                            </p:txEl>
                                          </p:spTgt>
                                        </p:tgtEl>
                                        <p:attrNameLst>
                                          <p:attrName>style.visibility</p:attrName>
                                        </p:attrNameLst>
                                      </p:cBhvr>
                                      <p:to>
                                        <p:strVal val="visible"/>
                                      </p:to>
                                    </p:set>
                                    <p:anim calcmode="lin" valueType="num">
                                      <p:cBhvr additive="base">
                                        <p:cTn id="7" dur="500" fill="hold"/>
                                        <p:tgtEl>
                                          <p:spTgt spid="399363">
                                            <p:txEl>
                                              <p:charRg st="106" end="11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99363">
                                            <p:txEl>
                                              <p:charRg st="106" end="117"/>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99363">
                                            <p:txEl>
                                              <p:charRg st="0" end="33"/>
                                            </p:txEl>
                                          </p:spTgt>
                                        </p:tgtEl>
                                        <p:attrNameLst>
                                          <p:attrName>style.visibility</p:attrName>
                                        </p:attrNameLst>
                                      </p:cBhvr>
                                      <p:to>
                                        <p:strVal val="visible"/>
                                      </p:to>
                                    </p:set>
                                    <p:anim calcmode="lin" valueType="num">
                                      <p:cBhvr additive="base">
                                        <p:cTn id="13" dur="500" fill="hold"/>
                                        <p:tgtEl>
                                          <p:spTgt spid="399363">
                                            <p:txEl>
                                              <p:charRg st="0" end="3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99363">
                                            <p:txEl>
                                              <p:charRg st="0" end="33"/>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99363">
                                            <p:txEl>
                                              <p:charRg st="33" end="60"/>
                                            </p:txEl>
                                          </p:spTgt>
                                        </p:tgtEl>
                                        <p:attrNameLst>
                                          <p:attrName>style.visibility</p:attrName>
                                        </p:attrNameLst>
                                      </p:cBhvr>
                                      <p:to>
                                        <p:strVal val="visible"/>
                                      </p:to>
                                    </p:set>
                                    <p:anim calcmode="lin" valueType="num">
                                      <p:cBhvr additive="base">
                                        <p:cTn id="17" dur="500" fill="hold"/>
                                        <p:tgtEl>
                                          <p:spTgt spid="399363">
                                            <p:txEl>
                                              <p:charRg st="33" end="6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99363">
                                            <p:txEl>
                                              <p:charRg st="33" end="60"/>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99363">
                                            <p:txEl>
                                              <p:charRg st="60" end="78"/>
                                            </p:txEl>
                                          </p:spTgt>
                                        </p:tgtEl>
                                        <p:attrNameLst>
                                          <p:attrName>style.visibility</p:attrName>
                                        </p:attrNameLst>
                                      </p:cBhvr>
                                      <p:to>
                                        <p:strVal val="visible"/>
                                      </p:to>
                                    </p:set>
                                    <p:anim calcmode="lin" valueType="num">
                                      <p:cBhvr additive="base">
                                        <p:cTn id="21" dur="500" fill="hold"/>
                                        <p:tgtEl>
                                          <p:spTgt spid="399363">
                                            <p:txEl>
                                              <p:charRg st="60" end="78"/>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99363">
                                            <p:txEl>
                                              <p:charRg st="60" end="78"/>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99363">
                                            <p:txEl>
                                              <p:charRg st="78" end="80"/>
                                            </p:txEl>
                                          </p:spTgt>
                                        </p:tgtEl>
                                        <p:attrNameLst>
                                          <p:attrName>style.visibility</p:attrName>
                                        </p:attrNameLst>
                                      </p:cBhvr>
                                      <p:to>
                                        <p:strVal val="visible"/>
                                      </p:to>
                                    </p:set>
                                    <p:anim calcmode="lin" valueType="num">
                                      <p:cBhvr additive="base">
                                        <p:cTn id="25" dur="500" fill="hold"/>
                                        <p:tgtEl>
                                          <p:spTgt spid="399363">
                                            <p:txEl>
                                              <p:charRg st="78" end="8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99363">
                                            <p:txEl>
                                              <p:charRg st="78" end="80"/>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9"/>
                                        </p:tgtEl>
                                        <p:attrNameLst>
                                          <p:attrName>style.visibility</p:attrName>
                                        </p:attrNameLst>
                                      </p:cBhvr>
                                      <p:to>
                                        <p:strVal val="visible"/>
                                      </p:to>
                                    </p:set>
                                    <p:anim calcmode="lin" valueType="num">
                                      <p:cBhvr additive="base">
                                        <p:cTn id="29" dur="700" fill="hold"/>
                                        <p:tgtEl>
                                          <p:spTgt spid="29"/>
                                        </p:tgtEl>
                                        <p:attrNameLst>
                                          <p:attrName>ppt_x</p:attrName>
                                        </p:attrNameLst>
                                      </p:cBhvr>
                                      <p:tavLst>
                                        <p:tav tm="0">
                                          <p:val>
                                            <p:strVal val="#ppt_x"/>
                                          </p:val>
                                        </p:tav>
                                        <p:tav tm="100000">
                                          <p:val>
                                            <p:strVal val="#ppt_x"/>
                                          </p:val>
                                        </p:tav>
                                      </p:tavLst>
                                    </p:anim>
                                    <p:anim calcmode="lin" valueType="num">
                                      <p:cBhvr additive="base">
                                        <p:cTn id="30" dur="7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73"/>
                                        </p:tgtEl>
                                        <p:attrNameLst>
                                          <p:attrName>style.visibility</p:attrName>
                                        </p:attrNameLst>
                                      </p:cBhvr>
                                      <p:to>
                                        <p:strVal val="visible"/>
                                      </p:to>
                                    </p:set>
                                    <p:anim calcmode="lin" valueType="num">
                                      <p:cBhvr additive="base">
                                        <p:cTn id="35" dur="500" fill="hold"/>
                                        <p:tgtEl>
                                          <p:spTgt spid="73"/>
                                        </p:tgtEl>
                                        <p:attrNameLst>
                                          <p:attrName>ppt_x</p:attrName>
                                        </p:attrNameLst>
                                      </p:cBhvr>
                                      <p:tavLst>
                                        <p:tav tm="0">
                                          <p:val>
                                            <p:strVal val="#ppt_x"/>
                                          </p:val>
                                        </p:tav>
                                        <p:tav tm="100000">
                                          <p:val>
                                            <p:strVal val="#ppt_x"/>
                                          </p:val>
                                        </p:tav>
                                      </p:tavLst>
                                    </p:anim>
                                    <p:anim calcmode="lin" valueType="num">
                                      <p:cBhvr additive="base">
                                        <p:cTn id="36" dur="500" fill="hold"/>
                                        <p:tgtEl>
                                          <p:spTgt spid="73"/>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74"/>
                                        </p:tgtEl>
                                        <p:attrNameLst>
                                          <p:attrName>style.visibility</p:attrName>
                                        </p:attrNameLst>
                                      </p:cBhvr>
                                      <p:to>
                                        <p:strVal val="visible"/>
                                      </p:to>
                                    </p:set>
                                    <p:anim calcmode="lin" valueType="num">
                                      <p:cBhvr additive="base">
                                        <p:cTn id="39" dur="500" fill="hold"/>
                                        <p:tgtEl>
                                          <p:spTgt spid="74"/>
                                        </p:tgtEl>
                                        <p:attrNameLst>
                                          <p:attrName>ppt_x</p:attrName>
                                        </p:attrNameLst>
                                      </p:cBhvr>
                                      <p:tavLst>
                                        <p:tav tm="0">
                                          <p:val>
                                            <p:strVal val="#ppt_x"/>
                                          </p:val>
                                        </p:tav>
                                        <p:tav tm="100000">
                                          <p:val>
                                            <p:strVal val="#ppt_x"/>
                                          </p:val>
                                        </p:tav>
                                      </p:tavLst>
                                    </p:anim>
                                    <p:anim calcmode="lin" valueType="num">
                                      <p:cBhvr additive="base">
                                        <p:cTn id="40" dur="500" fill="hold"/>
                                        <p:tgtEl>
                                          <p:spTgt spid="74"/>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75"/>
                                        </p:tgtEl>
                                        <p:attrNameLst>
                                          <p:attrName>style.visibility</p:attrName>
                                        </p:attrNameLst>
                                      </p:cBhvr>
                                      <p:to>
                                        <p:strVal val="visible"/>
                                      </p:to>
                                    </p:set>
                                    <p:anim calcmode="lin" valueType="num">
                                      <p:cBhvr additive="base">
                                        <p:cTn id="43" dur="500" fill="hold"/>
                                        <p:tgtEl>
                                          <p:spTgt spid="75"/>
                                        </p:tgtEl>
                                        <p:attrNameLst>
                                          <p:attrName>ppt_x</p:attrName>
                                        </p:attrNameLst>
                                      </p:cBhvr>
                                      <p:tavLst>
                                        <p:tav tm="0">
                                          <p:val>
                                            <p:strVal val="#ppt_x"/>
                                          </p:val>
                                        </p:tav>
                                        <p:tav tm="100000">
                                          <p:val>
                                            <p:strVal val="#ppt_x"/>
                                          </p:val>
                                        </p:tav>
                                      </p:tavLst>
                                    </p:anim>
                                    <p:anim calcmode="lin" valueType="num">
                                      <p:cBhvr additive="base">
                                        <p:cTn id="44" dur="500" fill="hold"/>
                                        <p:tgtEl>
                                          <p:spTgt spid="75"/>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xit" presetSubtype="4" fill="hold" nodeType="clickEffect">
                                  <p:stCondLst>
                                    <p:cond delay="0"/>
                                  </p:stCondLst>
                                  <p:childTnLst>
                                    <p:anim calcmode="lin" valueType="num">
                                      <p:cBhvr additive="base">
                                        <p:cTn id="48" dur="500"/>
                                        <p:tgtEl>
                                          <p:spTgt spid="38915"/>
                                        </p:tgtEl>
                                        <p:attrNameLst>
                                          <p:attrName>ppt_x</p:attrName>
                                        </p:attrNameLst>
                                      </p:cBhvr>
                                      <p:tavLst>
                                        <p:tav tm="0">
                                          <p:val>
                                            <p:strVal val="ppt_x"/>
                                          </p:val>
                                        </p:tav>
                                        <p:tav tm="100000">
                                          <p:val>
                                            <p:strVal val="ppt_x"/>
                                          </p:val>
                                        </p:tav>
                                      </p:tavLst>
                                    </p:anim>
                                    <p:anim calcmode="lin" valueType="num">
                                      <p:cBhvr additive="base">
                                        <p:cTn id="49" dur="500"/>
                                        <p:tgtEl>
                                          <p:spTgt spid="38915"/>
                                        </p:tgtEl>
                                        <p:attrNameLst>
                                          <p:attrName>ppt_y</p:attrName>
                                        </p:attrNameLst>
                                      </p:cBhvr>
                                      <p:tavLst>
                                        <p:tav tm="0">
                                          <p:val>
                                            <p:strVal val="ppt_y"/>
                                          </p:val>
                                        </p:tav>
                                        <p:tav tm="100000">
                                          <p:val>
                                            <p:strVal val="1+ppt_h/2"/>
                                          </p:val>
                                        </p:tav>
                                      </p:tavLst>
                                    </p:anim>
                                    <p:set>
                                      <p:cBhvr>
                                        <p:cTn id="50" dur="1" fill="hold">
                                          <p:stCondLst>
                                            <p:cond delay="499"/>
                                          </p:stCondLst>
                                        </p:cTn>
                                        <p:tgtEl>
                                          <p:spTgt spid="38915"/>
                                        </p:tgtEl>
                                        <p:attrNameLst>
                                          <p:attrName>style.visibility</p:attrName>
                                        </p:attrNameLst>
                                      </p:cBhvr>
                                      <p:to>
                                        <p:strVal val="hidden"/>
                                      </p:to>
                                    </p:set>
                                  </p:childTnLst>
                                </p:cTn>
                              </p:par>
                              <p:par>
                                <p:cTn id="51" presetID="2" presetClass="exit" presetSubtype="4" fill="hold" nodeType="withEffect">
                                  <p:stCondLst>
                                    <p:cond delay="0"/>
                                  </p:stCondLst>
                                  <p:childTnLst>
                                    <p:anim calcmode="lin" valueType="num">
                                      <p:cBhvr additive="base">
                                        <p:cTn id="52" dur="500"/>
                                        <p:tgtEl>
                                          <p:spTgt spid="38977"/>
                                        </p:tgtEl>
                                        <p:attrNameLst>
                                          <p:attrName>ppt_x</p:attrName>
                                        </p:attrNameLst>
                                      </p:cBhvr>
                                      <p:tavLst>
                                        <p:tav tm="0">
                                          <p:val>
                                            <p:strVal val="ppt_x"/>
                                          </p:val>
                                        </p:tav>
                                        <p:tav tm="100000">
                                          <p:val>
                                            <p:strVal val="ppt_x"/>
                                          </p:val>
                                        </p:tav>
                                      </p:tavLst>
                                    </p:anim>
                                    <p:anim calcmode="lin" valueType="num">
                                      <p:cBhvr additive="base">
                                        <p:cTn id="53" dur="500"/>
                                        <p:tgtEl>
                                          <p:spTgt spid="38977"/>
                                        </p:tgtEl>
                                        <p:attrNameLst>
                                          <p:attrName>ppt_y</p:attrName>
                                        </p:attrNameLst>
                                      </p:cBhvr>
                                      <p:tavLst>
                                        <p:tav tm="0">
                                          <p:val>
                                            <p:strVal val="ppt_y"/>
                                          </p:val>
                                        </p:tav>
                                        <p:tav tm="100000">
                                          <p:val>
                                            <p:strVal val="1+ppt_h/2"/>
                                          </p:val>
                                        </p:tav>
                                      </p:tavLst>
                                    </p:anim>
                                    <p:set>
                                      <p:cBhvr>
                                        <p:cTn id="54" dur="1" fill="hold">
                                          <p:stCondLst>
                                            <p:cond delay="499"/>
                                          </p:stCondLst>
                                        </p:cTn>
                                        <p:tgtEl>
                                          <p:spTgt spid="38977"/>
                                        </p:tgtEl>
                                        <p:attrNameLst>
                                          <p:attrName>style.visibility</p:attrName>
                                        </p:attrNameLst>
                                      </p:cBhvr>
                                      <p:to>
                                        <p:strVal val="hidden"/>
                                      </p:to>
                                    </p:set>
                                  </p:childTnLst>
                                </p:cTn>
                              </p:par>
                              <p:par>
                                <p:cTn id="55" presetID="2" presetClass="entr" presetSubtype="4" fill="hold" nodeType="withEffect">
                                  <p:stCondLst>
                                    <p:cond delay="0"/>
                                  </p:stCondLst>
                                  <p:childTnLst>
                                    <p:set>
                                      <p:cBhvr>
                                        <p:cTn id="56" dur="1" fill="hold">
                                          <p:stCondLst>
                                            <p:cond delay="0"/>
                                          </p:stCondLst>
                                        </p:cTn>
                                        <p:tgtEl>
                                          <p:spTgt spid="77"/>
                                        </p:tgtEl>
                                        <p:attrNameLst>
                                          <p:attrName>style.visibility</p:attrName>
                                        </p:attrNameLst>
                                      </p:cBhvr>
                                      <p:to>
                                        <p:strVal val="visible"/>
                                      </p:to>
                                    </p:set>
                                    <p:anim calcmode="lin" valueType="num">
                                      <p:cBhvr additive="base">
                                        <p:cTn id="57" dur="500" fill="hold"/>
                                        <p:tgtEl>
                                          <p:spTgt spid="77"/>
                                        </p:tgtEl>
                                        <p:attrNameLst>
                                          <p:attrName>ppt_x</p:attrName>
                                        </p:attrNameLst>
                                      </p:cBhvr>
                                      <p:tavLst>
                                        <p:tav tm="0">
                                          <p:val>
                                            <p:strVal val="#ppt_x"/>
                                          </p:val>
                                        </p:tav>
                                        <p:tav tm="100000">
                                          <p:val>
                                            <p:strVal val="#ppt_x"/>
                                          </p:val>
                                        </p:tav>
                                      </p:tavLst>
                                    </p:anim>
                                    <p:anim calcmode="lin" valueType="num">
                                      <p:cBhvr additive="base">
                                        <p:cTn id="58" dur="500" fill="hold"/>
                                        <p:tgtEl>
                                          <p:spTgt spid="77"/>
                                        </p:tgtEl>
                                        <p:attrNameLst>
                                          <p:attrName>ppt_y</p:attrName>
                                        </p:attrNameLst>
                                      </p:cBhvr>
                                      <p:tavLst>
                                        <p:tav tm="0">
                                          <p:val>
                                            <p:strVal val="1+#ppt_h/2"/>
                                          </p:val>
                                        </p:tav>
                                        <p:tav tm="100000">
                                          <p:val>
                                            <p:strVal val="#ppt_y"/>
                                          </p:val>
                                        </p:tav>
                                      </p:tavLst>
                                    </p:anim>
                                  </p:childTnLst>
                                </p:cTn>
                              </p:par>
                              <p:par>
                                <p:cTn id="59" presetID="2" presetClass="exit" presetSubtype="4" fill="hold" grpId="0" nodeType="withEffect">
                                  <p:stCondLst>
                                    <p:cond delay="0"/>
                                  </p:stCondLst>
                                  <p:childTnLst>
                                    <p:anim calcmode="lin" valueType="num">
                                      <p:cBhvr additive="base">
                                        <p:cTn id="60" dur="500"/>
                                        <p:tgtEl>
                                          <p:spTgt spid="66"/>
                                        </p:tgtEl>
                                        <p:attrNameLst>
                                          <p:attrName>ppt_x</p:attrName>
                                        </p:attrNameLst>
                                      </p:cBhvr>
                                      <p:tavLst>
                                        <p:tav tm="0">
                                          <p:val>
                                            <p:strVal val="ppt_x"/>
                                          </p:val>
                                        </p:tav>
                                        <p:tav tm="100000">
                                          <p:val>
                                            <p:strVal val="ppt_x"/>
                                          </p:val>
                                        </p:tav>
                                      </p:tavLst>
                                    </p:anim>
                                    <p:anim calcmode="lin" valueType="num">
                                      <p:cBhvr additive="base">
                                        <p:cTn id="61" dur="500"/>
                                        <p:tgtEl>
                                          <p:spTgt spid="66"/>
                                        </p:tgtEl>
                                        <p:attrNameLst>
                                          <p:attrName>ppt_y</p:attrName>
                                        </p:attrNameLst>
                                      </p:cBhvr>
                                      <p:tavLst>
                                        <p:tav tm="0">
                                          <p:val>
                                            <p:strVal val="ppt_y"/>
                                          </p:val>
                                        </p:tav>
                                        <p:tav tm="100000">
                                          <p:val>
                                            <p:strVal val="1+ppt_h/2"/>
                                          </p:val>
                                        </p:tav>
                                      </p:tavLst>
                                    </p:anim>
                                    <p:set>
                                      <p:cBhvr>
                                        <p:cTn id="62" dur="1" fill="hold">
                                          <p:stCondLst>
                                            <p:cond delay="499"/>
                                          </p:stCondLst>
                                        </p:cTn>
                                        <p:tgtEl>
                                          <p:spTgt spid="6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P spid="2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Line 3"/>
          <p:cNvSpPr/>
          <p:nvPr/>
        </p:nvSpPr>
        <p:spPr>
          <a:xfrm flipH="1">
            <a:off x="3924300" y="2638425"/>
            <a:ext cx="0" cy="647700"/>
          </a:xfrm>
          <a:prstGeom prst="line">
            <a:avLst/>
          </a:prstGeom>
          <a:ln w="9525" cap="flat" cmpd="sng">
            <a:solidFill>
              <a:schemeClr val="tx1"/>
            </a:solidFill>
            <a:prstDash val="solid"/>
            <a:miter/>
            <a:headEnd type="none" w="med" len="med"/>
            <a:tailEnd type="none" w="med" len="med"/>
          </a:ln>
        </p:spPr>
      </p:sp>
      <p:sp>
        <p:nvSpPr>
          <p:cNvPr id="38915" name="Rectangle 6"/>
          <p:cNvSpPr/>
          <p:nvPr/>
        </p:nvSpPr>
        <p:spPr>
          <a:xfrm>
            <a:off x="1754188" y="3189288"/>
            <a:ext cx="1965325" cy="2746375"/>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dirty="0"/>
          </a:p>
        </p:txBody>
      </p:sp>
      <p:sp>
        <p:nvSpPr>
          <p:cNvPr id="38916" name="Line 7"/>
          <p:cNvSpPr/>
          <p:nvPr/>
        </p:nvSpPr>
        <p:spPr>
          <a:xfrm>
            <a:off x="1754188" y="3875088"/>
            <a:ext cx="1965325" cy="0"/>
          </a:xfrm>
          <a:prstGeom prst="line">
            <a:avLst/>
          </a:prstGeom>
          <a:ln w="9525" cap="flat" cmpd="sng">
            <a:solidFill>
              <a:schemeClr val="tx1"/>
            </a:solidFill>
            <a:prstDash val="solid"/>
            <a:headEnd type="none" w="med" len="med"/>
            <a:tailEnd type="none" w="med" len="med"/>
          </a:ln>
        </p:spPr>
      </p:sp>
      <p:sp>
        <p:nvSpPr>
          <p:cNvPr id="38917" name="Line 8"/>
          <p:cNvSpPr/>
          <p:nvPr/>
        </p:nvSpPr>
        <p:spPr>
          <a:xfrm>
            <a:off x="1754188" y="4564063"/>
            <a:ext cx="1965325" cy="0"/>
          </a:xfrm>
          <a:prstGeom prst="line">
            <a:avLst/>
          </a:prstGeom>
          <a:ln w="9525" cap="flat" cmpd="sng">
            <a:solidFill>
              <a:schemeClr val="tx1"/>
            </a:solidFill>
            <a:prstDash val="solid"/>
            <a:headEnd type="none" w="med" len="med"/>
            <a:tailEnd type="none" w="med" len="med"/>
          </a:ln>
        </p:spPr>
      </p:sp>
      <p:sp>
        <p:nvSpPr>
          <p:cNvPr id="38918" name="Line 9"/>
          <p:cNvSpPr/>
          <p:nvPr/>
        </p:nvSpPr>
        <p:spPr>
          <a:xfrm>
            <a:off x="1754188" y="5249863"/>
            <a:ext cx="1965325" cy="0"/>
          </a:xfrm>
          <a:prstGeom prst="line">
            <a:avLst/>
          </a:prstGeom>
          <a:ln w="9525" cap="flat" cmpd="sng">
            <a:solidFill>
              <a:schemeClr val="tx1"/>
            </a:solidFill>
            <a:prstDash val="solid"/>
            <a:headEnd type="none" w="med" len="med"/>
            <a:tailEnd type="none" w="med" len="med"/>
          </a:ln>
        </p:spPr>
      </p:sp>
      <p:sp>
        <p:nvSpPr>
          <p:cNvPr id="38919" name="Rectangle 19"/>
          <p:cNvSpPr/>
          <p:nvPr/>
        </p:nvSpPr>
        <p:spPr>
          <a:xfrm>
            <a:off x="3375025" y="2368550"/>
            <a:ext cx="842963" cy="458788"/>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dirty="0"/>
          </a:p>
        </p:txBody>
      </p:sp>
      <p:sp>
        <p:nvSpPr>
          <p:cNvPr id="38920" name="Text Box 20"/>
          <p:cNvSpPr txBox="1"/>
          <p:nvPr/>
        </p:nvSpPr>
        <p:spPr>
          <a:xfrm>
            <a:off x="3332163" y="1846263"/>
            <a:ext cx="923925"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r>
              <a:rPr lang="en-US" altLang="zh-CN" sz="1800" dirty="0"/>
              <a:t>p_free</a:t>
            </a:r>
            <a:endParaRPr lang="en-US" altLang="zh-CN" sz="1800" dirty="0"/>
          </a:p>
        </p:txBody>
      </p:sp>
      <p:sp>
        <p:nvSpPr>
          <p:cNvPr id="38921" name="Line 21"/>
          <p:cNvSpPr/>
          <p:nvPr/>
        </p:nvSpPr>
        <p:spPr>
          <a:xfrm>
            <a:off x="1768475" y="3630613"/>
            <a:ext cx="1944688" cy="0"/>
          </a:xfrm>
          <a:prstGeom prst="line">
            <a:avLst/>
          </a:prstGeom>
          <a:ln w="9525" cap="flat" cmpd="sng">
            <a:solidFill>
              <a:schemeClr val="tx1"/>
            </a:solidFill>
            <a:prstDash val="dash"/>
            <a:miter/>
            <a:headEnd type="none" w="med" len="med"/>
            <a:tailEnd type="none" w="med" len="med"/>
          </a:ln>
        </p:spPr>
      </p:sp>
      <p:sp>
        <p:nvSpPr>
          <p:cNvPr id="38922" name="Line 22"/>
          <p:cNvSpPr/>
          <p:nvPr/>
        </p:nvSpPr>
        <p:spPr>
          <a:xfrm>
            <a:off x="1768475" y="4351338"/>
            <a:ext cx="1944688" cy="0"/>
          </a:xfrm>
          <a:prstGeom prst="line">
            <a:avLst/>
          </a:prstGeom>
          <a:ln w="9525" cap="flat" cmpd="sng">
            <a:solidFill>
              <a:schemeClr val="tx1"/>
            </a:solidFill>
            <a:prstDash val="dash"/>
            <a:miter/>
            <a:headEnd type="none" w="med" len="med"/>
            <a:tailEnd type="none" w="med" len="med"/>
          </a:ln>
        </p:spPr>
      </p:sp>
      <p:sp>
        <p:nvSpPr>
          <p:cNvPr id="38923" name="Line 23"/>
          <p:cNvSpPr/>
          <p:nvPr/>
        </p:nvSpPr>
        <p:spPr>
          <a:xfrm>
            <a:off x="1768475" y="5719763"/>
            <a:ext cx="1944688" cy="0"/>
          </a:xfrm>
          <a:prstGeom prst="line">
            <a:avLst/>
          </a:prstGeom>
          <a:ln w="9525" cap="flat" cmpd="sng">
            <a:solidFill>
              <a:schemeClr val="tx1"/>
            </a:solidFill>
            <a:prstDash val="dash"/>
            <a:miter/>
            <a:headEnd type="none" w="med" len="med"/>
            <a:tailEnd type="none" w="med" len="med"/>
          </a:ln>
        </p:spPr>
      </p:sp>
      <p:sp>
        <p:nvSpPr>
          <p:cNvPr id="38924" name="Line 24"/>
          <p:cNvSpPr/>
          <p:nvPr/>
        </p:nvSpPr>
        <p:spPr>
          <a:xfrm>
            <a:off x="2633663" y="4711700"/>
            <a:ext cx="0" cy="287338"/>
          </a:xfrm>
          <a:prstGeom prst="line">
            <a:avLst/>
          </a:prstGeom>
          <a:ln w="9525" cap="flat" cmpd="sng">
            <a:solidFill>
              <a:schemeClr val="tx1"/>
            </a:solidFill>
            <a:prstDash val="dash"/>
            <a:miter/>
            <a:headEnd type="none" w="med" len="med"/>
            <a:tailEnd type="none" w="med" len="med"/>
          </a:ln>
        </p:spPr>
      </p:sp>
      <p:sp>
        <p:nvSpPr>
          <p:cNvPr id="49165" name="Rectangle 30"/>
          <p:cNvSpPr/>
          <p:nvPr/>
        </p:nvSpPr>
        <p:spPr>
          <a:xfrm>
            <a:off x="4341813" y="3189288"/>
            <a:ext cx="1965325" cy="2746375"/>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dirty="0"/>
          </a:p>
        </p:txBody>
      </p:sp>
      <p:sp>
        <p:nvSpPr>
          <p:cNvPr id="49166" name="Line 31"/>
          <p:cNvSpPr/>
          <p:nvPr/>
        </p:nvSpPr>
        <p:spPr>
          <a:xfrm>
            <a:off x="4341813" y="3875088"/>
            <a:ext cx="1965325" cy="0"/>
          </a:xfrm>
          <a:prstGeom prst="line">
            <a:avLst/>
          </a:prstGeom>
          <a:ln w="9525" cap="flat" cmpd="sng">
            <a:solidFill>
              <a:schemeClr val="tx1"/>
            </a:solidFill>
            <a:prstDash val="solid"/>
            <a:headEnd type="none" w="med" len="med"/>
            <a:tailEnd type="none" w="med" len="med"/>
          </a:ln>
        </p:spPr>
      </p:sp>
      <p:sp>
        <p:nvSpPr>
          <p:cNvPr id="49167" name="Line 32"/>
          <p:cNvSpPr/>
          <p:nvPr/>
        </p:nvSpPr>
        <p:spPr>
          <a:xfrm>
            <a:off x="4341813" y="4564063"/>
            <a:ext cx="1965325" cy="0"/>
          </a:xfrm>
          <a:prstGeom prst="line">
            <a:avLst/>
          </a:prstGeom>
          <a:ln w="9525" cap="flat" cmpd="sng">
            <a:solidFill>
              <a:schemeClr val="tx1"/>
            </a:solidFill>
            <a:prstDash val="solid"/>
            <a:headEnd type="none" w="med" len="med"/>
            <a:tailEnd type="none" w="med" len="med"/>
          </a:ln>
        </p:spPr>
      </p:sp>
      <p:sp>
        <p:nvSpPr>
          <p:cNvPr id="49168" name="Line 33"/>
          <p:cNvSpPr/>
          <p:nvPr/>
        </p:nvSpPr>
        <p:spPr>
          <a:xfrm>
            <a:off x="4341813" y="5249863"/>
            <a:ext cx="1965325" cy="0"/>
          </a:xfrm>
          <a:prstGeom prst="line">
            <a:avLst/>
          </a:prstGeom>
          <a:ln w="9525" cap="flat" cmpd="sng">
            <a:solidFill>
              <a:schemeClr val="tx1"/>
            </a:solidFill>
            <a:prstDash val="solid"/>
            <a:headEnd type="none" w="med" len="med"/>
            <a:tailEnd type="none" w="med" len="med"/>
          </a:ln>
        </p:spPr>
      </p:sp>
      <p:sp>
        <p:nvSpPr>
          <p:cNvPr id="49169" name="Line 34"/>
          <p:cNvSpPr/>
          <p:nvPr/>
        </p:nvSpPr>
        <p:spPr>
          <a:xfrm>
            <a:off x="6026150" y="3771900"/>
            <a:ext cx="561975" cy="0"/>
          </a:xfrm>
          <a:prstGeom prst="line">
            <a:avLst/>
          </a:prstGeom>
          <a:ln w="9525" cap="flat" cmpd="sng">
            <a:solidFill>
              <a:schemeClr val="tx1"/>
            </a:solidFill>
            <a:prstDash val="solid"/>
            <a:headEnd type="none" w="med" len="med"/>
            <a:tailEnd type="none" w="med" len="med"/>
          </a:ln>
        </p:spPr>
      </p:sp>
      <p:sp>
        <p:nvSpPr>
          <p:cNvPr id="49170" name="Line 35"/>
          <p:cNvSpPr/>
          <p:nvPr/>
        </p:nvSpPr>
        <p:spPr>
          <a:xfrm>
            <a:off x="6588125" y="3771900"/>
            <a:ext cx="0" cy="227013"/>
          </a:xfrm>
          <a:prstGeom prst="line">
            <a:avLst/>
          </a:prstGeom>
          <a:ln w="9525" cap="flat" cmpd="sng">
            <a:solidFill>
              <a:schemeClr val="tx1"/>
            </a:solidFill>
            <a:prstDash val="solid"/>
            <a:headEnd type="none" w="med" len="med"/>
            <a:tailEnd type="none" w="med" len="med"/>
          </a:ln>
        </p:spPr>
      </p:sp>
      <p:sp>
        <p:nvSpPr>
          <p:cNvPr id="49171" name="Line 36"/>
          <p:cNvSpPr/>
          <p:nvPr/>
        </p:nvSpPr>
        <p:spPr>
          <a:xfrm flipH="1">
            <a:off x="6307138" y="3998913"/>
            <a:ext cx="280987" cy="0"/>
          </a:xfrm>
          <a:prstGeom prst="line">
            <a:avLst/>
          </a:prstGeom>
          <a:ln w="9525" cap="flat" cmpd="sng">
            <a:solidFill>
              <a:schemeClr val="tx1"/>
            </a:solidFill>
            <a:prstDash val="solid"/>
            <a:headEnd type="none" w="med" len="med"/>
            <a:tailEnd type="triangle" w="med" len="med"/>
          </a:ln>
        </p:spPr>
      </p:sp>
      <p:sp>
        <p:nvSpPr>
          <p:cNvPr id="49172" name="Line 37"/>
          <p:cNvSpPr/>
          <p:nvPr/>
        </p:nvSpPr>
        <p:spPr>
          <a:xfrm>
            <a:off x="6026150" y="4457700"/>
            <a:ext cx="561975" cy="0"/>
          </a:xfrm>
          <a:prstGeom prst="line">
            <a:avLst/>
          </a:prstGeom>
          <a:ln w="9525" cap="flat" cmpd="sng">
            <a:solidFill>
              <a:schemeClr val="tx1"/>
            </a:solidFill>
            <a:prstDash val="solid"/>
            <a:headEnd type="none" w="med" len="med"/>
            <a:tailEnd type="none" w="med" len="med"/>
          </a:ln>
        </p:spPr>
      </p:sp>
      <p:sp>
        <p:nvSpPr>
          <p:cNvPr id="49173" name="Line 38"/>
          <p:cNvSpPr/>
          <p:nvPr/>
        </p:nvSpPr>
        <p:spPr>
          <a:xfrm>
            <a:off x="6588125" y="4457700"/>
            <a:ext cx="0" cy="227013"/>
          </a:xfrm>
          <a:prstGeom prst="line">
            <a:avLst/>
          </a:prstGeom>
          <a:ln w="9525" cap="flat" cmpd="sng">
            <a:solidFill>
              <a:schemeClr val="tx1"/>
            </a:solidFill>
            <a:prstDash val="solid"/>
            <a:headEnd type="none" w="med" len="med"/>
            <a:tailEnd type="none" w="med" len="med"/>
          </a:ln>
        </p:spPr>
      </p:sp>
      <p:sp>
        <p:nvSpPr>
          <p:cNvPr id="49174" name="Line 39"/>
          <p:cNvSpPr/>
          <p:nvPr/>
        </p:nvSpPr>
        <p:spPr>
          <a:xfrm flipH="1">
            <a:off x="6307138" y="4684713"/>
            <a:ext cx="280987" cy="0"/>
          </a:xfrm>
          <a:prstGeom prst="line">
            <a:avLst/>
          </a:prstGeom>
          <a:ln w="9525" cap="flat" cmpd="sng">
            <a:solidFill>
              <a:schemeClr val="tx1"/>
            </a:solidFill>
            <a:prstDash val="solid"/>
            <a:headEnd type="none" w="med" len="med"/>
            <a:tailEnd type="triangle" w="med" len="med"/>
          </a:ln>
        </p:spPr>
      </p:sp>
      <p:sp>
        <p:nvSpPr>
          <p:cNvPr id="49175" name="Line 40"/>
          <p:cNvSpPr/>
          <p:nvPr/>
        </p:nvSpPr>
        <p:spPr>
          <a:xfrm>
            <a:off x="6026150" y="5143500"/>
            <a:ext cx="561975" cy="0"/>
          </a:xfrm>
          <a:prstGeom prst="line">
            <a:avLst/>
          </a:prstGeom>
          <a:ln w="9525" cap="flat" cmpd="sng">
            <a:solidFill>
              <a:schemeClr val="tx1"/>
            </a:solidFill>
            <a:prstDash val="solid"/>
            <a:headEnd type="none" w="med" len="med"/>
            <a:tailEnd type="none" w="med" len="med"/>
          </a:ln>
        </p:spPr>
      </p:sp>
      <p:sp>
        <p:nvSpPr>
          <p:cNvPr id="49176" name="Line 41"/>
          <p:cNvSpPr/>
          <p:nvPr/>
        </p:nvSpPr>
        <p:spPr>
          <a:xfrm>
            <a:off x="6588125" y="5143500"/>
            <a:ext cx="0" cy="227013"/>
          </a:xfrm>
          <a:prstGeom prst="line">
            <a:avLst/>
          </a:prstGeom>
          <a:ln w="9525" cap="flat" cmpd="sng">
            <a:solidFill>
              <a:schemeClr val="tx1"/>
            </a:solidFill>
            <a:prstDash val="solid"/>
            <a:headEnd type="none" w="med" len="med"/>
            <a:tailEnd type="none" w="med" len="med"/>
          </a:ln>
        </p:spPr>
      </p:sp>
      <p:sp>
        <p:nvSpPr>
          <p:cNvPr id="49177" name="Line 42"/>
          <p:cNvSpPr/>
          <p:nvPr/>
        </p:nvSpPr>
        <p:spPr>
          <a:xfrm flipH="1">
            <a:off x="6307138" y="5370513"/>
            <a:ext cx="280987" cy="0"/>
          </a:xfrm>
          <a:prstGeom prst="line">
            <a:avLst/>
          </a:prstGeom>
          <a:ln w="9525" cap="flat" cmpd="sng">
            <a:solidFill>
              <a:schemeClr val="tx1"/>
            </a:solidFill>
            <a:prstDash val="solid"/>
            <a:headEnd type="none" w="med" len="med"/>
            <a:tailEnd type="triangle" w="med" len="med"/>
          </a:ln>
        </p:spPr>
      </p:sp>
      <p:sp>
        <p:nvSpPr>
          <p:cNvPr id="49178" name="Line 45"/>
          <p:cNvSpPr/>
          <p:nvPr/>
        </p:nvSpPr>
        <p:spPr>
          <a:xfrm>
            <a:off x="4356100" y="3630613"/>
            <a:ext cx="1944688" cy="0"/>
          </a:xfrm>
          <a:prstGeom prst="line">
            <a:avLst/>
          </a:prstGeom>
          <a:ln w="9525" cap="flat" cmpd="sng">
            <a:solidFill>
              <a:schemeClr val="tx1"/>
            </a:solidFill>
            <a:prstDash val="dash"/>
            <a:miter/>
            <a:headEnd type="none" w="med" len="med"/>
            <a:tailEnd type="none" w="med" len="med"/>
          </a:ln>
        </p:spPr>
      </p:sp>
      <p:sp>
        <p:nvSpPr>
          <p:cNvPr id="49179" name="Line 46"/>
          <p:cNvSpPr/>
          <p:nvPr/>
        </p:nvSpPr>
        <p:spPr>
          <a:xfrm>
            <a:off x="4356100" y="4351338"/>
            <a:ext cx="1944688" cy="0"/>
          </a:xfrm>
          <a:prstGeom prst="line">
            <a:avLst/>
          </a:prstGeom>
          <a:ln w="9525" cap="flat" cmpd="sng">
            <a:solidFill>
              <a:schemeClr val="tx1"/>
            </a:solidFill>
            <a:prstDash val="dash"/>
            <a:miter/>
            <a:headEnd type="none" w="med" len="med"/>
            <a:tailEnd type="none" w="med" len="med"/>
          </a:ln>
        </p:spPr>
      </p:sp>
      <p:sp>
        <p:nvSpPr>
          <p:cNvPr id="49180" name="Line 47"/>
          <p:cNvSpPr/>
          <p:nvPr/>
        </p:nvSpPr>
        <p:spPr>
          <a:xfrm>
            <a:off x="4356100" y="5719763"/>
            <a:ext cx="1944688" cy="0"/>
          </a:xfrm>
          <a:prstGeom prst="line">
            <a:avLst/>
          </a:prstGeom>
          <a:ln w="9525" cap="flat" cmpd="sng">
            <a:solidFill>
              <a:schemeClr val="tx1"/>
            </a:solidFill>
            <a:prstDash val="dash"/>
            <a:miter/>
            <a:headEnd type="none" w="med" len="med"/>
            <a:tailEnd type="none" w="med" len="med"/>
          </a:ln>
        </p:spPr>
      </p:sp>
      <p:sp>
        <p:nvSpPr>
          <p:cNvPr id="49181" name="Line 48"/>
          <p:cNvSpPr/>
          <p:nvPr/>
        </p:nvSpPr>
        <p:spPr>
          <a:xfrm>
            <a:off x="5221288" y="4711700"/>
            <a:ext cx="0" cy="287338"/>
          </a:xfrm>
          <a:prstGeom prst="line">
            <a:avLst/>
          </a:prstGeom>
          <a:ln w="9525" cap="flat" cmpd="sng">
            <a:solidFill>
              <a:schemeClr val="tx1"/>
            </a:solidFill>
            <a:prstDash val="dash"/>
            <a:miter/>
            <a:headEnd type="none" w="med" len="med"/>
            <a:tailEnd type="none" w="med" len="med"/>
          </a:ln>
        </p:spPr>
      </p:sp>
      <p:sp>
        <p:nvSpPr>
          <p:cNvPr id="49182" name="Text Box 67"/>
          <p:cNvSpPr txBox="1"/>
          <p:nvPr/>
        </p:nvSpPr>
        <p:spPr>
          <a:xfrm>
            <a:off x="5060950" y="5645150"/>
            <a:ext cx="644525" cy="304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r>
              <a:rPr lang="en-US" altLang="zh-CN" sz="1400" dirty="0"/>
              <a:t>NULL</a:t>
            </a:r>
            <a:endParaRPr lang="en-US" altLang="zh-CN" sz="1400" dirty="0"/>
          </a:p>
        </p:txBody>
      </p:sp>
      <p:sp>
        <p:nvSpPr>
          <p:cNvPr id="49183" name="Line 1"/>
          <p:cNvSpPr/>
          <p:nvPr/>
        </p:nvSpPr>
        <p:spPr>
          <a:xfrm flipH="1">
            <a:off x="3924300" y="3286125"/>
            <a:ext cx="433388" cy="0"/>
          </a:xfrm>
          <a:prstGeom prst="line">
            <a:avLst/>
          </a:prstGeom>
          <a:ln w="9525" cap="flat" cmpd="sng">
            <a:solidFill>
              <a:schemeClr val="tx1"/>
            </a:solidFill>
            <a:prstDash val="solid"/>
            <a:headEnd type="triangle" w="med" len="med"/>
            <a:tailEnd type="none" w="med" len="med"/>
          </a:ln>
        </p:spPr>
      </p:sp>
      <p:sp>
        <p:nvSpPr>
          <p:cNvPr id="38944" name="矩形 66"/>
          <p:cNvSpPr/>
          <p:nvPr/>
        </p:nvSpPr>
        <p:spPr>
          <a:xfrm>
            <a:off x="1820863" y="3286125"/>
            <a:ext cx="1871662" cy="2592388"/>
          </a:xfrm>
          <a:prstGeom prst="rect">
            <a:avLst/>
          </a:prstGeom>
          <a:solidFill>
            <a:schemeClr val="accent1"/>
          </a:solidFill>
          <a:ln w="9525" cap="flat" cmpd="sng">
            <a:solidFill>
              <a:schemeClr val="tx1"/>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dirty="0"/>
          </a:p>
        </p:txBody>
      </p:sp>
      <p:sp>
        <p:nvSpPr>
          <p:cNvPr id="399363" name="Rectangle 3"/>
          <p:cNvSpPr>
            <a:spLocks noChangeArrowheads="1"/>
          </p:cNvSpPr>
          <p:nvPr/>
        </p:nvSpPr>
        <p:spPr bwMode="auto">
          <a:xfrm>
            <a:off x="395288" y="476250"/>
            <a:ext cx="8229600" cy="1008063"/>
          </a:xfrm>
          <a:prstGeom prst="rect">
            <a:avLst/>
          </a:prstGeom>
          <a:noFill/>
          <a:ln w="9525">
            <a:noFill/>
            <a:miter lim="800000"/>
          </a:ln>
        </p:spPr>
        <p:txBody>
          <a:bodyPr/>
          <a:lstStyle/>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在创建动态对象时，一大块用完了，怎么办？</a:t>
            </a:r>
            <a:endParaRPr kumimoji="0"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将会申请第二大块，并再次构建链表：</a:t>
            </a:r>
            <a:endParaRPr kumimoji="0" lang="zh-CN" altLang="en-US"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2" name="TextBox 1"/>
          <p:cNvSpPr txBox="1"/>
          <p:nvPr/>
        </p:nvSpPr>
        <p:spPr>
          <a:xfrm>
            <a:off x="3492500" y="2473325"/>
            <a:ext cx="649288" cy="3079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r>
              <a:rPr lang="en-US" altLang="zh-CN" sz="1400" dirty="0"/>
              <a:t>NULL</a:t>
            </a:r>
            <a:endParaRPr lang="zh-CN" alt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2"/>
                                        </p:tgtEl>
                                        <p:attrNameLst>
                                          <p:attrName>ppt_x</p:attrName>
                                        </p:attrNameLst>
                                      </p:cBhvr>
                                      <p:tavLst>
                                        <p:tav tm="0">
                                          <p:val>
                                            <p:strVal val="ppt_x"/>
                                          </p:val>
                                        </p:tav>
                                        <p:tav tm="100000">
                                          <p:val>
                                            <p:strVal val="ppt_x"/>
                                          </p:val>
                                        </p:tav>
                                      </p:tavLst>
                                    </p:anim>
                                    <p:anim calcmode="lin" valueType="num">
                                      <p:cBhvr additive="base">
                                        <p:cTn id="7" dur="500"/>
                                        <p:tgtEl>
                                          <p:spTgt spid="2"/>
                                        </p:tgtEl>
                                        <p:attrNameLst>
                                          <p:attrName>ppt_y</p:attrName>
                                        </p:attrNameLst>
                                      </p:cBhvr>
                                      <p:tavLst>
                                        <p:tav tm="0">
                                          <p:val>
                                            <p:strVal val="ppt_y"/>
                                          </p:val>
                                        </p:tav>
                                        <p:tav tm="100000">
                                          <p:val>
                                            <p:strVal val="1+ppt_h/2"/>
                                          </p:val>
                                        </p:tav>
                                      </p:tavLst>
                                    </p:anim>
                                    <p:set>
                                      <p:cBhvr>
                                        <p:cTn id="8" dur="1" fill="hold">
                                          <p:stCondLst>
                                            <p:cond delay="499"/>
                                          </p:stCondLst>
                                        </p:cTn>
                                        <p:tgtEl>
                                          <p:spTgt spid="2"/>
                                        </p:tgtEl>
                                        <p:attrNameLst>
                                          <p:attrName>style.visibility</p:attrName>
                                        </p:attrNameLst>
                                      </p:cBhvr>
                                      <p:to>
                                        <p:strVal val="hidden"/>
                                      </p:to>
                                    </p:set>
                                  </p:childTnLst>
                                </p:cTn>
                              </p:par>
                              <p:par>
                                <p:cTn id="9" presetID="2" presetClass="entr" presetSubtype="4" fill="hold" grpId="0" nodeType="withEffect">
                                  <p:stCondLst>
                                    <p:cond delay="0"/>
                                  </p:stCondLst>
                                  <p:childTnLst>
                                    <p:set>
                                      <p:cBhvr>
                                        <p:cTn id="10" dur="1" fill="hold">
                                          <p:stCondLst>
                                            <p:cond delay="0"/>
                                          </p:stCondLst>
                                        </p:cTn>
                                        <p:tgtEl>
                                          <p:spTgt spid="49165"/>
                                        </p:tgtEl>
                                        <p:attrNameLst>
                                          <p:attrName>style.visibility</p:attrName>
                                        </p:attrNameLst>
                                      </p:cBhvr>
                                      <p:to>
                                        <p:strVal val="visible"/>
                                      </p:to>
                                    </p:set>
                                    <p:anim calcmode="lin" valueType="num">
                                      <p:cBhvr additive="base">
                                        <p:cTn id="11" dur="500" fill="hold"/>
                                        <p:tgtEl>
                                          <p:spTgt spid="49165"/>
                                        </p:tgtEl>
                                        <p:attrNameLst>
                                          <p:attrName>ppt_x</p:attrName>
                                        </p:attrNameLst>
                                      </p:cBhvr>
                                      <p:tavLst>
                                        <p:tav tm="0">
                                          <p:val>
                                            <p:strVal val="#ppt_x"/>
                                          </p:val>
                                        </p:tav>
                                        <p:tav tm="100000">
                                          <p:val>
                                            <p:strVal val="#ppt_x"/>
                                          </p:val>
                                        </p:tav>
                                      </p:tavLst>
                                    </p:anim>
                                    <p:anim calcmode="lin" valueType="num">
                                      <p:cBhvr additive="base">
                                        <p:cTn id="12" dur="500" fill="hold"/>
                                        <p:tgtEl>
                                          <p:spTgt spid="49165"/>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9166"/>
                                        </p:tgtEl>
                                        <p:attrNameLst>
                                          <p:attrName>style.visibility</p:attrName>
                                        </p:attrNameLst>
                                      </p:cBhvr>
                                      <p:to>
                                        <p:strVal val="visible"/>
                                      </p:to>
                                    </p:set>
                                    <p:anim calcmode="lin" valueType="num">
                                      <p:cBhvr additive="base">
                                        <p:cTn id="15" dur="500" fill="hold"/>
                                        <p:tgtEl>
                                          <p:spTgt spid="49166"/>
                                        </p:tgtEl>
                                        <p:attrNameLst>
                                          <p:attrName>ppt_x</p:attrName>
                                        </p:attrNameLst>
                                      </p:cBhvr>
                                      <p:tavLst>
                                        <p:tav tm="0">
                                          <p:val>
                                            <p:strVal val="#ppt_x"/>
                                          </p:val>
                                        </p:tav>
                                        <p:tav tm="100000">
                                          <p:val>
                                            <p:strVal val="#ppt_x"/>
                                          </p:val>
                                        </p:tav>
                                      </p:tavLst>
                                    </p:anim>
                                    <p:anim calcmode="lin" valueType="num">
                                      <p:cBhvr additive="base">
                                        <p:cTn id="16" dur="500" fill="hold"/>
                                        <p:tgtEl>
                                          <p:spTgt spid="49166"/>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9167"/>
                                        </p:tgtEl>
                                        <p:attrNameLst>
                                          <p:attrName>style.visibility</p:attrName>
                                        </p:attrNameLst>
                                      </p:cBhvr>
                                      <p:to>
                                        <p:strVal val="visible"/>
                                      </p:to>
                                    </p:set>
                                    <p:anim calcmode="lin" valueType="num">
                                      <p:cBhvr additive="base">
                                        <p:cTn id="19" dur="500" fill="hold"/>
                                        <p:tgtEl>
                                          <p:spTgt spid="49167"/>
                                        </p:tgtEl>
                                        <p:attrNameLst>
                                          <p:attrName>ppt_x</p:attrName>
                                        </p:attrNameLst>
                                      </p:cBhvr>
                                      <p:tavLst>
                                        <p:tav tm="0">
                                          <p:val>
                                            <p:strVal val="#ppt_x"/>
                                          </p:val>
                                        </p:tav>
                                        <p:tav tm="100000">
                                          <p:val>
                                            <p:strVal val="#ppt_x"/>
                                          </p:val>
                                        </p:tav>
                                      </p:tavLst>
                                    </p:anim>
                                    <p:anim calcmode="lin" valueType="num">
                                      <p:cBhvr additive="base">
                                        <p:cTn id="20" dur="500" fill="hold"/>
                                        <p:tgtEl>
                                          <p:spTgt spid="49167"/>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9168"/>
                                        </p:tgtEl>
                                        <p:attrNameLst>
                                          <p:attrName>style.visibility</p:attrName>
                                        </p:attrNameLst>
                                      </p:cBhvr>
                                      <p:to>
                                        <p:strVal val="visible"/>
                                      </p:to>
                                    </p:set>
                                    <p:anim calcmode="lin" valueType="num">
                                      <p:cBhvr additive="base">
                                        <p:cTn id="23" dur="500" fill="hold"/>
                                        <p:tgtEl>
                                          <p:spTgt spid="49168"/>
                                        </p:tgtEl>
                                        <p:attrNameLst>
                                          <p:attrName>ppt_x</p:attrName>
                                        </p:attrNameLst>
                                      </p:cBhvr>
                                      <p:tavLst>
                                        <p:tav tm="0">
                                          <p:val>
                                            <p:strVal val="#ppt_x"/>
                                          </p:val>
                                        </p:tav>
                                        <p:tav tm="100000">
                                          <p:val>
                                            <p:strVal val="#ppt_x"/>
                                          </p:val>
                                        </p:tav>
                                      </p:tavLst>
                                    </p:anim>
                                    <p:anim calcmode="lin" valueType="num">
                                      <p:cBhvr additive="base">
                                        <p:cTn id="24" dur="500" fill="hold"/>
                                        <p:tgtEl>
                                          <p:spTgt spid="49168"/>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49169"/>
                                        </p:tgtEl>
                                        <p:attrNameLst>
                                          <p:attrName>style.visibility</p:attrName>
                                        </p:attrNameLst>
                                      </p:cBhvr>
                                      <p:to>
                                        <p:strVal val="visible"/>
                                      </p:to>
                                    </p:set>
                                    <p:anim calcmode="lin" valueType="num">
                                      <p:cBhvr additive="base">
                                        <p:cTn id="27" dur="500" fill="hold"/>
                                        <p:tgtEl>
                                          <p:spTgt spid="49169"/>
                                        </p:tgtEl>
                                        <p:attrNameLst>
                                          <p:attrName>ppt_x</p:attrName>
                                        </p:attrNameLst>
                                      </p:cBhvr>
                                      <p:tavLst>
                                        <p:tav tm="0">
                                          <p:val>
                                            <p:strVal val="#ppt_x"/>
                                          </p:val>
                                        </p:tav>
                                        <p:tav tm="100000">
                                          <p:val>
                                            <p:strVal val="#ppt_x"/>
                                          </p:val>
                                        </p:tav>
                                      </p:tavLst>
                                    </p:anim>
                                    <p:anim calcmode="lin" valueType="num">
                                      <p:cBhvr additive="base">
                                        <p:cTn id="28" dur="500" fill="hold"/>
                                        <p:tgtEl>
                                          <p:spTgt spid="49169"/>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49170"/>
                                        </p:tgtEl>
                                        <p:attrNameLst>
                                          <p:attrName>style.visibility</p:attrName>
                                        </p:attrNameLst>
                                      </p:cBhvr>
                                      <p:to>
                                        <p:strVal val="visible"/>
                                      </p:to>
                                    </p:set>
                                    <p:anim calcmode="lin" valueType="num">
                                      <p:cBhvr additive="base">
                                        <p:cTn id="31" dur="500" fill="hold"/>
                                        <p:tgtEl>
                                          <p:spTgt spid="49170"/>
                                        </p:tgtEl>
                                        <p:attrNameLst>
                                          <p:attrName>ppt_x</p:attrName>
                                        </p:attrNameLst>
                                      </p:cBhvr>
                                      <p:tavLst>
                                        <p:tav tm="0">
                                          <p:val>
                                            <p:strVal val="#ppt_x"/>
                                          </p:val>
                                        </p:tav>
                                        <p:tav tm="100000">
                                          <p:val>
                                            <p:strVal val="#ppt_x"/>
                                          </p:val>
                                        </p:tav>
                                      </p:tavLst>
                                    </p:anim>
                                    <p:anim calcmode="lin" valueType="num">
                                      <p:cBhvr additive="base">
                                        <p:cTn id="32" dur="500" fill="hold"/>
                                        <p:tgtEl>
                                          <p:spTgt spid="49170"/>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49171"/>
                                        </p:tgtEl>
                                        <p:attrNameLst>
                                          <p:attrName>style.visibility</p:attrName>
                                        </p:attrNameLst>
                                      </p:cBhvr>
                                      <p:to>
                                        <p:strVal val="visible"/>
                                      </p:to>
                                    </p:set>
                                    <p:anim calcmode="lin" valueType="num">
                                      <p:cBhvr additive="base">
                                        <p:cTn id="35" dur="500" fill="hold"/>
                                        <p:tgtEl>
                                          <p:spTgt spid="49171"/>
                                        </p:tgtEl>
                                        <p:attrNameLst>
                                          <p:attrName>ppt_x</p:attrName>
                                        </p:attrNameLst>
                                      </p:cBhvr>
                                      <p:tavLst>
                                        <p:tav tm="0">
                                          <p:val>
                                            <p:strVal val="#ppt_x"/>
                                          </p:val>
                                        </p:tav>
                                        <p:tav tm="100000">
                                          <p:val>
                                            <p:strVal val="#ppt_x"/>
                                          </p:val>
                                        </p:tav>
                                      </p:tavLst>
                                    </p:anim>
                                    <p:anim calcmode="lin" valueType="num">
                                      <p:cBhvr additive="base">
                                        <p:cTn id="36" dur="500" fill="hold"/>
                                        <p:tgtEl>
                                          <p:spTgt spid="49171"/>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49172"/>
                                        </p:tgtEl>
                                        <p:attrNameLst>
                                          <p:attrName>style.visibility</p:attrName>
                                        </p:attrNameLst>
                                      </p:cBhvr>
                                      <p:to>
                                        <p:strVal val="visible"/>
                                      </p:to>
                                    </p:set>
                                    <p:anim calcmode="lin" valueType="num">
                                      <p:cBhvr additive="base">
                                        <p:cTn id="39" dur="500" fill="hold"/>
                                        <p:tgtEl>
                                          <p:spTgt spid="49172"/>
                                        </p:tgtEl>
                                        <p:attrNameLst>
                                          <p:attrName>ppt_x</p:attrName>
                                        </p:attrNameLst>
                                      </p:cBhvr>
                                      <p:tavLst>
                                        <p:tav tm="0">
                                          <p:val>
                                            <p:strVal val="#ppt_x"/>
                                          </p:val>
                                        </p:tav>
                                        <p:tav tm="100000">
                                          <p:val>
                                            <p:strVal val="#ppt_x"/>
                                          </p:val>
                                        </p:tav>
                                      </p:tavLst>
                                    </p:anim>
                                    <p:anim calcmode="lin" valueType="num">
                                      <p:cBhvr additive="base">
                                        <p:cTn id="40" dur="500" fill="hold"/>
                                        <p:tgtEl>
                                          <p:spTgt spid="49172"/>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49173"/>
                                        </p:tgtEl>
                                        <p:attrNameLst>
                                          <p:attrName>style.visibility</p:attrName>
                                        </p:attrNameLst>
                                      </p:cBhvr>
                                      <p:to>
                                        <p:strVal val="visible"/>
                                      </p:to>
                                    </p:set>
                                    <p:anim calcmode="lin" valueType="num">
                                      <p:cBhvr additive="base">
                                        <p:cTn id="43" dur="500" fill="hold"/>
                                        <p:tgtEl>
                                          <p:spTgt spid="49173"/>
                                        </p:tgtEl>
                                        <p:attrNameLst>
                                          <p:attrName>ppt_x</p:attrName>
                                        </p:attrNameLst>
                                      </p:cBhvr>
                                      <p:tavLst>
                                        <p:tav tm="0">
                                          <p:val>
                                            <p:strVal val="#ppt_x"/>
                                          </p:val>
                                        </p:tav>
                                        <p:tav tm="100000">
                                          <p:val>
                                            <p:strVal val="#ppt_x"/>
                                          </p:val>
                                        </p:tav>
                                      </p:tavLst>
                                    </p:anim>
                                    <p:anim calcmode="lin" valueType="num">
                                      <p:cBhvr additive="base">
                                        <p:cTn id="44" dur="500" fill="hold"/>
                                        <p:tgtEl>
                                          <p:spTgt spid="49173"/>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49174"/>
                                        </p:tgtEl>
                                        <p:attrNameLst>
                                          <p:attrName>style.visibility</p:attrName>
                                        </p:attrNameLst>
                                      </p:cBhvr>
                                      <p:to>
                                        <p:strVal val="visible"/>
                                      </p:to>
                                    </p:set>
                                    <p:anim calcmode="lin" valueType="num">
                                      <p:cBhvr additive="base">
                                        <p:cTn id="47" dur="500" fill="hold"/>
                                        <p:tgtEl>
                                          <p:spTgt spid="49174"/>
                                        </p:tgtEl>
                                        <p:attrNameLst>
                                          <p:attrName>ppt_x</p:attrName>
                                        </p:attrNameLst>
                                      </p:cBhvr>
                                      <p:tavLst>
                                        <p:tav tm="0">
                                          <p:val>
                                            <p:strVal val="#ppt_x"/>
                                          </p:val>
                                        </p:tav>
                                        <p:tav tm="100000">
                                          <p:val>
                                            <p:strVal val="#ppt_x"/>
                                          </p:val>
                                        </p:tav>
                                      </p:tavLst>
                                    </p:anim>
                                    <p:anim calcmode="lin" valueType="num">
                                      <p:cBhvr additive="base">
                                        <p:cTn id="48" dur="500" fill="hold"/>
                                        <p:tgtEl>
                                          <p:spTgt spid="49174"/>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49175"/>
                                        </p:tgtEl>
                                        <p:attrNameLst>
                                          <p:attrName>style.visibility</p:attrName>
                                        </p:attrNameLst>
                                      </p:cBhvr>
                                      <p:to>
                                        <p:strVal val="visible"/>
                                      </p:to>
                                    </p:set>
                                    <p:anim calcmode="lin" valueType="num">
                                      <p:cBhvr additive="base">
                                        <p:cTn id="51" dur="500" fill="hold"/>
                                        <p:tgtEl>
                                          <p:spTgt spid="49175"/>
                                        </p:tgtEl>
                                        <p:attrNameLst>
                                          <p:attrName>ppt_x</p:attrName>
                                        </p:attrNameLst>
                                      </p:cBhvr>
                                      <p:tavLst>
                                        <p:tav tm="0">
                                          <p:val>
                                            <p:strVal val="#ppt_x"/>
                                          </p:val>
                                        </p:tav>
                                        <p:tav tm="100000">
                                          <p:val>
                                            <p:strVal val="#ppt_x"/>
                                          </p:val>
                                        </p:tav>
                                      </p:tavLst>
                                    </p:anim>
                                    <p:anim calcmode="lin" valueType="num">
                                      <p:cBhvr additive="base">
                                        <p:cTn id="52" dur="500" fill="hold"/>
                                        <p:tgtEl>
                                          <p:spTgt spid="49175"/>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49176"/>
                                        </p:tgtEl>
                                        <p:attrNameLst>
                                          <p:attrName>style.visibility</p:attrName>
                                        </p:attrNameLst>
                                      </p:cBhvr>
                                      <p:to>
                                        <p:strVal val="visible"/>
                                      </p:to>
                                    </p:set>
                                    <p:anim calcmode="lin" valueType="num">
                                      <p:cBhvr additive="base">
                                        <p:cTn id="55" dur="500" fill="hold"/>
                                        <p:tgtEl>
                                          <p:spTgt spid="49176"/>
                                        </p:tgtEl>
                                        <p:attrNameLst>
                                          <p:attrName>ppt_x</p:attrName>
                                        </p:attrNameLst>
                                      </p:cBhvr>
                                      <p:tavLst>
                                        <p:tav tm="0">
                                          <p:val>
                                            <p:strVal val="#ppt_x"/>
                                          </p:val>
                                        </p:tav>
                                        <p:tav tm="100000">
                                          <p:val>
                                            <p:strVal val="#ppt_x"/>
                                          </p:val>
                                        </p:tav>
                                      </p:tavLst>
                                    </p:anim>
                                    <p:anim calcmode="lin" valueType="num">
                                      <p:cBhvr additive="base">
                                        <p:cTn id="56" dur="500" fill="hold"/>
                                        <p:tgtEl>
                                          <p:spTgt spid="49176"/>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49177"/>
                                        </p:tgtEl>
                                        <p:attrNameLst>
                                          <p:attrName>style.visibility</p:attrName>
                                        </p:attrNameLst>
                                      </p:cBhvr>
                                      <p:to>
                                        <p:strVal val="visible"/>
                                      </p:to>
                                    </p:set>
                                    <p:anim calcmode="lin" valueType="num">
                                      <p:cBhvr additive="base">
                                        <p:cTn id="59" dur="500" fill="hold"/>
                                        <p:tgtEl>
                                          <p:spTgt spid="49177"/>
                                        </p:tgtEl>
                                        <p:attrNameLst>
                                          <p:attrName>ppt_x</p:attrName>
                                        </p:attrNameLst>
                                      </p:cBhvr>
                                      <p:tavLst>
                                        <p:tav tm="0">
                                          <p:val>
                                            <p:strVal val="#ppt_x"/>
                                          </p:val>
                                        </p:tav>
                                        <p:tav tm="100000">
                                          <p:val>
                                            <p:strVal val="#ppt_x"/>
                                          </p:val>
                                        </p:tav>
                                      </p:tavLst>
                                    </p:anim>
                                    <p:anim calcmode="lin" valueType="num">
                                      <p:cBhvr additive="base">
                                        <p:cTn id="60" dur="500" fill="hold"/>
                                        <p:tgtEl>
                                          <p:spTgt spid="49177"/>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49178"/>
                                        </p:tgtEl>
                                        <p:attrNameLst>
                                          <p:attrName>style.visibility</p:attrName>
                                        </p:attrNameLst>
                                      </p:cBhvr>
                                      <p:to>
                                        <p:strVal val="visible"/>
                                      </p:to>
                                    </p:set>
                                    <p:anim calcmode="lin" valueType="num">
                                      <p:cBhvr additive="base">
                                        <p:cTn id="63" dur="500" fill="hold"/>
                                        <p:tgtEl>
                                          <p:spTgt spid="49178"/>
                                        </p:tgtEl>
                                        <p:attrNameLst>
                                          <p:attrName>ppt_x</p:attrName>
                                        </p:attrNameLst>
                                      </p:cBhvr>
                                      <p:tavLst>
                                        <p:tav tm="0">
                                          <p:val>
                                            <p:strVal val="#ppt_x"/>
                                          </p:val>
                                        </p:tav>
                                        <p:tav tm="100000">
                                          <p:val>
                                            <p:strVal val="#ppt_x"/>
                                          </p:val>
                                        </p:tav>
                                      </p:tavLst>
                                    </p:anim>
                                    <p:anim calcmode="lin" valueType="num">
                                      <p:cBhvr additive="base">
                                        <p:cTn id="64" dur="500" fill="hold"/>
                                        <p:tgtEl>
                                          <p:spTgt spid="49178"/>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49179"/>
                                        </p:tgtEl>
                                        <p:attrNameLst>
                                          <p:attrName>style.visibility</p:attrName>
                                        </p:attrNameLst>
                                      </p:cBhvr>
                                      <p:to>
                                        <p:strVal val="visible"/>
                                      </p:to>
                                    </p:set>
                                    <p:anim calcmode="lin" valueType="num">
                                      <p:cBhvr additive="base">
                                        <p:cTn id="67" dur="500" fill="hold"/>
                                        <p:tgtEl>
                                          <p:spTgt spid="49179"/>
                                        </p:tgtEl>
                                        <p:attrNameLst>
                                          <p:attrName>ppt_x</p:attrName>
                                        </p:attrNameLst>
                                      </p:cBhvr>
                                      <p:tavLst>
                                        <p:tav tm="0">
                                          <p:val>
                                            <p:strVal val="#ppt_x"/>
                                          </p:val>
                                        </p:tav>
                                        <p:tav tm="100000">
                                          <p:val>
                                            <p:strVal val="#ppt_x"/>
                                          </p:val>
                                        </p:tav>
                                      </p:tavLst>
                                    </p:anim>
                                    <p:anim calcmode="lin" valueType="num">
                                      <p:cBhvr additive="base">
                                        <p:cTn id="68" dur="500" fill="hold"/>
                                        <p:tgtEl>
                                          <p:spTgt spid="49179"/>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49180"/>
                                        </p:tgtEl>
                                        <p:attrNameLst>
                                          <p:attrName>style.visibility</p:attrName>
                                        </p:attrNameLst>
                                      </p:cBhvr>
                                      <p:to>
                                        <p:strVal val="visible"/>
                                      </p:to>
                                    </p:set>
                                    <p:anim calcmode="lin" valueType="num">
                                      <p:cBhvr additive="base">
                                        <p:cTn id="71" dur="500" fill="hold"/>
                                        <p:tgtEl>
                                          <p:spTgt spid="49180"/>
                                        </p:tgtEl>
                                        <p:attrNameLst>
                                          <p:attrName>ppt_x</p:attrName>
                                        </p:attrNameLst>
                                      </p:cBhvr>
                                      <p:tavLst>
                                        <p:tav tm="0">
                                          <p:val>
                                            <p:strVal val="#ppt_x"/>
                                          </p:val>
                                        </p:tav>
                                        <p:tav tm="100000">
                                          <p:val>
                                            <p:strVal val="#ppt_x"/>
                                          </p:val>
                                        </p:tav>
                                      </p:tavLst>
                                    </p:anim>
                                    <p:anim calcmode="lin" valueType="num">
                                      <p:cBhvr additive="base">
                                        <p:cTn id="72" dur="500" fill="hold"/>
                                        <p:tgtEl>
                                          <p:spTgt spid="49180"/>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49181"/>
                                        </p:tgtEl>
                                        <p:attrNameLst>
                                          <p:attrName>style.visibility</p:attrName>
                                        </p:attrNameLst>
                                      </p:cBhvr>
                                      <p:to>
                                        <p:strVal val="visible"/>
                                      </p:to>
                                    </p:set>
                                    <p:anim calcmode="lin" valueType="num">
                                      <p:cBhvr additive="base">
                                        <p:cTn id="75" dur="500" fill="hold"/>
                                        <p:tgtEl>
                                          <p:spTgt spid="49181"/>
                                        </p:tgtEl>
                                        <p:attrNameLst>
                                          <p:attrName>ppt_x</p:attrName>
                                        </p:attrNameLst>
                                      </p:cBhvr>
                                      <p:tavLst>
                                        <p:tav tm="0">
                                          <p:val>
                                            <p:strVal val="#ppt_x"/>
                                          </p:val>
                                        </p:tav>
                                        <p:tav tm="100000">
                                          <p:val>
                                            <p:strVal val="#ppt_x"/>
                                          </p:val>
                                        </p:tav>
                                      </p:tavLst>
                                    </p:anim>
                                    <p:anim calcmode="lin" valueType="num">
                                      <p:cBhvr additive="base">
                                        <p:cTn id="76" dur="500" fill="hold"/>
                                        <p:tgtEl>
                                          <p:spTgt spid="49181"/>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49182"/>
                                        </p:tgtEl>
                                        <p:attrNameLst>
                                          <p:attrName>style.visibility</p:attrName>
                                        </p:attrNameLst>
                                      </p:cBhvr>
                                      <p:to>
                                        <p:strVal val="visible"/>
                                      </p:to>
                                    </p:set>
                                    <p:anim calcmode="lin" valueType="num">
                                      <p:cBhvr additive="base">
                                        <p:cTn id="79" dur="500" fill="hold"/>
                                        <p:tgtEl>
                                          <p:spTgt spid="49182"/>
                                        </p:tgtEl>
                                        <p:attrNameLst>
                                          <p:attrName>ppt_x</p:attrName>
                                        </p:attrNameLst>
                                      </p:cBhvr>
                                      <p:tavLst>
                                        <p:tav tm="0">
                                          <p:val>
                                            <p:strVal val="#ppt_x"/>
                                          </p:val>
                                        </p:tav>
                                        <p:tav tm="100000">
                                          <p:val>
                                            <p:strVal val="#ppt_x"/>
                                          </p:val>
                                        </p:tav>
                                      </p:tavLst>
                                    </p:anim>
                                    <p:anim calcmode="lin" valueType="num">
                                      <p:cBhvr additive="base">
                                        <p:cTn id="80" dur="500" fill="hold"/>
                                        <p:tgtEl>
                                          <p:spTgt spid="49182"/>
                                        </p:tgtEl>
                                        <p:attrNameLst>
                                          <p:attrName>ppt_y</p:attrName>
                                        </p:attrNameLst>
                                      </p:cBhvr>
                                      <p:tavLst>
                                        <p:tav tm="0">
                                          <p:val>
                                            <p:strVal val="1+#ppt_h/2"/>
                                          </p:val>
                                        </p:tav>
                                        <p:tav tm="100000">
                                          <p:val>
                                            <p:strVal val="#ppt_y"/>
                                          </p:val>
                                        </p:tav>
                                      </p:tavLst>
                                    </p:anim>
                                  </p:childTnLst>
                                </p:cTn>
                              </p:par>
                              <p:par>
                                <p:cTn id="81" presetID="2" presetClass="entr" presetSubtype="4" fill="hold" nodeType="withEffect">
                                  <p:stCondLst>
                                    <p:cond delay="0"/>
                                  </p:stCondLst>
                                  <p:childTnLst>
                                    <p:set>
                                      <p:cBhvr>
                                        <p:cTn id="82" dur="1" fill="hold">
                                          <p:stCondLst>
                                            <p:cond delay="0"/>
                                          </p:stCondLst>
                                        </p:cTn>
                                        <p:tgtEl>
                                          <p:spTgt spid="49183"/>
                                        </p:tgtEl>
                                        <p:attrNameLst>
                                          <p:attrName>style.visibility</p:attrName>
                                        </p:attrNameLst>
                                      </p:cBhvr>
                                      <p:to>
                                        <p:strVal val="visible"/>
                                      </p:to>
                                    </p:set>
                                    <p:anim calcmode="lin" valueType="num">
                                      <p:cBhvr additive="base">
                                        <p:cTn id="83" dur="500" fill="hold"/>
                                        <p:tgtEl>
                                          <p:spTgt spid="49183"/>
                                        </p:tgtEl>
                                        <p:attrNameLst>
                                          <p:attrName>ppt_x</p:attrName>
                                        </p:attrNameLst>
                                      </p:cBhvr>
                                      <p:tavLst>
                                        <p:tav tm="0">
                                          <p:val>
                                            <p:strVal val="#ppt_x"/>
                                          </p:val>
                                        </p:tav>
                                        <p:tav tm="100000">
                                          <p:val>
                                            <p:strVal val="#ppt_x"/>
                                          </p:val>
                                        </p:tav>
                                      </p:tavLst>
                                    </p:anim>
                                    <p:anim calcmode="lin" valueType="num">
                                      <p:cBhvr additive="base">
                                        <p:cTn id="84" dur="500" fill="hold"/>
                                        <p:tgtEl>
                                          <p:spTgt spid="49183"/>
                                        </p:tgtEl>
                                        <p:attrNameLst>
                                          <p:attrName>ppt_y</p:attrName>
                                        </p:attrNameLst>
                                      </p:cBhvr>
                                      <p:tavLst>
                                        <p:tav tm="0">
                                          <p:val>
                                            <p:strVal val="1+#ppt_h/2"/>
                                          </p:val>
                                        </p:tav>
                                        <p:tav tm="100000">
                                          <p:val>
                                            <p:strVal val="#ppt_y"/>
                                          </p:val>
                                        </p:tav>
                                      </p:tavLst>
                                    </p:anim>
                                  </p:childTnLst>
                                </p:cTn>
                              </p:par>
                              <p:par>
                                <p:cTn id="85" presetID="2" presetClass="entr" presetSubtype="4" fill="hold" nodeType="withEffect">
                                  <p:stCondLst>
                                    <p:cond delay="0"/>
                                  </p:stCondLst>
                                  <p:childTnLst>
                                    <p:set>
                                      <p:cBhvr>
                                        <p:cTn id="86" dur="1" fill="hold">
                                          <p:stCondLst>
                                            <p:cond delay="0"/>
                                          </p:stCondLst>
                                        </p:cTn>
                                        <p:tgtEl>
                                          <p:spTgt spid="49154"/>
                                        </p:tgtEl>
                                        <p:attrNameLst>
                                          <p:attrName>style.visibility</p:attrName>
                                        </p:attrNameLst>
                                      </p:cBhvr>
                                      <p:to>
                                        <p:strVal val="visible"/>
                                      </p:to>
                                    </p:set>
                                    <p:anim calcmode="lin" valueType="num">
                                      <p:cBhvr additive="base">
                                        <p:cTn id="87" dur="500" fill="hold"/>
                                        <p:tgtEl>
                                          <p:spTgt spid="49154"/>
                                        </p:tgtEl>
                                        <p:attrNameLst>
                                          <p:attrName>ppt_x</p:attrName>
                                        </p:attrNameLst>
                                      </p:cBhvr>
                                      <p:tavLst>
                                        <p:tav tm="0">
                                          <p:val>
                                            <p:strVal val="#ppt_x"/>
                                          </p:val>
                                        </p:tav>
                                        <p:tav tm="100000">
                                          <p:val>
                                            <p:strVal val="#ppt_x"/>
                                          </p:val>
                                        </p:tav>
                                      </p:tavLst>
                                    </p:anim>
                                    <p:anim calcmode="lin" valueType="num">
                                      <p:cBhvr additive="base">
                                        <p:cTn id="88" dur="500" fill="hold"/>
                                        <p:tgtEl>
                                          <p:spTgt spid="49154"/>
                                        </p:tgtEl>
                                        <p:attrNameLst>
                                          <p:attrName>ppt_y</p:attrName>
                                        </p:attrNameLst>
                                      </p:cBhvr>
                                      <p:tavLst>
                                        <p:tav tm="0">
                                          <p:val>
                                            <p:strVal val="1+#ppt_h/2"/>
                                          </p:val>
                                        </p:tav>
                                        <p:tav tm="100000">
                                          <p:val>
                                            <p:strVal val="#ppt_y"/>
                                          </p:val>
                                        </p:tav>
                                      </p:tavLst>
                                    </p:anim>
                                  </p:childTnLst>
                                </p:cTn>
                              </p:par>
                              <p:par>
                                <p:cTn id="89" presetID="2" presetClass="entr" presetSubtype="4" fill="hold" nodeType="withEffect">
                                  <p:stCondLst>
                                    <p:cond delay="0"/>
                                  </p:stCondLst>
                                  <p:childTnLst>
                                    <p:set>
                                      <p:cBhvr>
                                        <p:cTn id="90" dur="1" fill="hold">
                                          <p:stCondLst>
                                            <p:cond delay="0"/>
                                          </p:stCondLst>
                                        </p:cTn>
                                        <p:tgtEl>
                                          <p:spTgt spid="399363">
                                            <p:txEl>
                                              <p:charRg st="21" end="39"/>
                                            </p:txEl>
                                          </p:spTgt>
                                        </p:tgtEl>
                                        <p:attrNameLst>
                                          <p:attrName>style.visibility</p:attrName>
                                        </p:attrNameLst>
                                      </p:cBhvr>
                                      <p:to>
                                        <p:strVal val="visible"/>
                                      </p:to>
                                    </p:set>
                                    <p:anim calcmode="lin" valueType="num">
                                      <p:cBhvr additive="base">
                                        <p:cTn id="91" dur="500" fill="hold"/>
                                        <p:tgtEl>
                                          <p:spTgt spid="399363">
                                            <p:txEl>
                                              <p:charRg st="21" end="39"/>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399363">
                                            <p:txEl>
                                              <p:charRg st="21" end="3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65" grpId="0" animBg="1"/>
      <p:bldP spid="49182" grpId="0"/>
      <p:bldP spid="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6"/>
          <p:cNvSpPr/>
          <p:nvPr/>
        </p:nvSpPr>
        <p:spPr>
          <a:xfrm>
            <a:off x="1122363" y="2611438"/>
            <a:ext cx="1965325" cy="2746375"/>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dirty="0"/>
          </a:p>
        </p:txBody>
      </p:sp>
      <p:sp>
        <p:nvSpPr>
          <p:cNvPr id="39939" name="Line 7"/>
          <p:cNvSpPr/>
          <p:nvPr/>
        </p:nvSpPr>
        <p:spPr>
          <a:xfrm>
            <a:off x="1122363" y="3297238"/>
            <a:ext cx="1965325" cy="0"/>
          </a:xfrm>
          <a:prstGeom prst="line">
            <a:avLst/>
          </a:prstGeom>
          <a:ln w="9525" cap="flat" cmpd="sng">
            <a:solidFill>
              <a:schemeClr val="tx1"/>
            </a:solidFill>
            <a:prstDash val="solid"/>
            <a:headEnd type="none" w="med" len="med"/>
            <a:tailEnd type="none" w="med" len="med"/>
          </a:ln>
        </p:spPr>
      </p:sp>
      <p:sp>
        <p:nvSpPr>
          <p:cNvPr id="39940" name="Line 8"/>
          <p:cNvSpPr/>
          <p:nvPr/>
        </p:nvSpPr>
        <p:spPr>
          <a:xfrm>
            <a:off x="1122363" y="3986213"/>
            <a:ext cx="1965325" cy="0"/>
          </a:xfrm>
          <a:prstGeom prst="line">
            <a:avLst/>
          </a:prstGeom>
          <a:ln w="9525" cap="flat" cmpd="sng">
            <a:solidFill>
              <a:schemeClr val="tx1"/>
            </a:solidFill>
            <a:prstDash val="solid"/>
            <a:headEnd type="none" w="med" len="med"/>
            <a:tailEnd type="none" w="med" len="med"/>
          </a:ln>
        </p:spPr>
      </p:sp>
      <p:sp>
        <p:nvSpPr>
          <p:cNvPr id="39941" name="Line 9"/>
          <p:cNvSpPr/>
          <p:nvPr/>
        </p:nvSpPr>
        <p:spPr>
          <a:xfrm>
            <a:off x="1122363" y="4672013"/>
            <a:ext cx="1965325" cy="0"/>
          </a:xfrm>
          <a:prstGeom prst="line">
            <a:avLst/>
          </a:prstGeom>
          <a:ln w="9525" cap="flat" cmpd="sng">
            <a:solidFill>
              <a:schemeClr val="tx1"/>
            </a:solidFill>
            <a:prstDash val="solid"/>
            <a:headEnd type="none" w="med" len="med"/>
            <a:tailEnd type="none" w="med" len="med"/>
          </a:ln>
        </p:spPr>
      </p:sp>
      <p:sp>
        <p:nvSpPr>
          <p:cNvPr id="39942" name="Rectangle 19"/>
          <p:cNvSpPr/>
          <p:nvPr/>
        </p:nvSpPr>
        <p:spPr>
          <a:xfrm>
            <a:off x="5708650" y="1574800"/>
            <a:ext cx="842963" cy="458788"/>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dirty="0"/>
          </a:p>
        </p:txBody>
      </p:sp>
      <p:sp>
        <p:nvSpPr>
          <p:cNvPr id="39943" name="Text Box 20"/>
          <p:cNvSpPr txBox="1"/>
          <p:nvPr/>
        </p:nvSpPr>
        <p:spPr>
          <a:xfrm>
            <a:off x="5665788" y="1052513"/>
            <a:ext cx="923925"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r>
              <a:rPr lang="en-US" altLang="zh-CN" sz="1800" dirty="0"/>
              <a:t>p_free</a:t>
            </a:r>
            <a:endParaRPr lang="en-US" altLang="zh-CN" sz="1800" dirty="0"/>
          </a:p>
        </p:txBody>
      </p:sp>
      <p:sp>
        <p:nvSpPr>
          <p:cNvPr id="39944" name="Line 21"/>
          <p:cNvSpPr/>
          <p:nvPr/>
        </p:nvSpPr>
        <p:spPr>
          <a:xfrm>
            <a:off x="1136650" y="3052763"/>
            <a:ext cx="1944688" cy="0"/>
          </a:xfrm>
          <a:prstGeom prst="line">
            <a:avLst/>
          </a:prstGeom>
          <a:ln w="9525" cap="flat" cmpd="sng">
            <a:solidFill>
              <a:schemeClr val="tx1"/>
            </a:solidFill>
            <a:prstDash val="dash"/>
            <a:miter/>
            <a:headEnd type="none" w="med" len="med"/>
            <a:tailEnd type="none" w="med" len="med"/>
          </a:ln>
        </p:spPr>
      </p:sp>
      <p:sp>
        <p:nvSpPr>
          <p:cNvPr id="39945" name="Line 22"/>
          <p:cNvSpPr/>
          <p:nvPr/>
        </p:nvSpPr>
        <p:spPr>
          <a:xfrm>
            <a:off x="1136650" y="3773488"/>
            <a:ext cx="1944688" cy="0"/>
          </a:xfrm>
          <a:prstGeom prst="line">
            <a:avLst/>
          </a:prstGeom>
          <a:ln w="9525" cap="flat" cmpd="sng">
            <a:solidFill>
              <a:schemeClr val="tx1"/>
            </a:solidFill>
            <a:prstDash val="dash"/>
            <a:miter/>
            <a:headEnd type="none" w="med" len="med"/>
            <a:tailEnd type="none" w="med" len="med"/>
          </a:ln>
        </p:spPr>
      </p:sp>
      <p:sp>
        <p:nvSpPr>
          <p:cNvPr id="39946" name="Line 23"/>
          <p:cNvSpPr/>
          <p:nvPr/>
        </p:nvSpPr>
        <p:spPr>
          <a:xfrm>
            <a:off x="1136650" y="5141913"/>
            <a:ext cx="1944688" cy="0"/>
          </a:xfrm>
          <a:prstGeom prst="line">
            <a:avLst/>
          </a:prstGeom>
          <a:ln w="9525" cap="flat" cmpd="sng">
            <a:solidFill>
              <a:schemeClr val="tx1"/>
            </a:solidFill>
            <a:prstDash val="dash"/>
            <a:miter/>
            <a:headEnd type="none" w="med" len="med"/>
            <a:tailEnd type="none" w="med" len="med"/>
          </a:ln>
        </p:spPr>
      </p:sp>
      <p:sp>
        <p:nvSpPr>
          <p:cNvPr id="39947" name="Rectangle 30"/>
          <p:cNvSpPr/>
          <p:nvPr/>
        </p:nvSpPr>
        <p:spPr>
          <a:xfrm>
            <a:off x="3709988" y="2611438"/>
            <a:ext cx="1965325" cy="2746375"/>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dirty="0"/>
          </a:p>
        </p:txBody>
      </p:sp>
      <p:sp>
        <p:nvSpPr>
          <p:cNvPr id="39948" name="Line 31"/>
          <p:cNvSpPr/>
          <p:nvPr/>
        </p:nvSpPr>
        <p:spPr>
          <a:xfrm>
            <a:off x="3709988" y="3297238"/>
            <a:ext cx="1965325" cy="0"/>
          </a:xfrm>
          <a:prstGeom prst="line">
            <a:avLst/>
          </a:prstGeom>
          <a:ln w="9525" cap="flat" cmpd="sng">
            <a:solidFill>
              <a:schemeClr val="tx1"/>
            </a:solidFill>
            <a:prstDash val="solid"/>
            <a:headEnd type="none" w="med" len="med"/>
            <a:tailEnd type="none" w="med" len="med"/>
          </a:ln>
        </p:spPr>
      </p:sp>
      <p:sp>
        <p:nvSpPr>
          <p:cNvPr id="39949" name="Line 32"/>
          <p:cNvSpPr/>
          <p:nvPr/>
        </p:nvSpPr>
        <p:spPr>
          <a:xfrm>
            <a:off x="3709988" y="3986213"/>
            <a:ext cx="1965325" cy="0"/>
          </a:xfrm>
          <a:prstGeom prst="line">
            <a:avLst/>
          </a:prstGeom>
          <a:ln w="9525" cap="flat" cmpd="sng">
            <a:solidFill>
              <a:schemeClr val="tx1"/>
            </a:solidFill>
            <a:prstDash val="solid"/>
            <a:headEnd type="none" w="med" len="med"/>
            <a:tailEnd type="none" w="med" len="med"/>
          </a:ln>
        </p:spPr>
      </p:sp>
      <p:sp>
        <p:nvSpPr>
          <p:cNvPr id="39950" name="Line 33"/>
          <p:cNvSpPr/>
          <p:nvPr/>
        </p:nvSpPr>
        <p:spPr>
          <a:xfrm>
            <a:off x="3709988" y="4672013"/>
            <a:ext cx="1965325" cy="0"/>
          </a:xfrm>
          <a:prstGeom prst="line">
            <a:avLst/>
          </a:prstGeom>
          <a:ln w="9525" cap="flat" cmpd="sng">
            <a:solidFill>
              <a:schemeClr val="tx1"/>
            </a:solidFill>
            <a:prstDash val="solid"/>
            <a:headEnd type="none" w="med" len="med"/>
            <a:tailEnd type="none" w="med" len="med"/>
          </a:ln>
        </p:spPr>
      </p:sp>
      <p:sp>
        <p:nvSpPr>
          <p:cNvPr id="39951" name="Line 45"/>
          <p:cNvSpPr/>
          <p:nvPr/>
        </p:nvSpPr>
        <p:spPr>
          <a:xfrm>
            <a:off x="3724275" y="3052763"/>
            <a:ext cx="1944688" cy="0"/>
          </a:xfrm>
          <a:prstGeom prst="line">
            <a:avLst/>
          </a:prstGeom>
          <a:ln w="9525" cap="flat" cmpd="sng">
            <a:solidFill>
              <a:schemeClr val="tx1"/>
            </a:solidFill>
            <a:prstDash val="dash"/>
            <a:miter/>
            <a:headEnd type="none" w="med" len="med"/>
            <a:tailEnd type="none" w="med" len="med"/>
          </a:ln>
        </p:spPr>
      </p:sp>
      <p:sp>
        <p:nvSpPr>
          <p:cNvPr id="39952" name="Line 46"/>
          <p:cNvSpPr/>
          <p:nvPr/>
        </p:nvSpPr>
        <p:spPr>
          <a:xfrm>
            <a:off x="3724275" y="3773488"/>
            <a:ext cx="1944688" cy="0"/>
          </a:xfrm>
          <a:prstGeom prst="line">
            <a:avLst/>
          </a:prstGeom>
          <a:ln w="9525" cap="flat" cmpd="sng">
            <a:solidFill>
              <a:schemeClr val="tx1"/>
            </a:solidFill>
            <a:prstDash val="dash"/>
            <a:miter/>
            <a:headEnd type="none" w="med" len="med"/>
            <a:tailEnd type="none" w="med" len="med"/>
          </a:ln>
        </p:spPr>
      </p:sp>
      <p:sp>
        <p:nvSpPr>
          <p:cNvPr id="39953" name="Line 47"/>
          <p:cNvSpPr/>
          <p:nvPr/>
        </p:nvSpPr>
        <p:spPr>
          <a:xfrm>
            <a:off x="3724275" y="5141913"/>
            <a:ext cx="1944688" cy="0"/>
          </a:xfrm>
          <a:prstGeom prst="line">
            <a:avLst/>
          </a:prstGeom>
          <a:ln w="9525" cap="flat" cmpd="sng">
            <a:solidFill>
              <a:schemeClr val="tx1"/>
            </a:solidFill>
            <a:prstDash val="dash"/>
            <a:miter/>
            <a:headEnd type="none" w="med" len="med"/>
            <a:tailEnd type="none" w="med" len="med"/>
          </a:ln>
        </p:spPr>
      </p:sp>
      <p:sp>
        <p:nvSpPr>
          <p:cNvPr id="39954" name="Line 48"/>
          <p:cNvSpPr/>
          <p:nvPr/>
        </p:nvSpPr>
        <p:spPr>
          <a:xfrm>
            <a:off x="4589463" y="4133850"/>
            <a:ext cx="0" cy="287338"/>
          </a:xfrm>
          <a:prstGeom prst="line">
            <a:avLst/>
          </a:prstGeom>
          <a:ln w="9525" cap="flat" cmpd="sng">
            <a:solidFill>
              <a:schemeClr val="tx1"/>
            </a:solidFill>
            <a:prstDash val="dash"/>
            <a:miter/>
            <a:headEnd type="none" w="med" len="med"/>
            <a:tailEnd type="none" w="med" len="med"/>
          </a:ln>
        </p:spPr>
      </p:sp>
      <p:sp>
        <p:nvSpPr>
          <p:cNvPr id="39955" name="Rectangle 50"/>
          <p:cNvSpPr/>
          <p:nvPr/>
        </p:nvSpPr>
        <p:spPr>
          <a:xfrm>
            <a:off x="6302375" y="2609850"/>
            <a:ext cx="1965325" cy="2746375"/>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dirty="0"/>
          </a:p>
        </p:txBody>
      </p:sp>
      <p:sp>
        <p:nvSpPr>
          <p:cNvPr id="39956" name="Line 51"/>
          <p:cNvSpPr/>
          <p:nvPr/>
        </p:nvSpPr>
        <p:spPr>
          <a:xfrm>
            <a:off x="6302375" y="3295650"/>
            <a:ext cx="1965325" cy="0"/>
          </a:xfrm>
          <a:prstGeom prst="line">
            <a:avLst/>
          </a:prstGeom>
          <a:ln w="9525" cap="flat" cmpd="sng">
            <a:solidFill>
              <a:schemeClr val="tx1"/>
            </a:solidFill>
            <a:prstDash val="solid"/>
            <a:headEnd type="none" w="med" len="med"/>
            <a:tailEnd type="none" w="med" len="med"/>
          </a:ln>
        </p:spPr>
      </p:sp>
      <p:sp>
        <p:nvSpPr>
          <p:cNvPr id="39957" name="Line 52"/>
          <p:cNvSpPr/>
          <p:nvPr/>
        </p:nvSpPr>
        <p:spPr>
          <a:xfrm>
            <a:off x="6302375" y="3984625"/>
            <a:ext cx="1965325" cy="0"/>
          </a:xfrm>
          <a:prstGeom prst="line">
            <a:avLst/>
          </a:prstGeom>
          <a:ln w="9525" cap="flat" cmpd="sng">
            <a:solidFill>
              <a:schemeClr val="tx1"/>
            </a:solidFill>
            <a:prstDash val="solid"/>
            <a:headEnd type="none" w="med" len="med"/>
            <a:tailEnd type="none" w="med" len="med"/>
          </a:ln>
        </p:spPr>
      </p:sp>
      <p:sp>
        <p:nvSpPr>
          <p:cNvPr id="39958" name="Line 53"/>
          <p:cNvSpPr/>
          <p:nvPr/>
        </p:nvSpPr>
        <p:spPr>
          <a:xfrm>
            <a:off x="6302375" y="4670425"/>
            <a:ext cx="1965325" cy="0"/>
          </a:xfrm>
          <a:prstGeom prst="line">
            <a:avLst/>
          </a:prstGeom>
          <a:ln w="9525" cap="flat" cmpd="sng">
            <a:solidFill>
              <a:schemeClr val="tx1"/>
            </a:solidFill>
            <a:prstDash val="solid"/>
            <a:headEnd type="none" w="med" len="med"/>
            <a:tailEnd type="none" w="med" len="med"/>
          </a:ln>
        </p:spPr>
      </p:sp>
      <p:sp>
        <p:nvSpPr>
          <p:cNvPr id="39959" name="Line 63"/>
          <p:cNvSpPr/>
          <p:nvPr/>
        </p:nvSpPr>
        <p:spPr>
          <a:xfrm>
            <a:off x="6316663" y="3051175"/>
            <a:ext cx="1944687" cy="0"/>
          </a:xfrm>
          <a:prstGeom prst="line">
            <a:avLst/>
          </a:prstGeom>
          <a:ln w="9525" cap="flat" cmpd="sng">
            <a:solidFill>
              <a:schemeClr val="tx1"/>
            </a:solidFill>
            <a:prstDash val="dash"/>
            <a:miter/>
            <a:headEnd type="none" w="med" len="med"/>
            <a:tailEnd type="none" w="med" len="med"/>
          </a:ln>
        </p:spPr>
      </p:sp>
      <p:sp>
        <p:nvSpPr>
          <p:cNvPr id="39960" name="Line 64"/>
          <p:cNvSpPr/>
          <p:nvPr/>
        </p:nvSpPr>
        <p:spPr>
          <a:xfrm>
            <a:off x="6316663" y="3771900"/>
            <a:ext cx="1944687" cy="0"/>
          </a:xfrm>
          <a:prstGeom prst="line">
            <a:avLst/>
          </a:prstGeom>
          <a:ln w="9525" cap="flat" cmpd="sng">
            <a:solidFill>
              <a:schemeClr val="tx1"/>
            </a:solidFill>
            <a:prstDash val="dash"/>
            <a:miter/>
            <a:headEnd type="none" w="med" len="med"/>
            <a:tailEnd type="none" w="med" len="med"/>
          </a:ln>
        </p:spPr>
      </p:sp>
      <p:sp>
        <p:nvSpPr>
          <p:cNvPr id="39961" name="Line 65"/>
          <p:cNvSpPr/>
          <p:nvPr/>
        </p:nvSpPr>
        <p:spPr>
          <a:xfrm>
            <a:off x="6316663" y="5140325"/>
            <a:ext cx="1944687" cy="0"/>
          </a:xfrm>
          <a:prstGeom prst="line">
            <a:avLst/>
          </a:prstGeom>
          <a:ln w="9525" cap="flat" cmpd="sng">
            <a:solidFill>
              <a:schemeClr val="tx1"/>
            </a:solidFill>
            <a:prstDash val="dash"/>
            <a:miter/>
            <a:headEnd type="none" w="med" len="med"/>
            <a:tailEnd type="none" w="med" len="med"/>
          </a:ln>
        </p:spPr>
      </p:sp>
      <p:sp>
        <p:nvSpPr>
          <p:cNvPr id="39962" name="Line 66"/>
          <p:cNvSpPr/>
          <p:nvPr/>
        </p:nvSpPr>
        <p:spPr>
          <a:xfrm>
            <a:off x="7181850" y="4132263"/>
            <a:ext cx="0" cy="287337"/>
          </a:xfrm>
          <a:prstGeom prst="line">
            <a:avLst/>
          </a:prstGeom>
          <a:ln w="9525" cap="flat" cmpd="sng">
            <a:solidFill>
              <a:schemeClr val="tx1"/>
            </a:solidFill>
            <a:prstDash val="dash"/>
            <a:miter/>
            <a:headEnd type="none" w="med" len="med"/>
            <a:tailEnd type="none" w="med" len="med"/>
          </a:ln>
        </p:spPr>
      </p:sp>
      <p:sp>
        <p:nvSpPr>
          <p:cNvPr id="39963" name="Text Box 67"/>
          <p:cNvSpPr txBox="1"/>
          <p:nvPr/>
        </p:nvSpPr>
        <p:spPr>
          <a:xfrm>
            <a:off x="1765300" y="4364038"/>
            <a:ext cx="644525" cy="304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r>
              <a:rPr lang="en-US" altLang="zh-CN" sz="1400" dirty="0"/>
              <a:t>NULL</a:t>
            </a:r>
            <a:endParaRPr lang="en-US" altLang="zh-CN" sz="1400" dirty="0"/>
          </a:p>
        </p:txBody>
      </p:sp>
      <p:sp>
        <p:nvSpPr>
          <p:cNvPr id="39964" name="Line 0"/>
          <p:cNvSpPr/>
          <p:nvPr/>
        </p:nvSpPr>
        <p:spPr>
          <a:xfrm>
            <a:off x="6084888" y="1844675"/>
            <a:ext cx="1587" cy="1582738"/>
          </a:xfrm>
          <a:prstGeom prst="line">
            <a:avLst/>
          </a:prstGeom>
          <a:ln w="9525" cap="flat" cmpd="sng">
            <a:solidFill>
              <a:schemeClr val="tx1"/>
            </a:solidFill>
            <a:prstDash val="solid"/>
            <a:headEnd type="none" w="med" len="med"/>
            <a:tailEnd type="none" w="med" len="med"/>
          </a:ln>
        </p:spPr>
      </p:sp>
      <p:sp>
        <p:nvSpPr>
          <p:cNvPr id="39965" name="Line 1"/>
          <p:cNvSpPr/>
          <p:nvPr/>
        </p:nvSpPr>
        <p:spPr>
          <a:xfrm flipH="1">
            <a:off x="6084888" y="3427413"/>
            <a:ext cx="217487" cy="0"/>
          </a:xfrm>
          <a:prstGeom prst="line">
            <a:avLst/>
          </a:prstGeom>
          <a:ln w="9525" cap="flat" cmpd="sng">
            <a:solidFill>
              <a:schemeClr val="tx1"/>
            </a:solidFill>
            <a:prstDash val="solid"/>
            <a:headEnd type="triangle" w="med" len="med"/>
            <a:tailEnd type="none" w="med" len="med"/>
          </a:ln>
        </p:spPr>
      </p:sp>
      <p:sp>
        <p:nvSpPr>
          <p:cNvPr id="39966" name="Line 37"/>
          <p:cNvSpPr/>
          <p:nvPr/>
        </p:nvSpPr>
        <p:spPr>
          <a:xfrm>
            <a:off x="7972425" y="3860800"/>
            <a:ext cx="561975" cy="0"/>
          </a:xfrm>
          <a:prstGeom prst="line">
            <a:avLst/>
          </a:prstGeom>
          <a:ln w="9525" cap="flat" cmpd="sng">
            <a:solidFill>
              <a:schemeClr val="tx1"/>
            </a:solidFill>
            <a:prstDash val="solid"/>
            <a:headEnd type="none" w="med" len="med"/>
            <a:tailEnd type="none" w="med" len="med"/>
          </a:ln>
        </p:spPr>
      </p:sp>
      <p:sp>
        <p:nvSpPr>
          <p:cNvPr id="39967" name="Line 38"/>
          <p:cNvSpPr/>
          <p:nvPr/>
        </p:nvSpPr>
        <p:spPr>
          <a:xfrm>
            <a:off x="8534400" y="3860800"/>
            <a:ext cx="0" cy="935038"/>
          </a:xfrm>
          <a:prstGeom prst="line">
            <a:avLst/>
          </a:prstGeom>
          <a:ln w="9525" cap="flat" cmpd="sng">
            <a:solidFill>
              <a:schemeClr val="tx1"/>
            </a:solidFill>
            <a:prstDash val="solid"/>
            <a:headEnd type="none" w="med" len="med"/>
            <a:tailEnd type="none" w="med" len="med"/>
          </a:ln>
        </p:spPr>
      </p:sp>
      <p:sp>
        <p:nvSpPr>
          <p:cNvPr id="39968" name="Line 39"/>
          <p:cNvSpPr/>
          <p:nvPr/>
        </p:nvSpPr>
        <p:spPr>
          <a:xfrm flipH="1">
            <a:off x="8253413" y="4795838"/>
            <a:ext cx="280987" cy="0"/>
          </a:xfrm>
          <a:prstGeom prst="line">
            <a:avLst/>
          </a:prstGeom>
          <a:ln w="9525" cap="flat" cmpd="sng">
            <a:solidFill>
              <a:schemeClr val="tx1"/>
            </a:solidFill>
            <a:prstDash val="solid"/>
            <a:headEnd type="none" w="med" len="med"/>
            <a:tailEnd type="triangle" w="med" len="med"/>
          </a:ln>
        </p:spPr>
      </p:sp>
      <p:sp>
        <p:nvSpPr>
          <p:cNvPr id="39969" name="Line 37"/>
          <p:cNvSpPr/>
          <p:nvPr/>
        </p:nvSpPr>
        <p:spPr>
          <a:xfrm>
            <a:off x="5942013" y="5227638"/>
            <a:ext cx="561975" cy="0"/>
          </a:xfrm>
          <a:prstGeom prst="line">
            <a:avLst/>
          </a:prstGeom>
          <a:ln w="9525" cap="flat" cmpd="sng">
            <a:solidFill>
              <a:schemeClr val="tx1"/>
            </a:solidFill>
            <a:prstDash val="solid"/>
            <a:headEnd type="none" w="med" len="med"/>
            <a:tailEnd type="none" w="med" len="med"/>
          </a:ln>
        </p:spPr>
      </p:sp>
      <p:sp>
        <p:nvSpPr>
          <p:cNvPr id="39970" name="Line 38"/>
          <p:cNvSpPr/>
          <p:nvPr/>
        </p:nvSpPr>
        <p:spPr>
          <a:xfrm>
            <a:off x="5942013" y="3427413"/>
            <a:ext cx="14287" cy="1800225"/>
          </a:xfrm>
          <a:prstGeom prst="line">
            <a:avLst/>
          </a:prstGeom>
          <a:ln w="9525" cap="flat" cmpd="sng">
            <a:solidFill>
              <a:schemeClr val="tx1"/>
            </a:solidFill>
            <a:prstDash val="solid"/>
            <a:headEnd type="none" w="med" len="med"/>
            <a:tailEnd type="none" w="med" len="med"/>
          </a:ln>
        </p:spPr>
      </p:sp>
      <p:sp>
        <p:nvSpPr>
          <p:cNvPr id="39971" name="Line 39"/>
          <p:cNvSpPr/>
          <p:nvPr/>
        </p:nvSpPr>
        <p:spPr>
          <a:xfrm flipH="1">
            <a:off x="5675313" y="3427413"/>
            <a:ext cx="280987" cy="0"/>
          </a:xfrm>
          <a:prstGeom prst="line">
            <a:avLst/>
          </a:prstGeom>
          <a:ln w="9525" cap="flat" cmpd="sng">
            <a:solidFill>
              <a:schemeClr val="tx1"/>
            </a:solidFill>
            <a:prstDash val="solid"/>
            <a:headEnd type="none" w="med" len="med"/>
            <a:tailEnd type="triangle" w="med" len="med"/>
          </a:ln>
        </p:spPr>
      </p:sp>
      <p:sp>
        <p:nvSpPr>
          <p:cNvPr id="39972" name="Line 37"/>
          <p:cNvSpPr/>
          <p:nvPr/>
        </p:nvSpPr>
        <p:spPr>
          <a:xfrm>
            <a:off x="3349625" y="3860800"/>
            <a:ext cx="561975" cy="0"/>
          </a:xfrm>
          <a:prstGeom prst="line">
            <a:avLst/>
          </a:prstGeom>
          <a:ln w="9525" cap="flat" cmpd="sng">
            <a:solidFill>
              <a:schemeClr val="tx1"/>
            </a:solidFill>
            <a:prstDash val="solid"/>
            <a:headEnd type="none" w="med" len="med"/>
            <a:tailEnd type="none" w="med" len="med"/>
          </a:ln>
        </p:spPr>
      </p:sp>
      <p:sp>
        <p:nvSpPr>
          <p:cNvPr id="39973" name="Line 38"/>
          <p:cNvSpPr/>
          <p:nvPr/>
        </p:nvSpPr>
        <p:spPr>
          <a:xfrm>
            <a:off x="3349625" y="2708275"/>
            <a:ext cx="0" cy="1152525"/>
          </a:xfrm>
          <a:prstGeom prst="line">
            <a:avLst/>
          </a:prstGeom>
          <a:ln w="9525" cap="flat" cmpd="sng">
            <a:solidFill>
              <a:schemeClr val="tx1"/>
            </a:solidFill>
            <a:prstDash val="solid"/>
            <a:headEnd type="none" w="med" len="med"/>
            <a:tailEnd type="none" w="med" len="med"/>
          </a:ln>
        </p:spPr>
      </p:sp>
      <p:sp>
        <p:nvSpPr>
          <p:cNvPr id="39974" name="Line 39"/>
          <p:cNvSpPr/>
          <p:nvPr/>
        </p:nvSpPr>
        <p:spPr>
          <a:xfrm flipH="1">
            <a:off x="3060700" y="2708275"/>
            <a:ext cx="280988" cy="0"/>
          </a:xfrm>
          <a:prstGeom prst="line">
            <a:avLst/>
          </a:prstGeom>
          <a:ln w="9525" cap="flat" cmpd="sng">
            <a:solidFill>
              <a:schemeClr val="tx1"/>
            </a:solidFill>
            <a:prstDash val="solid"/>
            <a:headEnd type="none" w="med" len="med"/>
            <a:tailEnd type="triangle" w="med" len="med"/>
          </a:ln>
        </p:spPr>
      </p:sp>
      <p:sp>
        <p:nvSpPr>
          <p:cNvPr id="39975" name="Line 0"/>
          <p:cNvSpPr/>
          <p:nvPr/>
        </p:nvSpPr>
        <p:spPr>
          <a:xfrm flipH="1">
            <a:off x="900113" y="3140075"/>
            <a:ext cx="1587" cy="936625"/>
          </a:xfrm>
          <a:prstGeom prst="line">
            <a:avLst/>
          </a:prstGeom>
          <a:ln w="9525" cap="flat" cmpd="sng">
            <a:solidFill>
              <a:schemeClr val="tx1"/>
            </a:solidFill>
            <a:prstDash val="solid"/>
            <a:headEnd type="none" w="med" len="med"/>
            <a:tailEnd type="none" w="med" len="med"/>
          </a:ln>
        </p:spPr>
      </p:sp>
      <p:sp>
        <p:nvSpPr>
          <p:cNvPr id="39976" name="Line 1"/>
          <p:cNvSpPr/>
          <p:nvPr/>
        </p:nvSpPr>
        <p:spPr>
          <a:xfrm flipH="1">
            <a:off x="900113" y="4076700"/>
            <a:ext cx="217487" cy="0"/>
          </a:xfrm>
          <a:prstGeom prst="line">
            <a:avLst/>
          </a:prstGeom>
          <a:ln w="9525" cap="flat" cmpd="sng">
            <a:solidFill>
              <a:schemeClr val="tx1"/>
            </a:solidFill>
            <a:prstDash val="solid"/>
            <a:headEnd type="triangle" w="med" len="med"/>
            <a:tailEnd type="none" w="med" len="med"/>
          </a:ln>
        </p:spPr>
      </p:sp>
      <p:sp>
        <p:nvSpPr>
          <p:cNvPr id="39977" name="Line 37"/>
          <p:cNvSpPr/>
          <p:nvPr/>
        </p:nvSpPr>
        <p:spPr>
          <a:xfrm>
            <a:off x="901700" y="3140075"/>
            <a:ext cx="561975" cy="0"/>
          </a:xfrm>
          <a:prstGeom prst="line">
            <a:avLst/>
          </a:prstGeom>
          <a:ln w="9525" cap="flat" cmpd="sng">
            <a:solidFill>
              <a:schemeClr val="tx1"/>
            </a:solidFill>
            <a:prstDash val="solid"/>
            <a:headEnd type="none" w="med" len="med"/>
            <a:tailEnd type="none" w="med" len="med"/>
          </a:ln>
        </p:spPr>
      </p:sp>
      <p:sp>
        <p:nvSpPr>
          <p:cNvPr id="39978" name="矩形 78"/>
          <p:cNvSpPr/>
          <p:nvPr/>
        </p:nvSpPr>
        <p:spPr>
          <a:xfrm>
            <a:off x="6302375" y="2635250"/>
            <a:ext cx="1943100" cy="649288"/>
          </a:xfrm>
          <a:prstGeom prst="rect">
            <a:avLst/>
          </a:prstGeom>
          <a:solidFill>
            <a:schemeClr val="accent1"/>
          </a:solidFill>
          <a:ln w="9525" cap="flat" cmpd="sng">
            <a:solidFill>
              <a:schemeClr val="tx1"/>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dirty="0"/>
          </a:p>
        </p:txBody>
      </p:sp>
      <p:sp>
        <p:nvSpPr>
          <p:cNvPr id="39979" name="矩形 79"/>
          <p:cNvSpPr/>
          <p:nvPr/>
        </p:nvSpPr>
        <p:spPr>
          <a:xfrm>
            <a:off x="6302375" y="4003675"/>
            <a:ext cx="1943100" cy="649288"/>
          </a:xfrm>
          <a:prstGeom prst="rect">
            <a:avLst/>
          </a:prstGeom>
          <a:solidFill>
            <a:schemeClr val="accent1"/>
          </a:solidFill>
          <a:ln w="9525" cap="flat" cmpd="sng">
            <a:solidFill>
              <a:schemeClr val="tx1"/>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dirty="0"/>
          </a:p>
        </p:txBody>
      </p:sp>
      <p:sp>
        <p:nvSpPr>
          <p:cNvPr id="39980" name="矩形 80"/>
          <p:cNvSpPr/>
          <p:nvPr/>
        </p:nvSpPr>
        <p:spPr>
          <a:xfrm>
            <a:off x="3709988" y="4003675"/>
            <a:ext cx="1943100" cy="649288"/>
          </a:xfrm>
          <a:prstGeom prst="rect">
            <a:avLst/>
          </a:prstGeom>
          <a:solidFill>
            <a:schemeClr val="accent1"/>
          </a:solidFill>
          <a:ln w="9525" cap="flat" cmpd="sng">
            <a:solidFill>
              <a:schemeClr val="tx1"/>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dirty="0"/>
          </a:p>
        </p:txBody>
      </p:sp>
      <p:sp>
        <p:nvSpPr>
          <p:cNvPr id="39981" name="矩形 82"/>
          <p:cNvSpPr/>
          <p:nvPr/>
        </p:nvSpPr>
        <p:spPr>
          <a:xfrm>
            <a:off x="3709988" y="4724400"/>
            <a:ext cx="1943100" cy="647700"/>
          </a:xfrm>
          <a:prstGeom prst="rect">
            <a:avLst/>
          </a:prstGeom>
          <a:solidFill>
            <a:schemeClr val="accent1"/>
          </a:solidFill>
          <a:ln w="9525" cap="flat" cmpd="sng">
            <a:solidFill>
              <a:schemeClr val="tx1"/>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dirty="0"/>
          </a:p>
        </p:txBody>
      </p:sp>
      <p:sp>
        <p:nvSpPr>
          <p:cNvPr id="39982" name="矩形 83"/>
          <p:cNvSpPr/>
          <p:nvPr/>
        </p:nvSpPr>
        <p:spPr>
          <a:xfrm>
            <a:off x="1116013" y="3284538"/>
            <a:ext cx="1943100" cy="647700"/>
          </a:xfrm>
          <a:prstGeom prst="rect">
            <a:avLst/>
          </a:prstGeom>
          <a:solidFill>
            <a:schemeClr val="accent1"/>
          </a:solidFill>
          <a:ln w="9525" cap="flat" cmpd="sng">
            <a:solidFill>
              <a:schemeClr val="tx1"/>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dirty="0"/>
          </a:p>
        </p:txBody>
      </p:sp>
      <p:sp>
        <p:nvSpPr>
          <p:cNvPr id="39983" name="矩形 84"/>
          <p:cNvSpPr/>
          <p:nvPr/>
        </p:nvSpPr>
        <p:spPr>
          <a:xfrm>
            <a:off x="1117600" y="4724400"/>
            <a:ext cx="1943100" cy="647700"/>
          </a:xfrm>
          <a:prstGeom prst="rect">
            <a:avLst/>
          </a:prstGeom>
          <a:solidFill>
            <a:schemeClr val="accent1"/>
          </a:solidFill>
          <a:ln w="9525" cap="flat" cmpd="sng">
            <a:solidFill>
              <a:schemeClr val="tx1"/>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dirty="0"/>
          </a:p>
        </p:txBody>
      </p:sp>
      <p:sp>
        <p:nvSpPr>
          <p:cNvPr id="39984" name="矩形 85"/>
          <p:cNvSpPr/>
          <p:nvPr/>
        </p:nvSpPr>
        <p:spPr>
          <a:xfrm>
            <a:off x="3709988" y="2635250"/>
            <a:ext cx="1943100" cy="649288"/>
          </a:xfrm>
          <a:prstGeom prst="rect">
            <a:avLst/>
          </a:prstGeom>
          <a:solidFill>
            <a:schemeClr val="accent1"/>
          </a:solidFill>
          <a:ln w="9525" cap="flat" cmpd="sng">
            <a:solidFill>
              <a:schemeClr val="tx1"/>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dirty="0"/>
          </a:p>
        </p:txBody>
      </p:sp>
      <p:sp>
        <p:nvSpPr>
          <p:cNvPr id="39985" name="Line 21"/>
          <p:cNvSpPr/>
          <p:nvPr/>
        </p:nvSpPr>
        <p:spPr>
          <a:xfrm>
            <a:off x="1116013" y="4435475"/>
            <a:ext cx="1944687" cy="0"/>
          </a:xfrm>
          <a:prstGeom prst="line">
            <a:avLst/>
          </a:prstGeom>
          <a:ln w="9525" cap="flat" cmpd="sng">
            <a:solidFill>
              <a:schemeClr val="tx1"/>
            </a:solidFill>
            <a:prstDash val="dash"/>
            <a:miter/>
            <a:headEnd type="none" w="med" len="med"/>
            <a:tailEnd type="none" w="med" len="med"/>
          </a:ln>
        </p:spPr>
      </p:sp>
      <p:sp>
        <p:nvSpPr>
          <p:cNvPr id="399363" name="Rectangle 3"/>
          <p:cNvSpPr>
            <a:spLocks noChangeArrowheads="1"/>
          </p:cNvSpPr>
          <p:nvPr/>
        </p:nvSpPr>
        <p:spPr bwMode="auto">
          <a:xfrm>
            <a:off x="395288" y="331788"/>
            <a:ext cx="8229600" cy="1009650"/>
          </a:xfrm>
          <a:prstGeom prst="rect">
            <a:avLst/>
          </a:prstGeom>
          <a:noFill/>
          <a:ln w="9525">
            <a:noFill/>
            <a:miter lim="800000"/>
          </a:ln>
        </p:spPr>
        <p:txBody>
          <a:bodyPr/>
          <a:lstStyle/>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经过若干次分配、归还之后，可能会出现下面的格局：</a:t>
            </a:r>
            <a:endParaRPr kumimoji="0"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Char char="n"/>
              <a:defRPr/>
            </a:pPr>
            <a:endParaRPr kumimoji="0"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Char char="n"/>
              <a:defRPr/>
            </a:pPr>
            <a:endParaRPr kumimoji="0"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Char char="n"/>
              <a:defRPr/>
            </a:pPr>
            <a:endParaRPr kumimoji="0"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Char char="n"/>
              <a:defRPr/>
            </a:pPr>
            <a:endParaRPr kumimoji="0"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Char char="n"/>
              <a:defRPr/>
            </a:pPr>
            <a:endParaRPr kumimoji="0"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Char char="n"/>
              <a:defRPr/>
            </a:pPr>
            <a:endParaRPr kumimoji="0"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Char char="n"/>
              <a:defRPr/>
            </a:pPr>
            <a:endParaRPr kumimoji="0"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Char char="n"/>
              <a:defRPr/>
            </a:pPr>
            <a:endParaRPr kumimoji="0"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Char char="n"/>
              <a:defRPr/>
            </a:pPr>
            <a:endParaRPr kumimoji="0"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Char char="n"/>
              <a:defRPr/>
            </a:pPr>
            <a:endParaRPr kumimoji="0"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Char char="n"/>
              <a:defRPr/>
            </a:pPr>
            <a:endParaRPr kumimoji="0"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所有</a:t>
            </a:r>
            <a:r>
              <a:rPr kumimoji="0"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A</a:t>
            </a:r>
            <a:r>
              <a:rPr kumimoji="0" lang="zh-CN" altLang="en-US"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类对象消亡后，如何归还所有的大块？</a:t>
            </a:r>
            <a:endParaRPr kumimoji="0" lang="zh-CN" altLang="en-US"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99363">
                                            <p:txEl>
                                              <p:charRg st="36" end="57"/>
                                            </p:txEl>
                                          </p:spTgt>
                                        </p:tgtEl>
                                        <p:attrNameLst>
                                          <p:attrName>style.visibility</p:attrName>
                                        </p:attrNameLst>
                                      </p:cBhvr>
                                      <p:to>
                                        <p:strVal val="visible"/>
                                      </p:to>
                                    </p:set>
                                    <p:anim calcmode="lin" valueType="num">
                                      <p:cBhvr additive="base">
                                        <p:cTn id="7" dur="500" fill="hold"/>
                                        <p:tgtEl>
                                          <p:spTgt spid="399363">
                                            <p:txEl>
                                              <p:charRg st="36" end="5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99363">
                                            <p:txEl>
                                              <p:charRg st="36" end="5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50825" y="188913"/>
            <a:ext cx="8713788" cy="5483225"/>
          </a:xfrm>
        </p:spPr>
        <p:txBody>
          <a:bodyPr vert="horz" wrap="square" lIns="91440" tIns="45720" rIns="91440" bIns="45720" numCol="1" anchor="t" anchorCtr="0" compatLnSpc="1">
            <a:normAutofit fontScale="70000" lnSpcReduction="20000"/>
          </a:bodyPr>
          <a:lstStyle/>
          <a:p>
            <a:pPr marL="342900" marR="0" lvl="0" indent="-34290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动态对象数组的创建与撤销</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457200" marR="0" lvl="1" indent="0" algn="l" defTabSz="914400" rtl="0" eaLnBrk="0" fontAlgn="base" latinLnBrk="0" hangingPunct="0">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 </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p=new A</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[10]</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0" fontAlgn="base" latinLnBrk="0" hangingPunct="0">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p[0]</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p[1]</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p[9] ...</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0" fontAlgn="base" latinLnBrk="0" hangingPunct="0">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delete </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p; //</a:t>
            </a: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”不能漏掉！</a:t>
            </a:r>
            <a:endPar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endParaRPr>
          </a:p>
          <a:p>
            <a:pPr marL="342900" marR="0" lvl="0" indent="-34290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上述操作将调用下面的重载函数（隐式或自定义）：</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0" fontAlgn="base" latinLnBrk="0" hangingPunct="0">
              <a:lnSpc>
                <a:spcPct val="120000"/>
              </a:lnSpc>
              <a:spcBef>
                <a:spcPct val="20000"/>
              </a:spcBef>
              <a:spcAft>
                <a:spcPct val="0"/>
              </a:spcAft>
              <a:buClr>
                <a:schemeClr val="tx1"/>
              </a:buClr>
              <a:buSzTx/>
              <a:buFontTx/>
              <a:buChar char="•"/>
              <a:defRPr/>
            </a:pP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void *</a:t>
            </a:r>
            <a:r>
              <a:rPr kumimoji="0" lang="en-GB"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operator new</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GB"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size_t</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size);</a:t>
            </a:r>
            <a:endPar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0" fontAlgn="base" latinLnBrk="0" hangingPunct="0">
              <a:lnSpc>
                <a:spcPct val="120000"/>
              </a:lnSpc>
              <a:spcBef>
                <a:spcPct val="20000"/>
              </a:spcBef>
              <a:spcAft>
                <a:spcPct val="0"/>
              </a:spcAft>
              <a:buClr>
                <a:schemeClr val="tx1"/>
              </a:buClr>
              <a:buSzTx/>
              <a:buFontTx/>
              <a:buChar char="•"/>
              <a:defRPr/>
            </a:pPr>
            <a:r>
              <a:rPr kumimoji="0" lang="en-GB"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void </a:t>
            </a:r>
            <a:r>
              <a:rPr kumimoji="0" lang="en-GB" altLang="zh-CN" sz="28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operator </a:t>
            </a:r>
            <a:r>
              <a:rPr kumimoji="0" lang="en-GB"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delete[]</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GB"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void *</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p);</a:t>
            </a:r>
            <a:endPar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注意：</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当</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类（或基类和成员对象类）中</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有析构函数</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时，传给</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函数</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new[]</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的</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参数</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size</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的实际值会比对象数组需要的空间多</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4</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个字节，用于存储元素个数！例如，假设类</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有析构函数，则</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0" fontAlgn="base" latinLnBrk="0" hangingPunct="0">
              <a:lnSpc>
                <a:spcPct val="12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 </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p=new </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a:t>
            </a:r>
            <a:r>
              <a:rPr kumimoji="0" lang="en-US" altLang="zh-CN" sz="28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[10</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//size</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sizeof</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(A)*10+4</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0" fontAlgn="base" latinLnBrk="0" hangingPunct="0">
              <a:lnSpc>
                <a:spcPct val="12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0" fontAlgn="base" latinLnBrk="0" hangingPunct="0">
              <a:lnSpc>
                <a:spcPct val="12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delete </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p; //</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会根据存储的元素个数调用每个元素的析构函数</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p:txBody>
      </p:sp>
      <p:sp>
        <p:nvSpPr>
          <p:cNvPr id="2" name="矩形 1"/>
          <p:cNvSpPr/>
          <p:nvPr/>
        </p:nvSpPr>
        <p:spPr>
          <a:xfrm>
            <a:off x="3563938" y="6165850"/>
            <a:ext cx="4824412" cy="358775"/>
          </a:xfrm>
          <a:prstGeom prst="rect">
            <a:avLst/>
          </a:prstGeom>
          <a:solidFill>
            <a:schemeClr val="accent1"/>
          </a:solidFill>
          <a:ln w="9525" cap="flat" cmpd="sng">
            <a:solidFill>
              <a:schemeClr val="tx1"/>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dirty="0"/>
          </a:p>
        </p:txBody>
      </p:sp>
      <p:cxnSp>
        <p:nvCxnSpPr>
          <p:cNvPr id="5" name="直接连接符 4"/>
          <p:cNvCxnSpPr/>
          <p:nvPr/>
        </p:nvCxnSpPr>
        <p:spPr>
          <a:xfrm>
            <a:off x="4140200" y="6165850"/>
            <a:ext cx="0" cy="358775"/>
          </a:xfrm>
          <a:prstGeom prst="line">
            <a:avLst/>
          </a:prstGeom>
          <a:ln w="9525" cap="flat" cmpd="sng">
            <a:solidFill>
              <a:schemeClr val="tx1"/>
            </a:solidFill>
            <a:prstDash val="solid"/>
            <a:miter/>
            <a:headEnd type="none" w="med" len="med"/>
            <a:tailEnd type="none" w="med" len="med"/>
          </a:ln>
        </p:spPr>
      </p:cxnSp>
      <p:sp>
        <p:nvSpPr>
          <p:cNvPr id="6" name="TextBox 5"/>
          <p:cNvSpPr txBox="1"/>
          <p:nvPr/>
        </p:nvSpPr>
        <p:spPr>
          <a:xfrm>
            <a:off x="2268538" y="5661025"/>
            <a:ext cx="1106487" cy="369888"/>
          </a:xfrm>
          <a:prstGeom prst="rect">
            <a:avLst/>
          </a:prstGeom>
          <a:solidFill>
            <a:schemeClr val="bg2"/>
          </a:solidFill>
          <a:ln w="9525">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r>
              <a:rPr lang="zh-CN" altLang="en-US" sz="1800" dirty="0"/>
              <a:t>元素个数</a:t>
            </a:r>
            <a:endParaRPr lang="zh-CN" altLang="en-US" sz="1800" dirty="0"/>
          </a:p>
        </p:txBody>
      </p:sp>
      <p:cxnSp>
        <p:nvCxnSpPr>
          <p:cNvPr id="8" name="直接箭头连接符 7"/>
          <p:cNvCxnSpPr/>
          <p:nvPr/>
        </p:nvCxnSpPr>
        <p:spPr>
          <a:xfrm>
            <a:off x="2987675" y="6030913"/>
            <a:ext cx="863600" cy="314325"/>
          </a:xfrm>
          <a:prstGeom prst="straightConnector1">
            <a:avLst/>
          </a:prstGeom>
          <a:ln w="9525" cap="flat" cmpd="sng">
            <a:solidFill>
              <a:schemeClr val="tx1"/>
            </a:solidFill>
            <a:prstDash val="solid"/>
            <a:miter/>
            <a:headEnd type="none" w="med" len="med"/>
            <a:tailEnd type="arrow" w="med" len="med"/>
          </a:ln>
        </p:spPr>
      </p:cxnSp>
      <p:sp>
        <p:nvSpPr>
          <p:cNvPr id="7" name="TextBox 6"/>
          <p:cNvSpPr txBox="1"/>
          <p:nvPr/>
        </p:nvSpPr>
        <p:spPr>
          <a:xfrm>
            <a:off x="4027488" y="5516563"/>
            <a:ext cx="328612" cy="369887"/>
          </a:xfrm>
          <a:prstGeom prst="rect">
            <a:avLst/>
          </a:prstGeom>
          <a:solidFill>
            <a:schemeClr val="bg2"/>
          </a:solidFill>
          <a:ln w="9525">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r>
              <a:rPr lang="en-US" altLang="zh-CN" sz="1800" dirty="0"/>
              <a:t>p</a:t>
            </a:r>
            <a:endParaRPr lang="zh-CN" altLang="en-US" sz="1800" dirty="0"/>
          </a:p>
        </p:txBody>
      </p:sp>
      <p:cxnSp>
        <p:nvCxnSpPr>
          <p:cNvPr id="9" name="直接箭头连接符 8"/>
          <p:cNvCxnSpPr/>
          <p:nvPr/>
        </p:nvCxnSpPr>
        <p:spPr>
          <a:xfrm>
            <a:off x="4211638" y="5886450"/>
            <a:ext cx="0" cy="279400"/>
          </a:xfrm>
          <a:prstGeom prst="straightConnector1">
            <a:avLst/>
          </a:prstGeom>
          <a:ln w="9525" cap="flat" cmpd="sng">
            <a:solidFill>
              <a:schemeClr val="tx1"/>
            </a:solidFill>
            <a:prstDash val="solid"/>
            <a:miter/>
            <a:headEnd type="none" w="med" len="med"/>
            <a:tailEnd type="arrow"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charRg st="172" end="257"/>
                                            </p:txEl>
                                          </p:spTgt>
                                        </p:tgtEl>
                                        <p:attrNameLst>
                                          <p:attrName>style.visibility</p:attrName>
                                        </p:attrNameLst>
                                      </p:cBhvr>
                                      <p:to>
                                        <p:strVal val="visible"/>
                                      </p:to>
                                    </p:set>
                                    <p:anim calcmode="lin" valueType="num">
                                      <p:cBhvr additive="base">
                                        <p:cTn id="7" dur="500" fill="hold"/>
                                        <p:tgtEl>
                                          <p:spTgt spid="3">
                                            <p:txEl>
                                              <p:charRg st="172" end="25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charRg st="172" end="25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charRg st="257" end="295"/>
                                            </p:txEl>
                                          </p:spTgt>
                                        </p:tgtEl>
                                        <p:attrNameLst>
                                          <p:attrName>style.visibility</p:attrName>
                                        </p:attrNameLst>
                                      </p:cBhvr>
                                      <p:to>
                                        <p:strVal val="visible"/>
                                      </p:to>
                                    </p:set>
                                    <p:anim calcmode="lin" valueType="num">
                                      <p:cBhvr additive="base">
                                        <p:cTn id="11" dur="500" fill="hold"/>
                                        <p:tgtEl>
                                          <p:spTgt spid="3">
                                            <p:txEl>
                                              <p:charRg st="257" end="29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charRg st="257" end="29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charRg st="295" end="302"/>
                                            </p:txEl>
                                          </p:spTgt>
                                        </p:tgtEl>
                                        <p:attrNameLst>
                                          <p:attrName>style.visibility</p:attrName>
                                        </p:attrNameLst>
                                      </p:cBhvr>
                                      <p:to>
                                        <p:strVal val="visible"/>
                                      </p:to>
                                    </p:set>
                                    <p:anim calcmode="lin" valueType="num">
                                      <p:cBhvr additive="base">
                                        <p:cTn id="15" dur="500" fill="hold"/>
                                        <p:tgtEl>
                                          <p:spTgt spid="3">
                                            <p:txEl>
                                              <p:charRg st="295" end="30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charRg st="295" end="30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charRg st="302" end="338"/>
                                            </p:txEl>
                                          </p:spTgt>
                                        </p:tgtEl>
                                        <p:attrNameLst>
                                          <p:attrName>style.visibility</p:attrName>
                                        </p:attrNameLst>
                                      </p:cBhvr>
                                      <p:to>
                                        <p:strVal val="visible"/>
                                      </p:to>
                                    </p:set>
                                    <p:anim calcmode="lin" valueType="num">
                                      <p:cBhvr additive="base">
                                        <p:cTn id="19" dur="500" fill="hold"/>
                                        <p:tgtEl>
                                          <p:spTgt spid="3">
                                            <p:txEl>
                                              <p:charRg st="302" end="33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charRg st="302" end="338"/>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ppt_x"/>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additive="base">
                                        <p:cTn id="29" dur="500" fill="hold"/>
                                        <p:tgtEl>
                                          <p:spTgt spid="5"/>
                                        </p:tgtEl>
                                        <p:attrNameLst>
                                          <p:attrName>ppt_x</p:attrName>
                                        </p:attrNameLst>
                                      </p:cBhvr>
                                      <p:tavLst>
                                        <p:tav tm="0">
                                          <p:val>
                                            <p:strVal val="#ppt_x"/>
                                          </p:val>
                                        </p:tav>
                                        <p:tav tm="100000">
                                          <p:val>
                                            <p:strVal val="#ppt_x"/>
                                          </p:val>
                                        </p:tav>
                                      </p:tavLst>
                                    </p:anim>
                                    <p:anim calcmode="lin" valueType="num">
                                      <p:cBhvr additive="base">
                                        <p:cTn id="30" dur="500" fill="hold"/>
                                        <p:tgtEl>
                                          <p:spTgt spid="5"/>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additive="base">
                                        <p:cTn id="33" dur="500" fill="hold"/>
                                        <p:tgtEl>
                                          <p:spTgt spid="6"/>
                                        </p:tgtEl>
                                        <p:attrNameLst>
                                          <p:attrName>ppt_x</p:attrName>
                                        </p:attrNameLst>
                                      </p:cBhvr>
                                      <p:tavLst>
                                        <p:tav tm="0">
                                          <p:val>
                                            <p:strVal val="#ppt_x"/>
                                          </p:val>
                                        </p:tav>
                                        <p:tav tm="100000">
                                          <p:val>
                                            <p:strVal val="#ppt_x"/>
                                          </p:val>
                                        </p:tav>
                                      </p:tavLst>
                                    </p:anim>
                                    <p:anim calcmode="lin" valueType="num">
                                      <p:cBhvr additive="base">
                                        <p:cTn id="34" dur="500" fill="hold"/>
                                        <p:tgtEl>
                                          <p:spTgt spid="6"/>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500" fill="hold"/>
                                        <p:tgtEl>
                                          <p:spTgt spid="8"/>
                                        </p:tgtEl>
                                        <p:attrNameLst>
                                          <p:attrName>ppt_x</p:attrName>
                                        </p:attrNameLst>
                                      </p:cBhvr>
                                      <p:tavLst>
                                        <p:tav tm="0">
                                          <p:val>
                                            <p:strVal val="#ppt_x"/>
                                          </p:val>
                                        </p:tav>
                                        <p:tav tm="100000">
                                          <p:val>
                                            <p:strVal val="#ppt_x"/>
                                          </p:val>
                                        </p:tav>
                                      </p:tavLst>
                                    </p:anim>
                                    <p:anim calcmode="lin" valueType="num">
                                      <p:cBhvr additive="base">
                                        <p:cTn id="38" dur="500" fill="hold"/>
                                        <p:tgtEl>
                                          <p:spTgt spid="8"/>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7"/>
                                        </p:tgtEl>
                                        <p:attrNameLst>
                                          <p:attrName>style.visibility</p:attrName>
                                        </p:attrNameLst>
                                      </p:cBhvr>
                                      <p:to>
                                        <p:strVal val="visible"/>
                                      </p:to>
                                    </p:set>
                                    <p:anim calcmode="lin" valueType="num">
                                      <p:cBhvr additive="base">
                                        <p:cTn id="41" dur="500" fill="hold"/>
                                        <p:tgtEl>
                                          <p:spTgt spid="7"/>
                                        </p:tgtEl>
                                        <p:attrNameLst>
                                          <p:attrName>ppt_x</p:attrName>
                                        </p:attrNameLst>
                                      </p:cBhvr>
                                      <p:tavLst>
                                        <p:tav tm="0">
                                          <p:val>
                                            <p:strVal val="#ppt_x"/>
                                          </p:val>
                                        </p:tav>
                                        <p:tav tm="100000">
                                          <p:val>
                                            <p:strVal val="#ppt_x"/>
                                          </p:val>
                                        </p:tav>
                                      </p:tavLst>
                                    </p:anim>
                                    <p:anim calcmode="lin" valueType="num">
                                      <p:cBhvr additive="base">
                                        <p:cTn id="42" dur="500" fill="hold"/>
                                        <p:tgtEl>
                                          <p:spTgt spid="7"/>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9"/>
                                        </p:tgtEl>
                                        <p:attrNameLst>
                                          <p:attrName>style.visibility</p:attrName>
                                        </p:attrNameLst>
                                      </p:cBhvr>
                                      <p:to>
                                        <p:strVal val="visible"/>
                                      </p:to>
                                    </p:set>
                                    <p:anim calcmode="lin" valueType="num">
                                      <p:cBhvr additive="base">
                                        <p:cTn id="45" dur="500" fill="hold"/>
                                        <p:tgtEl>
                                          <p:spTgt spid="9"/>
                                        </p:tgtEl>
                                        <p:attrNameLst>
                                          <p:attrName>ppt_x</p:attrName>
                                        </p:attrNameLst>
                                      </p:cBhvr>
                                      <p:tavLst>
                                        <p:tav tm="0">
                                          <p:val>
                                            <p:strVal val="#ppt_x"/>
                                          </p:val>
                                        </p:tav>
                                        <p:tav tm="100000">
                                          <p:val>
                                            <p:strVal val="#ppt_x"/>
                                          </p:val>
                                        </p:tav>
                                      </p:tavLst>
                                    </p:anim>
                                    <p:anim calcmode="lin" valueType="num">
                                      <p:cBhvr additive="base">
                                        <p:cTn id="4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2434" name="Rectangle 2"/>
          <p:cNvSpPr>
            <a:spLocks noGrp="1" noChangeArrowheads="1"/>
          </p:cNvSpPr>
          <p:nvPr>
            <p:ph type="title"/>
          </p:nvPr>
        </p:nvSpPr>
        <p:spPr>
          <a:xfrm>
            <a:off x="457200" y="44450"/>
            <a:ext cx="8229600" cy="1139825"/>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GB"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自定义类型转换操作符</a:t>
            </a: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 </a:t>
            </a:r>
            <a:endPar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402435" name="Rectangle 3"/>
          <p:cNvSpPr>
            <a:spLocks noGrp="1" noChangeArrowheads="1"/>
          </p:cNvSpPr>
          <p:nvPr>
            <p:ph idx="1"/>
          </p:nvPr>
        </p:nvSpPr>
        <p:spPr>
          <a:xfrm>
            <a:off x="0" y="1196975"/>
            <a:ext cx="9036050" cy="5256213"/>
          </a:xfrm>
        </p:spPr>
        <p:txBody>
          <a:bodyPr vert="horz" wrap="square" lIns="91440" tIns="45720" rIns="91440" bIns="45720" numCol="1" anchor="t" anchorCtr="0" compatLnSpc="1">
            <a:normAutofit fontScale="92500" lnSpcReduction="10000"/>
          </a:bodyPr>
          <a:lstStyle/>
          <a:p>
            <a:pPr marL="342900" marR="0" lvl="0" indent="-342900" algn="l" defTabSz="52705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类中</a:t>
            </a:r>
            <a:r>
              <a:rPr kumimoji="0" lang="zh-CN" altLang="en-GB"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带</a:t>
            </a:r>
            <a:r>
              <a:rPr kumimoji="0" lang="zh-CN" altLang="en-GB" sz="26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cs typeface="+mn-cs"/>
              </a:rPr>
              <a:t>一个参数</a:t>
            </a:r>
            <a:r>
              <a:rPr kumimoji="0" lang="zh-CN" altLang="en-GB"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a:t>
            </a:r>
            <a:r>
              <a:rPr kumimoji="0" lang="zh-CN" altLang="en-GB" sz="26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cs typeface="+mn-cs"/>
              </a:rPr>
              <a:t>构造函数</a:t>
            </a:r>
            <a:r>
              <a:rPr kumimoji="0" lang="zh-CN" altLang="en-GB"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可以用作从</a:t>
            </a:r>
            <a:r>
              <a:rPr kumimoji="0" lang="zh-CN" altLang="en-GB" sz="26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cs typeface="+mn-cs"/>
              </a:rPr>
              <a:t>其它类</a:t>
            </a:r>
            <a:r>
              <a:rPr kumimoji="0" lang="zh-CN" altLang="en-US" sz="26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cs typeface="+mn-cs"/>
              </a:rPr>
              <a:t>型</a:t>
            </a:r>
            <a:r>
              <a:rPr kumimoji="0" lang="zh-CN" altLang="en-GB"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到</a:t>
            </a:r>
            <a:r>
              <a:rPr kumimoji="0" lang="zh-CN" altLang="en-US"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该</a:t>
            </a:r>
            <a:r>
              <a:rPr kumimoji="0" lang="zh-CN" altLang="en-GB" sz="26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cs typeface="+mn-cs"/>
              </a:rPr>
              <a:t>类</a:t>
            </a:r>
            <a:r>
              <a:rPr kumimoji="0" lang="zh-CN" altLang="en-GB"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a:t>
            </a:r>
            <a:r>
              <a:rPr kumimoji="0" lang="zh-CN" altLang="en-GB" sz="26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cs typeface="+mn-cs"/>
              </a:rPr>
              <a:t>转换</a:t>
            </a:r>
            <a:r>
              <a:rPr kumimoji="0" lang="zh-CN" altLang="en-GB"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例如：</a:t>
            </a:r>
            <a:endParaRPr kumimoji="0" lang="zh-CN" altLang="en-US"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527050" rtl="0" eaLnBrk="1" fontAlgn="base" latinLnBrk="0" hangingPunct="1">
              <a:lnSpc>
                <a:spcPct val="120000"/>
              </a:lnSpc>
              <a:spcBef>
                <a:spcPct val="20000"/>
              </a:spcBef>
              <a:spcAft>
                <a:spcPct val="0"/>
              </a:spcAft>
              <a:buClr>
                <a:schemeClr val="hlink"/>
              </a:buClr>
              <a:buSzPct val="60000"/>
              <a:buFont typeface="Wingdings" panose="05000000000000000000" pitchFamily="2" charset="2"/>
              <a:buNone/>
              <a:defRPr/>
            </a:pPr>
            <a:r>
              <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class Complex</a:t>
            </a:r>
            <a:endPar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52705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double real, </a:t>
            </a:r>
            <a:r>
              <a:rPr kumimoji="0" lang="en-GB" altLang="zh-CN" sz="2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imag</a:t>
            </a:r>
            <a:r>
              <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52705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public:</a:t>
            </a:r>
            <a:endPar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52705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Complex() { real = 0; </a:t>
            </a:r>
            <a:r>
              <a:rPr kumimoji="0" lang="en-GB" altLang="zh-CN" sz="2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imag</a:t>
            </a:r>
            <a:r>
              <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 0; }</a:t>
            </a:r>
            <a:endPar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52705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GB" altLang="zh-CN" sz="2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Complex(double r)</a:t>
            </a:r>
            <a:r>
              <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	real = r; </a:t>
            </a:r>
            <a:r>
              <a:rPr kumimoji="0" lang="en-GB" altLang="zh-CN" sz="2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imag</a:t>
            </a:r>
            <a:r>
              <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 0; }</a:t>
            </a:r>
            <a:endPar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52705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Complex(double r, double </a:t>
            </a:r>
            <a:r>
              <a:rPr kumimoji="0" lang="en-GB" altLang="zh-CN" sz="2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a:t>
            </a:r>
            <a:r>
              <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 real = r; </a:t>
            </a:r>
            <a:r>
              <a:rPr kumimoji="0" lang="en-GB" altLang="zh-CN" sz="2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imag</a:t>
            </a:r>
            <a:r>
              <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 </a:t>
            </a:r>
            <a:r>
              <a:rPr kumimoji="0" lang="en-GB" altLang="zh-CN" sz="2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a:t>
            </a:r>
            <a:r>
              <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52705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52705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friend Complex operator + (</a:t>
            </a:r>
            <a:r>
              <a:rPr kumimoji="0" lang="en-GB" altLang="zh-CN" sz="2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const</a:t>
            </a:r>
            <a:r>
              <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Complex&amp; x, </a:t>
            </a:r>
            <a:r>
              <a:rPr kumimoji="0" lang="en-GB" altLang="zh-CN" sz="2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const</a:t>
            </a:r>
            <a:r>
              <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Complex&amp; y);</a:t>
            </a:r>
            <a:endPar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52705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GB"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endPar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Complex </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c(1,2);</a:t>
            </a:r>
            <a:endPar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 </a:t>
            </a: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GB"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1.7</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en-GB"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 </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//1.7</a:t>
            </a:r>
            <a:r>
              <a:rPr kumimoji="0" lang="zh-CN" altLang="en-GB"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隐式转换成一个复数对象</a:t>
            </a: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Complex(1.7)</a:t>
            </a:r>
            <a:endPar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GB"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2.5</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 ...  //</a:t>
            </a: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2.5</a:t>
            </a:r>
            <a:r>
              <a:rPr kumimoji="0" lang="zh-CN" altLang="en-GB"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隐式转换成一个复数对象</a:t>
            </a: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Complex(2.5)</a:t>
            </a:r>
            <a:endPar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52705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endPar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4483" name="Rectangle 3"/>
          <p:cNvSpPr>
            <a:spLocks noGrp="1" noChangeArrowheads="1"/>
          </p:cNvSpPr>
          <p:nvPr>
            <p:ph idx="1"/>
          </p:nvPr>
        </p:nvSpPr>
        <p:spPr>
          <a:xfrm>
            <a:off x="457200" y="333375"/>
            <a:ext cx="8229600" cy="6265863"/>
          </a:xfrm>
        </p:spPr>
        <p:txBody>
          <a:bodyPr vert="horz" wrap="square" lIns="91440" tIns="45720" rIns="91440" bIns="45720" numCol="1" anchor="t" anchorCtr="0" compatLnSpc="1">
            <a:normAutofit/>
          </a:bodyPr>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也可以</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定义</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从一个</a:t>
            </a: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类</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到</a:t>
            </a: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其它类型</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转换</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。例如：</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7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class A</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7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x,y</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7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public:</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7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7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operator </a:t>
            </a:r>
            <a:r>
              <a:rPr kumimoji="0" lang="en-US" altLang="zh-CN" sz="24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zh-CN"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类型转换</a:t>
            </a:r>
            <a:r>
              <a:rPr kumimoji="0" lang="zh-CN"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操作符</a:t>
            </a:r>
            <a:r>
              <a:rPr kumimoji="0" lang="en-US"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zh-CN"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的重载函数</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70000"/>
              </a:lnSpc>
              <a:spcBef>
                <a:spcPct val="20000"/>
              </a:spcBef>
              <a:spcAft>
                <a:spcPct val="0"/>
              </a:spcAft>
              <a:buClr>
                <a:schemeClr val="tx1"/>
              </a:buClr>
              <a:buSzTx/>
              <a:buFontTx/>
              <a:buNone/>
              <a:defRPr/>
            </a:pP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return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x+y</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70000"/>
              </a:lnSpc>
              <a:spcBef>
                <a:spcPct val="20000"/>
              </a:spcBef>
              <a:spcAft>
                <a:spcPct val="0"/>
              </a:spcAft>
              <a:buClr>
                <a:schemeClr val="tx1"/>
              </a:buClr>
              <a:buSzTx/>
              <a:buFontTx/>
              <a:buNone/>
              <a:defRPr/>
            </a:pP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7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7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Arial" panose="020B0604020202020204" pitchFamily="34" charset="0"/>
                <a:ea typeface="+mn-ea"/>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7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a</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70000"/>
              </a:lnSpc>
              <a:spcBef>
                <a:spcPct val="20000"/>
              </a:spcBef>
              <a:spcAft>
                <a:spcPct val="0"/>
              </a:spcAft>
              <a:buClr>
                <a:schemeClr val="tx1"/>
              </a:buClr>
              <a:buSzTx/>
              <a:buFontTx/>
              <a:buNone/>
              <a:defRPr/>
            </a:pP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=1;</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7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a:t>
            </a:r>
            <a:r>
              <a:rPr kumimoji="0" lang="en-US" altLang="zh-CN" sz="24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rPr>
              <a:t>a</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将调用类型转换操作符</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的重载函数</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70000"/>
              </a:lnSpc>
              <a:spcBef>
                <a:spcPct val="20000"/>
              </a:spcBef>
              <a:spcAft>
                <a:spcPct val="0"/>
              </a:spcAft>
              <a:buClr>
                <a:schemeClr val="tx1"/>
              </a:buClr>
              <a:buSzTx/>
              <a:buFontTx/>
              <a:buNone/>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把对象</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隐式转换成</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型数据。</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5506" name="Rectangle 2"/>
          <p:cNvSpPr>
            <a:spLocks noGrp="1" noChangeArrowheads="1"/>
          </p:cNvSpPr>
          <p:nvPr>
            <p:ph type="title"/>
          </p:nvPr>
        </p:nvSpPr>
        <p:spPr>
          <a:xfrm>
            <a:off x="457200" y="44450"/>
            <a:ext cx="8229600" cy="1139825"/>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歧义问题</a:t>
            </a:r>
            <a:endParaRPr kumimoji="0" lang="zh-CN" altLang="zh-CN"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405507" name="Rectangle 3"/>
          <p:cNvSpPr>
            <a:spLocks noGrp="1" noChangeArrowheads="1"/>
          </p:cNvSpPr>
          <p:nvPr>
            <p:ph idx="1"/>
          </p:nvPr>
        </p:nvSpPr>
        <p:spPr>
          <a:xfrm>
            <a:off x="457200" y="1268413"/>
            <a:ext cx="8229600" cy="5256213"/>
          </a:xfrm>
        </p:spPr>
        <p:txBody>
          <a:bodyPr vert="horz" wrap="square" lIns="91440" tIns="45720" rIns="91440" bIns="45720" numCol="1" anchor="t" anchorCtr="0" compatLnSpc="1">
            <a:normAutofit/>
          </a:bodyPr>
          <a:lstStyle/>
          <a:p>
            <a:pPr marL="342900" marR="0" lvl="0" indent="-342900" algn="l" defTabSz="62103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class A</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62103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x,y</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62103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public:</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62103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 { x = 0;  y = 0; }</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62103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A(</a:t>
            </a:r>
            <a:r>
              <a:rPr kumimoji="0" lang="en-US" altLang="zh-CN" sz="24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cs typeface="+mn-cs"/>
              </a:rPr>
              <a:t>int</a:t>
            </a:r>
            <a:r>
              <a:rPr kumimoji="0" lang="en-US"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 </a:t>
            </a:r>
            <a:r>
              <a:rPr kumimoji="0" lang="en-US" altLang="zh-CN" sz="24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cs typeface="+mn-cs"/>
              </a:rPr>
              <a:t>i</a:t>
            </a:r>
            <a:r>
              <a:rPr kumimoji="0" lang="en-US"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 x =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y = 0; }</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62103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j) </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x </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y = </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j; </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62103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operator </a:t>
            </a:r>
            <a:r>
              <a:rPr kumimoji="0" lang="en-US" altLang="zh-CN" sz="24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cs typeface="+mn-cs"/>
              </a:rPr>
              <a:t>int</a:t>
            </a:r>
            <a:r>
              <a:rPr kumimoji="0" lang="en-US"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 </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return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x+y</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62103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friend A operator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const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 &amp;a1,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const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 &amp;a2);</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62103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62103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62103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a</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62103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=1;</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62103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a</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 </a:t>
            </a:r>
            <a:r>
              <a:rPr kumimoji="0" lang="en-US" altLang="zh-CN" sz="24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cs typeface="+mn-cs"/>
              </a:rPr>
              <a:t>i</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  //</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是把</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转换成</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呢，还是把</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转换成</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呢？</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6531" name="Rectangle 3"/>
          <p:cNvSpPr>
            <a:spLocks noGrp="1" noChangeArrowheads="1"/>
          </p:cNvSpPr>
          <p:nvPr>
            <p:ph idx="1"/>
          </p:nvPr>
        </p:nvSpPr>
        <p:spPr>
          <a:xfrm>
            <a:off x="457200" y="260350"/>
            <a:ext cx="8229600" cy="6048375"/>
          </a:xfrm>
        </p:spPr>
        <p:txBody>
          <a:bodyPr vert="horz" wrap="square" lIns="91440" tIns="45720" rIns="91440" bIns="45720" numCol="1" anchor="t" anchorCtr="0" compatLnSpc="1">
            <a:normAutofit/>
          </a:bodyPr>
          <a:lstStyle/>
          <a:p>
            <a:pPr marL="342900" marR="0" lvl="0" indent="-342900" algn="l" defTabSz="450850" rtl="0" eaLnBrk="1" fontAlgn="base" latinLnBrk="0" hangingPunct="1">
              <a:lnSpc>
                <a:spcPct val="90000"/>
              </a:lnSpc>
              <a:spcBef>
                <a:spcPct val="20000"/>
              </a:spcBef>
              <a:spcAft>
                <a:spcPct val="0"/>
              </a:spcAft>
              <a:buClr>
                <a:schemeClr val="hlink"/>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对上面的问题，可以用显式类型转换来解决：</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457200" marR="0" lvl="1" indent="0" algn="l" defTabSz="450850" rtl="0" eaLnBrk="1" fontAlgn="base" latinLnBrk="0" hangingPunct="1">
              <a:lnSpc>
                <a:spcPct val="90000"/>
              </a:lnSpc>
              <a:spcBef>
                <a:spcPct val="20000"/>
              </a:spcBef>
              <a:spcAft>
                <a:spcPct val="0"/>
              </a:spcAft>
              <a:buClr>
                <a:schemeClr val="tx1"/>
              </a:buClr>
              <a:buSzTx/>
              <a:buFontTx/>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r>
              <a:rPr kumimoji="0" lang="en-US" altLang="zh-CN" sz="20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rPr>
              <a:t>int</a:t>
            </a:r>
            <a:r>
              <a:rPr kumimoji="0" lang="en-US" altLang="zh-CN"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 + </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把</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转</a:t>
            </a:r>
            <a:r>
              <a:rPr kumimoji="0" lang="zh-CN" altLang="en-US"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换</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成</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45085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或</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457200" marR="0" lvl="1" indent="0" algn="l" defTabSz="450850" rtl="0" eaLnBrk="1" fontAlgn="base" latinLnBrk="0" hangingPunct="1">
              <a:lnSpc>
                <a:spcPct val="90000"/>
              </a:lnSpc>
              <a:spcBef>
                <a:spcPct val="20000"/>
              </a:spcBef>
              <a:spcAft>
                <a:spcPct val="0"/>
              </a:spcAft>
              <a:buClr>
                <a:schemeClr val="tx1"/>
              </a:buClr>
              <a:buSzTx/>
              <a:buFontTx/>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 + </a:t>
            </a:r>
            <a:r>
              <a:rPr kumimoji="0" lang="en-US" altLang="zh-CN"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把</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转换成</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450850" rtl="0" eaLnBrk="1" fontAlgn="base" latinLnBrk="0" hangingPunct="1">
              <a:lnSpc>
                <a:spcPct val="90000"/>
              </a:lnSpc>
              <a:spcBef>
                <a:spcPct val="20000"/>
              </a:spcBef>
              <a:spcAft>
                <a:spcPct val="0"/>
              </a:spcAft>
              <a:buClr>
                <a:schemeClr val="hlink"/>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也可以通过给</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类的构造函数</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加上一个修饰符</a:t>
            </a:r>
            <a:r>
              <a:rPr kumimoji="0" lang="en-US"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explicit</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禁止把它当作隐式类型转换符来</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用：</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450850" rtl="0" eaLnBrk="1" fontAlgn="base" latinLnBrk="0" hangingPunct="1">
              <a:lnSpc>
                <a:spcPct val="90000"/>
              </a:lnSpc>
              <a:spcBef>
                <a:spcPct val="20000"/>
              </a:spcBef>
              <a:spcAft>
                <a:spcPct val="0"/>
              </a:spcAft>
              <a:buClr>
                <a:schemeClr val="tx1"/>
              </a:buClr>
              <a:buSzTx/>
              <a:buFontTx/>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class A</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450850" rtl="0" eaLnBrk="1" fontAlgn="base" latinLnBrk="0" hangingPunct="1">
              <a:lnSpc>
                <a:spcPct val="90000"/>
              </a:lnSpc>
              <a:spcBef>
                <a:spcPct val="20000"/>
              </a:spcBef>
              <a:spcAft>
                <a:spcPct val="0"/>
              </a:spcAft>
              <a:buClr>
                <a:schemeClr val="tx1"/>
              </a:buClr>
              <a:buSzTx/>
              <a:buFontTx/>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450850" rtl="0" eaLnBrk="1" fontAlgn="base" latinLnBrk="0" hangingPunct="1">
              <a:lnSpc>
                <a:spcPct val="90000"/>
              </a:lnSpc>
              <a:spcBef>
                <a:spcPct val="20000"/>
              </a:spcBef>
              <a:spcAft>
                <a:spcPct val="0"/>
              </a:spcAft>
              <a:buClr>
                <a:schemeClr val="tx1"/>
              </a:buClr>
              <a:buSzTx/>
              <a:buFontTx/>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explicit</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禁止把它当作隐式类型转换符来用</a:t>
            </a:r>
            <a:endPar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450850" rtl="0" eaLnBrk="1" fontAlgn="base" latinLnBrk="0" hangingPunct="1">
              <a:lnSpc>
                <a:spcPct val="90000"/>
              </a:lnSpc>
              <a:spcBef>
                <a:spcPct val="20000"/>
              </a:spcBef>
              <a:spcAft>
                <a:spcPct val="0"/>
              </a:spcAft>
              <a:buClr>
                <a:schemeClr val="tx1"/>
              </a:buClr>
              <a:buSzTx/>
              <a:buFontTx/>
              <a:buNone/>
              <a:defRPr/>
            </a:pP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x = </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y = 0; </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450850" rtl="0" eaLnBrk="1" fontAlgn="base" latinLnBrk="0" hangingPunct="1">
              <a:lnSpc>
                <a:spcPct val="90000"/>
              </a:lnSpc>
              <a:spcBef>
                <a:spcPct val="20000"/>
              </a:spcBef>
              <a:spcAft>
                <a:spcPct val="0"/>
              </a:spcAft>
              <a:buClr>
                <a:schemeClr val="tx1"/>
              </a:buClr>
              <a:buSzTx/>
              <a:buFontTx/>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450850" rtl="0" eaLnBrk="1" fontAlgn="base" latinLnBrk="0" hangingPunct="1">
              <a:lnSpc>
                <a:spcPct val="90000"/>
              </a:lnSpc>
              <a:spcBef>
                <a:spcPct val="20000"/>
              </a:spcBef>
              <a:spcAft>
                <a:spcPct val="0"/>
              </a:spcAft>
              <a:buClr>
                <a:schemeClr val="tx1"/>
              </a:buClr>
              <a:buSzTx/>
              <a:buFontTx/>
              <a:buNone/>
              <a:defRPr/>
            </a:pPr>
            <a:r>
              <a:rPr kumimoji="0" lang="en-US" altLang="zh-CN"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   </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operator </a:t>
            </a:r>
            <a:r>
              <a:rPr kumimoji="0" lang="en-US" altLang="zh-CN" sz="20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 return </a:t>
            </a:r>
            <a:r>
              <a:rPr kumimoji="0" lang="en-US" altLang="zh-CN" sz="20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x+y</a:t>
            </a: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450850" rtl="0" eaLnBrk="1" fontAlgn="base" latinLnBrk="0" hangingPunct="1">
              <a:lnSpc>
                <a:spcPct val="90000"/>
              </a:lnSpc>
              <a:spcBef>
                <a:spcPct val="20000"/>
              </a:spcBef>
              <a:spcAft>
                <a:spcPct val="0"/>
              </a:spcAft>
              <a:buClr>
                <a:schemeClr val="tx1"/>
              </a:buClr>
              <a:buSzTx/>
              <a:buFontTx/>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450850" rtl="0" eaLnBrk="1" fontAlgn="base" latinLnBrk="0" hangingPunct="1">
              <a:lnSpc>
                <a:spcPct val="90000"/>
              </a:lnSpc>
              <a:spcBef>
                <a:spcPct val="20000"/>
              </a:spcBef>
              <a:spcAft>
                <a:spcPct val="0"/>
              </a:spcAft>
              <a:buClr>
                <a:schemeClr val="tx1"/>
              </a:buClr>
              <a:buSzTx/>
              <a:buFontTx/>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450850" rtl="0" eaLnBrk="1" fontAlgn="base" latinLnBrk="0" hangingPunct="1">
              <a:lnSpc>
                <a:spcPct val="90000"/>
              </a:lnSpc>
              <a:spcBef>
                <a:spcPct val="20000"/>
              </a:spcBef>
              <a:spcAft>
                <a:spcPct val="0"/>
              </a:spcAft>
              <a:buClr>
                <a:schemeClr val="tx1"/>
              </a:buClr>
              <a:buSzTx/>
              <a:buFontTx/>
              <a:buNone/>
              <a:defRPr/>
            </a:pP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 </a:t>
            </a:r>
            <a:r>
              <a:rPr kumimoji="0" lang="en-US" altLang="zh-CN" sz="20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a</a:t>
            </a: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450850" rtl="0" eaLnBrk="1" fontAlgn="base" latinLnBrk="0" hangingPunct="1">
              <a:lnSpc>
                <a:spcPct val="90000"/>
              </a:lnSpc>
              <a:spcBef>
                <a:spcPct val="20000"/>
              </a:spcBef>
              <a:spcAft>
                <a:spcPct val="0"/>
              </a:spcAft>
              <a:buClr>
                <a:schemeClr val="tx1"/>
              </a:buClr>
              <a:buSzTx/>
              <a:buFontTx/>
              <a:buNone/>
              <a:defRPr/>
            </a:pPr>
            <a:r>
              <a:rPr kumimoji="0" lang="en-US" altLang="zh-CN" sz="20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=1;</a:t>
            </a:r>
            <a:endPar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450850" rtl="0" eaLnBrk="1" fontAlgn="base" latinLnBrk="0" hangingPunct="1">
              <a:lnSpc>
                <a:spcPct val="90000"/>
              </a:lnSpc>
              <a:spcBef>
                <a:spcPct val="20000"/>
              </a:spcBef>
              <a:spcAft>
                <a:spcPct val="0"/>
              </a:spcAft>
              <a:buClr>
                <a:schemeClr val="tx1"/>
              </a:buClr>
              <a:buSzTx/>
              <a:buFontTx/>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 </a:t>
            </a: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只能把</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a:t>
            </a:r>
            <a:r>
              <a:rPr kumimoji="0" lang="zh-CN" altLang="en-US"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隐式</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转换</a:t>
            </a:r>
            <a:r>
              <a:rPr kumimoji="0" lang="zh-CN" altLang="en-US"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成</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endParaRPr kumimoji="0" lang="zh-CN" altLang="en-US"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450850" rtl="0" eaLnBrk="1" fontAlgn="base" latinLnBrk="0" hangingPunct="1">
              <a:lnSpc>
                <a:spcPct val="90000"/>
              </a:lnSpc>
              <a:spcBef>
                <a:spcPct val="20000"/>
              </a:spcBef>
              <a:spcAft>
                <a:spcPct val="0"/>
              </a:spcAft>
              <a:buClr>
                <a:schemeClr val="tx1"/>
              </a:buClr>
              <a:buSzTx/>
              <a:buFontTx/>
              <a:buNone/>
              <a:defRPr/>
            </a:pP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ctr" anchorCtr="1" compatLnSpc="1"/>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 name="内容占位符 2"/>
          <p:cNvSpPr>
            <a:spLocks noGrp="1"/>
          </p:cNvSpPr>
          <p:nvPr>
            <p:ph idx="1"/>
          </p:nvPr>
        </p:nvSpPr>
        <p:spPr>
          <a:xfrm>
            <a:off x="323850" y="1600200"/>
            <a:ext cx="8434388" cy="4060825"/>
          </a:xfrm>
        </p:spPr>
        <p:txBody>
          <a:bodyPr vert="horz" wrap="square" lIns="91440" tIns="45720" rIns="91440" bIns="45720" numCol="1" anchor="t" anchorCtr="0" compatLnSpc="1">
            <a:normAutofit/>
          </a:bodyPr>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zh-CN" sz="3200" b="0" i="0" u="none" strike="noStrike" kern="0" cap="none" spc="0" normalizeH="0" baseline="0" noProof="0" dirty="0">
                <a:ln>
                  <a:noFill/>
                </a:ln>
                <a:solidFill>
                  <a:schemeClr val="tx1"/>
                </a:solidFill>
                <a:effectLst/>
                <a:uLnTx/>
                <a:uFillTx/>
                <a:latin typeface="+mn-lt"/>
                <a:ea typeface="+mn-ea"/>
                <a:cs typeface="+mn-cs"/>
              </a:rPr>
              <a:t>当然，也可以给</a:t>
            </a:r>
            <a:r>
              <a:rPr kumimoji="0" lang="en-US" altLang="zh-CN" sz="3200" b="0" i="0" u="none" strike="noStrike" kern="0" cap="none" spc="0" normalizeH="0" baseline="0" noProof="0" dirty="0" err="1">
                <a:ln>
                  <a:noFill/>
                </a:ln>
                <a:solidFill>
                  <a:schemeClr val="tx1"/>
                </a:solidFill>
                <a:effectLst/>
                <a:uLnTx/>
                <a:uFillTx/>
                <a:latin typeface="+mn-lt"/>
                <a:ea typeface="+mn-ea"/>
                <a:cs typeface="+mn-cs"/>
              </a:rPr>
              <a:t>int</a:t>
            </a:r>
            <a:r>
              <a:rPr kumimoji="0" lang="zh-CN" altLang="zh-CN" sz="3200" b="0" i="0" u="none" strike="noStrike" kern="0" cap="none" spc="0" normalizeH="0" baseline="0" noProof="0" dirty="0">
                <a:ln>
                  <a:noFill/>
                </a:ln>
                <a:solidFill>
                  <a:schemeClr val="tx1"/>
                </a:solidFill>
                <a:effectLst/>
                <a:uLnTx/>
                <a:uFillTx/>
                <a:latin typeface="+mn-lt"/>
                <a:ea typeface="+mn-ea"/>
                <a:cs typeface="+mn-cs"/>
              </a:rPr>
              <a:t>类型转换操作符重载函数加一个</a:t>
            </a:r>
            <a:r>
              <a:rPr kumimoji="0" lang="en-US" altLang="zh-CN" sz="3200" b="0" i="0" u="none" strike="noStrike" kern="0" cap="none" spc="0" normalizeH="0" baseline="0" noProof="0" dirty="0">
                <a:ln>
                  <a:noFill/>
                </a:ln>
                <a:solidFill>
                  <a:schemeClr val="tx1"/>
                </a:solidFill>
                <a:effectLst/>
                <a:uLnTx/>
                <a:uFillTx/>
                <a:latin typeface="+mn-lt"/>
                <a:ea typeface="+mn-ea"/>
                <a:cs typeface="+mn-cs"/>
              </a:rPr>
              <a:t>explicit</a:t>
            </a:r>
            <a:r>
              <a:rPr kumimoji="0" lang="zh-CN" altLang="zh-CN" sz="3200" b="0" i="0" u="none" strike="noStrike" kern="0" cap="none" spc="0" normalizeH="0" baseline="0" noProof="0" dirty="0">
                <a:ln>
                  <a:noFill/>
                </a:ln>
                <a:solidFill>
                  <a:schemeClr val="tx1"/>
                </a:solidFill>
                <a:effectLst/>
                <a:uLnTx/>
                <a:uFillTx/>
                <a:latin typeface="+mn-lt"/>
                <a:ea typeface="+mn-ea"/>
                <a:cs typeface="+mn-cs"/>
              </a:rPr>
              <a:t>，禁止其用作隐式类型转换：</a:t>
            </a:r>
            <a:endParaRPr kumimoji="0" lang="zh-CN" altLang="zh-CN" sz="3200" b="0" i="0" u="none" strike="noStrike" kern="0" cap="none" spc="0" normalizeH="0" baseline="0" noProof="0" dirty="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uLnTx/>
                <a:uFillTx/>
                <a:latin typeface="+mn-lt"/>
                <a:ea typeface="+mn-ea"/>
              </a:rPr>
              <a:t>class A</a:t>
            </a:r>
            <a:endParaRPr kumimoji="0" lang="zh-CN" altLang="zh-CN" sz="2800" b="0" i="0" u="none" strike="noStrike" kern="0" cap="none" spc="0" normalizeH="0" baseline="0" noProof="0" dirty="0">
              <a:ln>
                <a:noFill/>
              </a:ln>
              <a:solidFill>
                <a:schemeClr val="tx1"/>
              </a:solidFill>
              <a:effectLst/>
              <a:uLnTx/>
              <a:uFillTx/>
              <a:latin typeface="+mn-lt"/>
              <a:ea typeface="+mn-ea"/>
            </a:endParaRPr>
          </a:p>
          <a:p>
            <a:pPr marL="45720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uLnTx/>
                <a:uFillTx/>
                <a:latin typeface="+mn-lt"/>
                <a:ea typeface="+mn-ea"/>
              </a:rPr>
              <a:t>{	......</a:t>
            </a:r>
            <a:endParaRPr kumimoji="0" lang="zh-CN" altLang="zh-CN" sz="2800" b="0" i="0" u="none" strike="noStrike" kern="0" cap="none" spc="0" normalizeH="0" baseline="0" noProof="0" dirty="0">
              <a:ln>
                <a:noFill/>
              </a:ln>
              <a:solidFill>
                <a:schemeClr val="tx1"/>
              </a:solidFill>
              <a:effectLst/>
              <a:uLnTx/>
              <a:uFillTx/>
              <a:latin typeface="+mn-lt"/>
              <a:ea typeface="+mn-ea"/>
            </a:endParaRPr>
          </a:p>
          <a:p>
            <a:pPr marL="45720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uLnTx/>
                <a:uFillTx/>
                <a:latin typeface="+mn-lt"/>
                <a:ea typeface="+mn-ea"/>
              </a:rPr>
              <a:t>	</a:t>
            </a:r>
            <a:r>
              <a:rPr kumimoji="0" lang="en-US" altLang="zh-CN" sz="2800" b="0" i="0" u="none" strike="noStrike" kern="0" cap="none" spc="0" normalizeH="0" baseline="0" noProof="0" dirty="0" smtClean="0">
                <a:ln>
                  <a:noFill/>
                </a:ln>
                <a:solidFill>
                  <a:srgbClr val="FFC000"/>
                </a:solidFill>
                <a:effectLst/>
                <a:uLnTx/>
                <a:uFillTx/>
                <a:latin typeface="+mn-lt"/>
                <a:ea typeface="+mn-ea"/>
              </a:rPr>
              <a:t>explicit</a:t>
            </a:r>
            <a:r>
              <a:rPr kumimoji="0" lang="en-US" altLang="zh-CN" sz="2800" b="0" i="0" u="none" strike="noStrike" kern="0" cap="none" spc="0" normalizeH="0" baseline="0" noProof="0" dirty="0" smtClean="0">
                <a:ln>
                  <a:noFill/>
                </a:ln>
                <a:solidFill>
                  <a:schemeClr val="tx1"/>
                </a:solidFill>
                <a:effectLst/>
                <a:uLnTx/>
                <a:uFillTx/>
                <a:latin typeface="+mn-lt"/>
                <a:ea typeface="+mn-ea"/>
              </a:rPr>
              <a:t> </a:t>
            </a:r>
            <a:r>
              <a:rPr kumimoji="0" lang="en-US" altLang="zh-CN" sz="2800" b="0" i="0" u="none" strike="noStrike" kern="0" cap="none" spc="0" normalizeH="0" baseline="0" noProof="0" dirty="0">
                <a:ln>
                  <a:noFill/>
                </a:ln>
                <a:solidFill>
                  <a:schemeClr val="tx1"/>
                </a:solidFill>
                <a:effectLst/>
                <a:uLnTx/>
                <a:uFillTx/>
                <a:latin typeface="+mn-lt"/>
                <a:ea typeface="+mn-ea"/>
              </a:rPr>
              <a:t>operator </a:t>
            </a:r>
            <a:r>
              <a:rPr kumimoji="0" lang="en-US" altLang="zh-CN" sz="2800" b="0" i="0" u="none" strike="noStrike" kern="0" cap="none" spc="0" normalizeH="0" baseline="0" noProof="0" dirty="0" err="1">
                <a:ln>
                  <a:noFill/>
                </a:ln>
                <a:solidFill>
                  <a:schemeClr val="tx1"/>
                </a:solidFill>
                <a:effectLst/>
                <a:uLnTx/>
                <a:uFillTx/>
                <a:latin typeface="+mn-lt"/>
                <a:ea typeface="+mn-ea"/>
              </a:rPr>
              <a:t>int</a:t>
            </a:r>
            <a:r>
              <a:rPr kumimoji="0" lang="en-US" altLang="zh-CN" sz="2800" b="0" i="0" u="none" strike="noStrike" kern="0" cap="none" spc="0" normalizeH="0" baseline="0" noProof="0" dirty="0">
                <a:ln>
                  <a:noFill/>
                </a:ln>
                <a:solidFill>
                  <a:schemeClr val="tx1"/>
                </a:solidFill>
                <a:effectLst/>
                <a:uLnTx/>
                <a:uFillTx/>
                <a:latin typeface="+mn-lt"/>
                <a:ea typeface="+mn-ea"/>
              </a:rPr>
              <a:t>() { return </a:t>
            </a:r>
            <a:r>
              <a:rPr kumimoji="0" lang="en-US" altLang="zh-CN" sz="2800" b="0" i="0" u="none" strike="noStrike" kern="0" cap="none" spc="0" normalizeH="0" baseline="0" noProof="0" dirty="0" err="1">
                <a:ln>
                  <a:noFill/>
                </a:ln>
                <a:solidFill>
                  <a:schemeClr val="tx1"/>
                </a:solidFill>
                <a:effectLst/>
                <a:uLnTx/>
                <a:uFillTx/>
                <a:latin typeface="+mn-lt"/>
                <a:ea typeface="+mn-ea"/>
              </a:rPr>
              <a:t>x+y</a:t>
            </a:r>
            <a:r>
              <a:rPr kumimoji="0" lang="en-US" altLang="zh-CN" sz="2800" b="0" i="0" u="none" strike="noStrike" kern="0" cap="none" spc="0" normalizeH="0" baseline="0" noProof="0" dirty="0">
                <a:ln>
                  <a:noFill/>
                </a:ln>
                <a:solidFill>
                  <a:schemeClr val="tx1"/>
                </a:solidFill>
                <a:effectLst/>
                <a:uLnTx/>
                <a:uFillTx/>
                <a:latin typeface="+mn-lt"/>
                <a:ea typeface="+mn-ea"/>
              </a:rPr>
              <a:t>; }</a:t>
            </a:r>
            <a:endParaRPr kumimoji="0" lang="zh-CN" altLang="zh-CN" sz="2800" b="0" i="0" u="none" strike="noStrike" kern="0" cap="none" spc="0" normalizeH="0" baseline="0" noProof="0" dirty="0">
              <a:ln>
                <a:noFill/>
              </a:ln>
              <a:solidFill>
                <a:schemeClr val="tx1"/>
              </a:solidFill>
              <a:effectLst/>
              <a:uLnTx/>
              <a:uFillTx/>
              <a:latin typeface="+mn-lt"/>
              <a:ea typeface="+mn-ea"/>
            </a:endParaRPr>
          </a:p>
          <a:p>
            <a:pPr marL="45720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uLnTx/>
                <a:uFillTx/>
                <a:latin typeface="+mn-lt"/>
                <a:ea typeface="+mn-ea"/>
              </a:rPr>
              <a:t>	......</a:t>
            </a:r>
            <a:endParaRPr kumimoji="0" lang="zh-CN" altLang="zh-CN" sz="2800" b="0" i="0" u="none" strike="noStrike" kern="0" cap="none" spc="0" normalizeH="0" baseline="0" noProof="0" dirty="0">
              <a:ln>
                <a:noFill/>
              </a:ln>
              <a:solidFill>
                <a:schemeClr val="tx1"/>
              </a:solidFill>
              <a:effectLst/>
              <a:uLnTx/>
              <a:uFillTx/>
              <a:latin typeface="+mn-lt"/>
              <a:ea typeface="+mn-ea"/>
            </a:endParaRPr>
          </a:p>
          <a:p>
            <a:pPr marL="45720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uLnTx/>
                <a:uFillTx/>
                <a:latin typeface="+mn-lt"/>
                <a:ea typeface="+mn-ea"/>
              </a:rPr>
              <a:t>};</a:t>
            </a:r>
            <a:endParaRPr kumimoji="0" lang="zh-CN" altLang="zh-CN" sz="2800" b="0" i="0" u="none" strike="noStrike" kern="0" cap="none" spc="0" normalizeH="0" baseline="0" noProof="0" dirty="0">
              <a:ln>
                <a:noFill/>
              </a:ln>
              <a:solidFill>
                <a:schemeClr val="tx1"/>
              </a:solidFill>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theme/theme1.xml><?xml version="1.0" encoding="utf-8"?>
<a:theme xmlns:a="http://schemas.openxmlformats.org/drawingml/2006/main" name="Globe">
  <a:themeElements>
    <a:clrScheme name="Globe 9">
      <a:dk1>
        <a:srgbClr val="003B76"/>
      </a:dk1>
      <a:lt1>
        <a:srgbClr val="FFFFFF"/>
      </a:lt1>
      <a:dk2>
        <a:srgbClr val="0066CC"/>
      </a:dk2>
      <a:lt2>
        <a:srgbClr val="FFFF00"/>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fontScheme name="Globe">
      <a:majorFont>
        <a:latin typeface="Arial"/>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rtlCol="0"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sz="18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defRPr>
        </a:defPPr>
      </a:lstStyle>
    </a:lnDef>
  </a:objectDefaults>
  <a:extraClrSchemeLst>
    <a:extraClrScheme>
      <a:clrScheme name="Globe 1">
        <a:dk1>
          <a:srgbClr val="622100"/>
        </a:dk1>
        <a:lt1>
          <a:srgbClr val="FFFFFF"/>
        </a:lt1>
        <a:dk2>
          <a:srgbClr val="800000"/>
        </a:dk2>
        <a:lt2>
          <a:srgbClr val="FFFFCC"/>
        </a:lt2>
        <a:accent1>
          <a:srgbClr val="E42B00"/>
        </a:accent1>
        <a:accent2>
          <a:srgbClr val="996600"/>
        </a:accent2>
        <a:accent3>
          <a:srgbClr val="C0AAAA"/>
        </a:accent3>
        <a:accent4>
          <a:srgbClr val="DADADA"/>
        </a:accent4>
        <a:accent5>
          <a:srgbClr val="EFACAA"/>
        </a:accent5>
        <a:accent6>
          <a:srgbClr val="8A5C00"/>
        </a:accent6>
        <a:hlink>
          <a:srgbClr val="FADF6C"/>
        </a:hlink>
        <a:folHlink>
          <a:srgbClr val="FF9900"/>
        </a:folHlink>
      </a:clrScheme>
      <a:clrMap bg1="dk2" tx1="lt1" bg2="dk1" tx2="lt2" accent1="accent1" accent2="accent2" accent3="accent3" accent4="accent4" accent5="accent5" accent6="accent6" hlink="hlink" folHlink="folHlink"/>
    </a:extraClrScheme>
    <a:extraClrScheme>
      <a:clrScheme name="Globe 2">
        <a:dk1>
          <a:srgbClr val="5F4545"/>
        </a:dk1>
        <a:lt1>
          <a:srgbClr val="FFFFFF"/>
        </a:lt1>
        <a:dk2>
          <a:srgbClr val="8F6969"/>
        </a:dk2>
        <a:lt2>
          <a:srgbClr val="FFFFCC"/>
        </a:lt2>
        <a:accent1>
          <a:srgbClr val="CC6600"/>
        </a:accent1>
        <a:accent2>
          <a:srgbClr val="924C0C"/>
        </a:accent2>
        <a:accent3>
          <a:srgbClr val="C6B9B9"/>
        </a:accent3>
        <a:accent4>
          <a:srgbClr val="DADADA"/>
        </a:accent4>
        <a:accent5>
          <a:srgbClr val="E2B8AA"/>
        </a:accent5>
        <a:accent6>
          <a:srgbClr val="84440A"/>
        </a:accent6>
        <a:hlink>
          <a:srgbClr val="CFD375"/>
        </a:hlink>
        <a:folHlink>
          <a:srgbClr val="98BB91"/>
        </a:folHlink>
      </a:clrScheme>
      <a:clrMap bg1="dk2" tx1="lt1" bg2="dk1" tx2="lt2" accent1="accent1" accent2="accent2" accent3="accent3" accent4="accent4" accent5="accent5" accent6="accent6" hlink="hlink" folHlink="folHlink"/>
    </a:extraClrScheme>
    <a:extraClrScheme>
      <a:clrScheme name="Globe 3">
        <a:dk1>
          <a:srgbClr val="003B76"/>
        </a:dk1>
        <a:lt1>
          <a:srgbClr val="FFFFFF"/>
        </a:lt1>
        <a:dk2>
          <a:srgbClr val="0066CC"/>
        </a:dk2>
        <a:lt2>
          <a:srgbClr val="CCECFF"/>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Globe 4">
        <a:dk1>
          <a:srgbClr val="005856"/>
        </a:dk1>
        <a:lt1>
          <a:srgbClr val="FFFFFF"/>
        </a:lt1>
        <a:dk2>
          <a:srgbClr val="008080"/>
        </a:dk2>
        <a:lt2>
          <a:srgbClr val="FFFFCC"/>
        </a:lt2>
        <a:accent1>
          <a:srgbClr val="0099CC"/>
        </a:accent1>
        <a:accent2>
          <a:srgbClr val="00CCFF"/>
        </a:accent2>
        <a:accent3>
          <a:srgbClr val="AAC0C0"/>
        </a:accent3>
        <a:accent4>
          <a:srgbClr val="DADADA"/>
        </a:accent4>
        <a:accent5>
          <a:srgbClr val="AACAE2"/>
        </a:accent5>
        <a:accent6>
          <a:srgbClr val="00B9E7"/>
        </a:accent6>
        <a:hlink>
          <a:srgbClr val="1ACE9F"/>
        </a:hlink>
        <a:folHlink>
          <a:srgbClr val="948CCE"/>
        </a:folHlink>
      </a:clrScheme>
      <a:clrMap bg1="dk2" tx1="lt1" bg2="dk1" tx2="lt2" accent1="accent1" accent2="accent2" accent3="accent3" accent4="accent4" accent5="accent5" accent6="accent6" hlink="hlink" folHlink="folHlink"/>
    </a:extraClrScheme>
    <a:extraClrScheme>
      <a:clrScheme name="Globe 5">
        <a:dk1>
          <a:srgbClr val="3C5436"/>
        </a:dk1>
        <a:lt1>
          <a:srgbClr val="FFFFFF"/>
        </a:lt1>
        <a:dk2>
          <a:srgbClr val="5F8656"/>
        </a:dk2>
        <a:lt2>
          <a:srgbClr val="D6D8C0"/>
        </a:lt2>
        <a:accent1>
          <a:srgbClr val="61733D"/>
        </a:accent1>
        <a:accent2>
          <a:srgbClr val="324A39"/>
        </a:accent2>
        <a:accent3>
          <a:srgbClr val="B6C3B4"/>
        </a:accent3>
        <a:accent4>
          <a:srgbClr val="DADADA"/>
        </a:accent4>
        <a:accent5>
          <a:srgbClr val="B7BCAF"/>
        </a:accent5>
        <a:accent6>
          <a:srgbClr val="2C4233"/>
        </a:accent6>
        <a:hlink>
          <a:srgbClr val="73D588"/>
        </a:hlink>
        <a:folHlink>
          <a:srgbClr val="6F99B9"/>
        </a:folHlink>
      </a:clrScheme>
      <a:clrMap bg1="dk2" tx1="lt1" bg2="dk1" tx2="lt2" accent1="accent1" accent2="accent2" accent3="accent3" accent4="accent4" accent5="accent5" accent6="accent6" hlink="hlink" folHlink="folHlink"/>
    </a:extraClrScheme>
    <a:extraClrScheme>
      <a:clrScheme name="Globe 6">
        <a:dk1>
          <a:srgbClr val="5B7B65"/>
        </a:dk1>
        <a:lt1>
          <a:srgbClr val="FFFFFF"/>
        </a:lt1>
        <a:dk2>
          <a:srgbClr val="9ABE9D"/>
        </a:dk2>
        <a:lt2>
          <a:srgbClr val="336600"/>
        </a:lt2>
        <a:accent1>
          <a:srgbClr val="00CC66"/>
        </a:accent1>
        <a:accent2>
          <a:srgbClr val="4E7050"/>
        </a:accent2>
        <a:accent3>
          <a:srgbClr val="CADBCC"/>
        </a:accent3>
        <a:accent4>
          <a:srgbClr val="DADADA"/>
        </a:accent4>
        <a:accent5>
          <a:srgbClr val="AAE2B8"/>
        </a:accent5>
        <a:accent6>
          <a:srgbClr val="466548"/>
        </a:accent6>
        <a:hlink>
          <a:srgbClr val="FFFFCC"/>
        </a:hlink>
        <a:folHlink>
          <a:srgbClr val="9CE8A3"/>
        </a:folHlink>
      </a:clrScheme>
      <a:clrMap bg1="dk2" tx1="lt1" bg2="dk1" tx2="lt2" accent1="accent1" accent2="accent2" accent3="accent3" accent4="accent4" accent5="accent5" accent6="accent6" hlink="hlink" folHlink="folHlink"/>
    </a:extraClrScheme>
    <a:extraClrScheme>
      <a:clrScheme name="Globe 7">
        <a:dk1>
          <a:srgbClr val="4C4E44"/>
        </a:dk1>
        <a:lt1>
          <a:srgbClr val="FFFFFF"/>
        </a:lt1>
        <a:dk2>
          <a:srgbClr val="686B5D"/>
        </a:dk2>
        <a:lt2>
          <a:srgbClr val="D6D5C6"/>
        </a:lt2>
        <a:accent1>
          <a:srgbClr val="898D79"/>
        </a:accent1>
        <a:accent2>
          <a:srgbClr val="4D4F45"/>
        </a:accent2>
        <a:accent3>
          <a:srgbClr val="B9BAB6"/>
        </a:accent3>
        <a:accent4>
          <a:srgbClr val="DADADA"/>
        </a:accent4>
        <a:accent5>
          <a:srgbClr val="C4C5BE"/>
        </a:accent5>
        <a:accent6>
          <a:srgbClr val="45473E"/>
        </a:accent6>
        <a:hlink>
          <a:srgbClr val="58BE67"/>
        </a:hlink>
        <a:folHlink>
          <a:srgbClr val="C0C640"/>
        </a:folHlink>
      </a:clrScheme>
      <a:clrMap bg1="dk2" tx1="lt1" bg2="dk1" tx2="lt2" accent1="accent1" accent2="accent2" accent3="accent3" accent4="accent4" accent5="accent5" accent6="accent6" hlink="hlink" folHlink="folHlink"/>
    </a:extraClrScheme>
    <a:extraClrScheme>
      <a:clrScheme name="Globe 8">
        <a:dk1>
          <a:srgbClr val="000000"/>
        </a:dk1>
        <a:lt1>
          <a:srgbClr val="FFFFDD"/>
        </a:lt1>
        <a:dk2>
          <a:srgbClr val="000000"/>
        </a:dk2>
        <a:lt2>
          <a:srgbClr val="98977A"/>
        </a:lt2>
        <a:accent1>
          <a:srgbClr val="BDCDA7"/>
        </a:accent1>
        <a:accent2>
          <a:srgbClr val="A0D060"/>
        </a:accent2>
        <a:accent3>
          <a:srgbClr val="FFFFEB"/>
        </a:accent3>
        <a:accent4>
          <a:srgbClr val="000000"/>
        </a:accent4>
        <a:accent5>
          <a:srgbClr val="DBE3D0"/>
        </a:accent5>
        <a:accent6>
          <a:srgbClr val="91BC56"/>
        </a:accent6>
        <a:hlink>
          <a:srgbClr val="FADD4E"/>
        </a:hlink>
        <a:folHlink>
          <a:srgbClr val="CC9900"/>
        </a:folHlink>
      </a:clrScheme>
      <a:clrMap bg1="lt1" tx1="dk1" bg2="lt2" tx2="dk2" accent1="accent1" accent2="accent2" accent3="accent3" accent4="accent4" accent5="accent5" accent6="accent6" hlink="hlink" folHlink="folHlink"/>
    </a:extraClrScheme>
    <a:extraClrScheme>
      <a:clrScheme name="Globe 9">
        <a:dk1>
          <a:srgbClr val="003B76"/>
        </a:dk1>
        <a:lt1>
          <a:srgbClr val="FFFFFF"/>
        </a:lt1>
        <a:dk2>
          <a:srgbClr val="0066CC"/>
        </a:dk2>
        <a:lt2>
          <a:srgbClr val="FFFF00"/>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Globe</Template>
  <TotalTime>0</TotalTime>
  <Words>9752</Words>
  <Application>WPS 演示</Application>
  <PresentationFormat>全屏显示(4:3)</PresentationFormat>
  <Paragraphs>665</Paragraphs>
  <Slides>42</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42</vt:i4>
      </vt:variant>
    </vt:vector>
  </HeadingPairs>
  <TitlesOfParts>
    <vt:vector size="51" baseType="lpstr">
      <vt:lpstr>Arial</vt:lpstr>
      <vt:lpstr>宋体</vt:lpstr>
      <vt:lpstr>Wingdings</vt:lpstr>
      <vt:lpstr>Verdana</vt:lpstr>
      <vt:lpstr>Times New Roman</vt:lpstr>
      <vt:lpstr>Arial</vt:lpstr>
      <vt:lpstr>微软雅黑</vt:lpstr>
      <vt:lpstr>Arial Unicode MS</vt:lpstr>
      <vt:lpstr>Globe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chenjj</dc:creator>
  <cp:lastModifiedBy>tattit</cp:lastModifiedBy>
  <cp:revision>817</cp:revision>
  <dcterms:created xsi:type="dcterms:W3CDTF">1999-06-07T10:00:06Z</dcterms:created>
  <dcterms:modified xsi:type="dcterms:W3CDTF">2023-10-16T04:03:43Z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2052-11.8.2.8875</vt:lpwstr>
  </property>
</Properties>
</file>
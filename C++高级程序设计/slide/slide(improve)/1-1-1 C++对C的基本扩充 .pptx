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320" r:id="rId9"/>
    <p:sldId id="321" r:id="rId10"/>
    <p:sldId id="322" r:id="rId11"/>
    <p:sldId id="323" r:id="rId12"/>
    <p:sldId id="324" r:id="rId13"/>
    <p:sldId id="325" r:id="rId14"/>
    <p:sldId id="326" r:id="rId15"/>
    <p:sldId id="327" r:id="rId16"/>
    <p:sldId id="328" r:id="rId17"/>
    <p:sldId id="329" r:id="rId18"/>
    <p:sldId id="330" r:id="rId19"/>
    <p:sldId id="270" r:id="rId20"/>
    <p:sldId id="271" r:id="rId21"/>
    <p:sldId id="315"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317" r:id="rId35"/>
    <p:sldId id="318" r:id="rId36"/>
    <p:sldId id="331" r:id="rId37"/>
    <p:sldId id="261" r:id="rId38"/>
    <p:sldId id="262" r:id="rId39"/>
    <p:sldId id="319" r:id="rId40"/>
    <p:sldId id="266" r:id="rId41"/>
    <p:sldId id="263" r:id="rId42"/>
    <p:sldId id="264" r:id="rId43"/>
    <p:sldId id="265" r:id="rId44"/>
    <p:sldId id="267" r:id="rId45"/>
    <p:sldId id="332" r:id="rId46"/>
    <p:sldId id="268" r:id="rId47"/>
    <p:sldId id="269" r:id="rId48"/>
    <p:sldId id="306" r:id="rId49"/>
    <p:sldId id="307" r:id="rId50"/>
    <p:sldId id="308" r:id="rId51"/>
    <p:sldId id="309" r:id="rId52"/>
    <p:sldId id="310" r:id="rId53"/>
    <p:sldId id="311" r:id="rId54"/>
    <p:sldId id="312" r:id="rId55"/>
    <p:sldId id="313" r:id="rId56"/>
    <p:sldId id="314" r:id="rId57"/>
    <p:sldId id="284" r:id="rId58"/>
    <p:sldId id="286" r:id="rId59"/>
    <p:sldId id="287" r:id="rId60"/>
    <p:sldId id="288" r:id="rId61"/>
    <p:sldId id="289" r:id="rId62"/>
    <p:sldId id="290" r:id="rId63"/>
    <p:sldId id="291" r:id="rId64"/>
    <p:sldId id="292" r:id="rId65"/>
    <p:sldId id="293" r:id="rId66"/>
    <p:sldId id="294" r:id="rId67"/>
    <p:sldId id="295" r:id="rId68"/>
    <p:sldId id="296" r:id="rId69"/>
    <p:sldId id="297" r:id="rId70"/>
    <p:sldId id="298" r:id="rId71"/>
    <p:sldId id="333" r:id="rId72"/>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20"/>
    <p:restoredTop sz="95657"/>
  </p:normalViewPr>
  <p:slideViewPr>
    <p:cSldViewPr showGuides="1">
      <p:cViewPr varScale="1">
        <p:scale>
          <a:sx n="83" d="100"/>
          <a:sy n="83" d="100"/>
        </p:scale>
        <p:origin x="1026" y="9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5" Type="http://schemas.openxmlformats.org/officeDocument/2006/relationships/tableStyles" Target="tableStyles.xml"/><Relationship Id="rId74" Type="http://schemas.openxmlformats.org/officeDocument/2006/relationships/viewProps" Target="viewProps.xml"/><Relationship Id="rId73" Type="http://schemas.openxmlformats.org/officeDocument/2006/relationships/presProps" Target="presProps.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3312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123"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6" name="Rectangle 4"/>
          <p:cNvSpPr>
            <a:spLocks noRo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133125"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126"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FF1C2452-F151-48B8-ACE7-A77D2D024D30}" type="slidenum">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5123" name="Rectangle 2"/>
          <p:cNvSpPr>
            <a:spLocks noRot="1" noTextEdit="1"/>
          </p:cNvSpPr>
          <p:nvPr>
            <p:ph type="sldImg"/>
          </p:nvPr>
        </p:nvSpPr>
        <p:spPr>
          <a:ln/>
        </p:spPr>
      </p:sp>
      <p:sp>
        <p:nvSpPr>
          <p:cNvPr id="5124" name="Rectangle 3"/>
          <p:cNvSpPr>
            <a:spLocks noGrp="1"/>
          </p:cNvSpPr>
          <p:nvPr>
            <p:ph type="body" idx="1"/>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gradFill rotWithShape="0">
          <a:gsLst>
            <a:gs pos="0">
              <a:srgbClr val="004D99">
                <a:alpha val="100000"/>
              </a:srgbClr>
            </a:gs>
            <a:gs pos="56000">
              <a:srgbClr val="002850">
                <a:alpha val="100000"/>
              </a:srgbClr>
            </a:gs>
            <a:gs pos="100000">
              <a:srgbClr val="002850">
                <a:alpha val="100000"/>
              </a:srgbClr>
            </a:gs>
          </a:gsLst>
          <a:lin ang="5400000" scaled="1"/>
          <a:tileRect/>
        </a:gradFill>
        <a:effectLst/>
      </p:bgPr>
    </p:bg>
    <p:spTree>
      <p:nvGrpSpPr>
        <p:cNvPr id="1" name=""/>
        <p:cNvGrpSpPr/>
        <p:nvPr/>
      </p:nvGrpSpPr>
      <p:grpSpPr>
        <a:xfrm>
          <a:off x="0" y="0"/>
          <a:ext cx="0" cy="0"/>
          <a:chOff x="0" y="0"/>
          <a:chExt cx="0" cy="0"/>
        </a:xfrm>
      </p:grpSpPr>
      <p:grpSp>
        <p:nvGrpSpPr>
          <p:cNvPr id="2051" name="Group 2"/>
          <p:cNvGrpSpPr/>
          <p:nvPr/>
        </p:nvGrpSpPr>
        <p:grpSpPr>
          <a:xfrm>
            <a:off x="0" y="0"/>
            <a:ext cx="9148763" cy="6851650"/>
            <a:chOff x="1" y="0"/>
            <a:chExt cx="5763" cy="4316"/>
          </a:xfrm>
        </p:grpSpPr>
        <p:sp>
          <p:nvSpPr>
            <p:cNvPr id="45" name="Freeform 3"/>
            <p:cNvSpPr/>
            <p:nvPr/>
          </p:nvSpPr>
          <p:spPr bwMode="hidden">
            <a:xfrm>
              <a:off x="5045" y="2626"/>
              <a:ext cx="719" cy="1690"/>
            </a:xfrm>
            <a:custGeom>
              <a:avLst/>
              <a:gdLst/>
              <a:ahLst/>
              <a:cxnLst>
                <a:cxn ang="0">
                  <a:pos x="717" y="72"/>
                </a:cxn>
                <a:cxn ang="0">
                  <a:pos x="717" y="0"/>
                </a:cxn>
                <a:cxn ang="0">
                  <a:pos x="699" y="101"/>
                </a:cxn>
                <a:cxn ang="0">
                  <a:pos x="675" y="209"/>
                </a:cxn>
                <a:cxn ang="0">
                  <a:pos x="627" y="389"/>
                </a:cxn>
                <a:cxn ang="0">
                  <a:pos x="574" y="569"/>
                </a:cxn>
                <a:cxn ang="0">
                  <a:pos x="502" y="749"/>
                </a:cxn>
                <a:cxn ang="0">
                  <a:pos x="424" y="935"/>
                </a:cxn>
                <a:cxn ang="0">
                  <a:pos x="334" y="1121"/>
                </a:cxn>
                <a:cxn ang="0">
                  <a:pos x="233" y="1312"/>
                </a:cxn>
                <a:cxn ang="0">
                  <a:pos x="125" y="1498"/>
                </a:cxn>
                <a:cxn ang="0">
                  <a:pos x="0" y="1690"/>
                </a:cxn>
                <a:cxn ang="0">
                  <a:pos x="11" y="1690"/>
                </a:cxn>
                <a:cxn ang="0">
                  <a:pos x="137" y="1498"/>
                </a:cxn>
                <a:cxn ang="0">
                  <a:pos x="245" y="1312"/>
                </a:cxn>
                <a:cxn ang="0">
                  <a:pos x="346" y="1121"/>
                </a:cxn>
                <a:cxn ang="0">
                  <a:pos x="436" y="935"/>
                </a:cxn>
                <a:cxn ang="0">
                  <a:pos x="514" y="749"/>
                </a:cxn>
                <a:cxn ang="0">
                  <a:pos x="585" y="569"/>
                </a:cxn>
                <a:cxn ang="0">
                  <a:pos x="639" y="389"/>
                </a:cxn>
                <a:cxn ang="0">
                  <a:pos x="687" y="209"/>
                </a:cxn>
                <a:cxn ang="0">
                  <a:pos x="705" y="143"/>
                </a:cxn>
                <a:cxn ang="0">
                  <a:pos x="717" y="72"/>
                </a:cxn>
                <a:cxn ang="0">
                  <a:pos x="717" y="72"/>
                </a:cxn>
              </a:cxnLst>
              <a:rect l="0" t="0" r="r" b="b"/>
              <a:pathLst>
                <a:path w="717" h="1690">
                  <a:moveTo>
                    <a:pt x="717" y="72"/>
                  </a:moveTo>
                  <a:lnTo>
                    <a:pt x="717" y="0"/>
                  </a:lnTo>
                  <a:lnTo>
                    <a:pt x="699" y="101"/>
                  </a:lnTo>
                  <a:lnTo>
                    <a:pt x="675" y="209"/>
                  </a:lnTo>
                  <a:lnTo>
                    <a:pt x="627" y="389"/>
                  </a:lnTo>
                  <a:lnTo>
                    <a:pt x="574" y="569"/>
                  </a:lnTo>
                  <a:lnTo>
                    <a:pt x="502" y="749"/>
                  </a:lnTo>
                  <a:lnTo>
                    <a:pt x="424" y="935"/>
                  </a:lnTo>
                  <a:lnTo>
                    <a:pt x="334" y="1121"/>
                  </a:lnTo>
                  <a:lnTo>
                    <a:pt x="233" y="1312"/>
                  </a:lnTo>
                  <a:lnTo>
                    <a:pt x="125" y="1498"/>
                  </a:lnTo>
                  <a:lnTo>
                    <a:pt x="0" y="1690"/>
                  </a:lnTo>
                  <a:lnTo>
                    <a:pt x="11" y="1690"/>
                  </a:lnTo>
                  <a:lnTo>
                    <a:pt x="137" y="1498"/>
                  </a:lnTo>
                  <a:lnTo>
                    <a:pt x="245" y="1312"/>
                  </a:lnTo>
                  <a:lnTo>
                    <a:pt x="346" y="1121"/>
                  </a:lnTo>
                  <a:lnTo>
                    <a:pt x="436" y="935"/>
                  </a:lnTo>
                  <a:lnTo>
                    <a:pt x="514" y="749"/>
                  </a:lnTo>
                  <a:lnTo>
                    <a:pt x="585" y="569"/>
                  </a:lnTo>
                  <a:lnTo>
                    <a:pt x="639" y="389"/>
                  </a:lnTo>
                  <a:lnTo>
                    <a:pt x="687" y="209"/>
                  </a:lnTo>
                  <a:lnTo>
                    <a:pt x="705" y="143"/>
                  </a:lnTo>
                  <a:lnTo>
                    <a:pt x="717" y="72"/>
                  </a:lnTo>
                  <a:lnTo>
                    <a:pt x="717" y="72"/>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6" name="Freeform 4"/>
            <p:cNvSpPr/>
            <p:nvPr/>
          </p:nvSpPr>
          <p:spPr bwMode="hidden">
            <a:xfrm>
              <a:off x="5386" y="3794"/>
              <a:ext cx="378" cy="522"/>
            </a:xfrm>
            <a:custGeom>
              <a:avLst/>
              <a:gdLst/>
              <a:ahLst/>
              <a:cxnLst>
                <a:cxn ang="0">
                  <a:pos x="377" y="0"/>
                </a:cxn>
                <a:cxn ang="0">
                  <a:pos x="293" y="132"/>
                </a:cxn>
                <a:cxn ang="0">
                  <a:pos x="204" y="264"/>
                </a:cxn>
                <a:cxn ang="0">
                  <a:pos x="102" y="396"/>
                </a:cxn>
                <a:cxn ang="0">
                  <a:pos x="0" y="522"/>
                </a:cxn>
                <a:cxn ang="0">
                  <a:pos x="12" y="522"/>
                </a:cxn>
                <a:cxn ang="0">
                  <a:pos x="114" y="402"/>
                </a:cxn>
                <a:cxn ang="0">
                  <a:pos x="204" y="282"/>
                </a:cxn>
                <a:cxn ang="0">
                  <a:pos x="377" y="24"/>
                </a:cxn>
                <a:cxn ang="0">
                  <a:pos x="377" y="0"/>
                </a:cxn>
                <a:cxn ang="0">
                  <a:pos x="377" y="0"/>
                </a:cxn>
              </a:cxnLst>
              <a:rect l="0" t="0" r="r" b="b"/>
              <a:pathLst>
                <a:path w="377" h="522">
                  <a:moveTo>
                    <a:pt x="377" y="0"/>
                  </a:moveTo>
                  <a:lnTo>
                    <a:pt x="293" y="132"/>
                  </a:lnTo>
                  <a:lnTo>
                    <a:pt x="204" y="264"/>
                  </a:lnTo>
                  <a:lnTo>
                    <a:pt x="102" y="396"/>
                  </a:lnTo>
                  <a:lnTo>
                    <a:pt x="0" y="522"/>
                  </a:lnTo>
                  <a:lnTo>
                    <a:pt x="12" y="522"/>
                  </a:lnTo>
                  <a:lnTo>
                    <a:pt x="114" y="402"/>
                  </a:lnTo>
                  <a:lnTo>
                    <a:pt x="204" y="282"/>
                  </a:lnTo>
                  <a:lnTo>
                    <a:pt x="377" y="24"/>
                  </a:lnTo>
                  <a:lnTo>
                    <a:pt x="377" y="0"/>
                  </a:lnTo>
                  <a:lnTo>
                    <a:pt x="377" y="0"/>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7" name="Freeform 5"/>
            <p:cNvSpPr/>
            <p:nvPr/>
          </p:nvSpPr>
          <p:spPr bwMode="hidden">
            <a:xfrm>
              <a:off x="5680" y="4214"/>
              <a:ext cx="84" cy="102"/>
            </a:xfrm>
            <a:custGeom>
              <a:avLst/>
              <a:gdLst/>
              <a:ahLst/>
              <a:cxnLst>
                <a:cxn ang="0">
                  <a:pos x="0" y="102"/>
                </a:cxn>
                <a:cxn ang="0">
                  <a:pos x="18" y="102"/>
                </a:cxn>
                <a:cxn ang="0">
                  <a:pos x="48" y="60"/>
                </a:cxn>
                <a:cxn ang="0">
                  <a:pos x="84" y="24"/>
                </a:cxn>
                <a:cxn ang="0">
                  <a:pos x="84" y="0"/>
                </a:cxn>
                <a:cxn ang="0">
                  <a:pos x="42" y="54"/>
                </a:cxn>
                <a:cxn ang="0">
                  <a:pos x="0" y="102"/>
                </a:cxn>
                <a:cxn ang="0">
                  <a:pos x="0" y="102"/>
                </a:cxn>
              </a:cxnLst>
              <a:rect l="0" t="0" r="r" b="b"/>
              <a:pathLst>
                <a:path w="84" h="102">
                  <a:moveTo>
                    <a:pt x="0" y="102"/>
                  </a:moveTo>
                  <a:lnTo>
                    <a:pt x="18" y="102"/>
                  </a:lnTo>
                  <a:lnTo>
                    <a:pt x="48" y="60"/>
                  </a:lnTo>
                  <a:lnTo>
                    <a:pt x="84" y="24"/>
                  </a:lnTo>
                  <a:lnTo>
                    <a:pt x="84" y="0"/>
                  </a:lnTo>
                  <a:lnTo>
                    <a:pt x="42" y="54"/>
                  </a:lnTo>
                  <a:lnTo>
                    <a:pt x="0" y="102"/>
                  </a:lnTo>
                  <a:lnTo>
                    <a:pt x="0" y="102"/>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grpSp>
          <p:nvGrpSpPr>
            <p:cNvPr id="2060" name="Group 6"/>
            <p:cNvGrpSpPr/>
            <p:nvPr/>
          </p:nvGrpSpPr>
          <p:grpSpPr>
            <a:xfrm>
              <a:off x="288" y="0"/>
              <a:ext cx="5098" cy="4316"/>
              <a:chOff x="288" y="0"/>
              <a:chExt cx="5098" cy="4316"/>
            </a:xfrm>
          </p:grpSpPr>
          <p:sp>
            <p:nvSpPr>
              <p:cNvPr id="68" name="Freeform 7"/>
              <p:cNvSpPr/>
              <p:nvPr/>
            </p:nvSpPr>
            <p:spPr bwMode="hidden">
              <a:xfrm>
                <a:off x="2789" y="0"/>
                <a:ext cx="72" cy="4316"/>
              </a:xfrm>
              <a:custGeom>
                <a:avLst/>
                <a:gdLst/>
                <a:ahLst/>
                <a:cxnLst>
                  <a:cxn ang="0">
                    <a:pos x="0" y="0"/>
                  </a:cxn>
                  <a:cxn ang="0">
                    <a:pos x="60" y="4316"/>
                  </a:cxn>
                  <a:cxn ang="0">
                    <a:pos x="72" y="4316"/>
                  </a:cxn>
                  <a:cxn ang="0">
                    <a:pos x="12" y="0"/>
                  </a:cxn>
                  <a:cxn ang="0">
                    <a:pos x="0" y="0"/>
                  </a:cxn>
                  <a:cxn ang="0">
                    <a:pos x="0" y="0"/>
                  </a:cxn>
                </a:cxnLst>
                <a:rect l="0" t="0" r="r" b="b"/>
                <a:pathLst>
                  <a:path w="72" h="4316">
                    <a:moveTo>
                      <a:pt x="0" y="0"/>
                    </a:moveTo>
                    <a:lnTo>
                      <a:pt x="60" y="4316"/>
                    </a:lnTo>
                    <a:lnTo>
                      <a:pt x="72" y="4316"/>
                    </a:lnTo>
                    <a:lnTo>
                      <a:pt x="12" y="0"/>
                    </a:lnTo>
                    <a:lnTo>
                      <a:pt x="0" y="0"/>
                    </a:lnTo>
                    <a:lnTo>
                      <a:pt x="0" y="0"/>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9" name="Freeform 8"/>
              <p:cNvSpPr/>
              <p:nvPr/>
            </p:nvSpPr>
            <p:spPr bwMode="hidden">
              <a:xfrm>
                <a:off x="3089" y="0"/>
                <a:ext cx="174" cy="4316"/>
              </a:xfrm>
              <a:custGeom>
                <a:avLst/>
                <a:gdLst/>
                <a:ahLst/>
                <a:cxnLst>
                  <a:cxn ang="0">
                    <a:pos x="24" y="0"/>
                  </a:cxn>
                  <a:cxn ang="0">
                    <a:pos x="12" y="0"/>
                  </a:cxn>
                  <a:cxn ang="0">
                    <a:pos x="42" y="216"/>
                  </a:cxn>
                  <a:cxn ang="0">
                    <a:pos x="72" y="444"/>
                  </a:cxn>
                  <a:cxn ang="0">
                    <a:pos x="96" y="689"/>
                  </a:cxn>
                  <a:cxn ang="0">
                    <a:pos x="120" y="947"/>
                  </a:cxn>
                  <a:cxn ang="0">
                    <a:pos x="132" y="1211"/>
                  </a:cxn>
                  <a:cxn ang="0">
                    <a:pos x="150" y="1487"/>
                  </a:cxn>
                  <a:cxn ang="0">
                    <a:pos x="156" y="1768"/>
                  </a:cxn>
                  <a:cxn ang="0">
                    <a:pos x="162" y="2062"/>
                  </a:cxn>
                  <a:cxn ang="0">
                    <a:pos x="156" y="2644"/>
                  </a:cxn>
                  <a:cxn ang="0">
                    <a:pos x="126" y="3225"/>
                  </a:cxn>
                  <a:cxn ang="0">
                    <a:pos x="108" y="3507"/>
                  </a:cxn>
                  <a:cxn ang="0">
                    <a:pos x="78" y="3788"/>
                  </a:cxn>
                  <a:cxn ang="0">
                    <a:pos x="42" y="4058"/>
                  </a:cxn>
                  <a:cxn ang="0">
                    <a:pos x="0" y="4316"/>
                  </a:cxn>
                  <a:cxn ang="0">
                    <a:pos x="12" y="4316"/>
                  </a:cxn>
                  <a:cxn ang="0">
                    <a:pos x="54" y="4058"/>
                  </a:cxn>
                  <a:cxn ang="0">
                    <a:pos x="90" y="3782"/>
                  </a:cxn>
                  <a:cxn ang="0">
                    <a:pos x="120" y="3507"/>
                  </a:cxn>
                  <a:cxn ang="0">
                    <a:pos x="138" y="3219"/>
                  </a:cxn>
                  <a:cxn ang="0">
                    <a:pos x="168" y="2638"/>
                  </a:cxn>
                  <a:cxn ang="0">
                    <a:pos x="174" y="2056"/>
                  </a:cxn>
                  <a:cxn ang="0">
                    <a:pos x="168" y="1768"/>
                  </a:cxn>
                  <a:cxn ang="0">
                    <a:pos x="162" y="1487"/>
                  </a:cxn>
                  <a:cxn ang="0">
                    <a:pos x="144" y="1211"/>
                  </a:cxn>
                  <a:cxn ang="0">
                    <a:pos x="132" y="941"/>
                  </a:cxn>
                  <a:cxn ang="0">
                    <a:pos x="108" y="689"/>
                  </a:cxn>
                  <a:cxn ang="0">
                    <a:pos x="84" y="444"/>
                  </a:cxn>
                  <a:cxn ang="0">
                    <a:pos x="54" y="216"/>
                  </a:cxn>
                  <a:cxn ang="0">
                    <a:pos x="24" y="0"/>
                  </a:cxn>
                  <a:cxn ang="0">
                    <a:pos x="24" y="0"/>
                  </a:cxn>
                </a:cxnLst>
                <a:rect l="0" t="0" r="r" b="b"/>
                <a:pathLst>
                  <a:path w="174" h="4316">
                    <a:moveTo>
                      <a:pt x="24" y="0"/>
                    </a:moveTo>
                    <a:lnTo>
                      <a:pt x="12" y="0"/>
                    </a:lnTo>
                    <a:lnTo>
                      <a:pt x="42" y="216"/>
                    </a:lnTo>
                    <a:lnTo>
                      <a:pt x="72" y="444"/>
                    </a:lnTo>
                    <a:lnTo>
                      <a:pt x="96" y="689"/>
                    </a:lnTo>
                    <a:lnTo>
                      <a:pt x="120" y="947"/>
                    </a:lnTo>
                    <a:lnTo>
                      <a:pt x="132" y="1211"/>
                    </a:lnTo>
                    <a:lnTo>
                      <a:pt x="150" y="1487"/>
                    </a:lnTo>
                    <a:lnTo>
                      <a:pt x="156" y="1768"/>
                    </a:lnTo>
                    <a:lnTo>
                      <a:pt x="162" y="2062"/>
                    </a:lnTo>
                    <a:lnTo>
                      <a:pt x="156" y="2644"/>
                    </a:lnTo>
                    <a:lnTo>
                      <a:pt x="126" y="3225"/>
                    </a:lnTo>
                    <a:lnTo>
                      <a:pt x="108" y="3507"/>
                    </a:lnTo>
                    <a:lnTo>
                      <a:pt x="78" y="3788"/>
                    </a:lnTo>
                    <a:lnTo>
                      <a:pt x="42" y="4058"/>
                    </a:lnTo>
                    <a:lnTo>
                      <a:pt x="0" y="4316"/>
                    </a:lnTo>
                    <a:lnTo>
                      <a:pt x="12" y="4316"/>
                    </a:lnTo>
                    <a:lnTo>
                      <a:pt x="54" y="4058"/>
                    </a:lnTo>
                    <a:lnTo>
                      <a:pt x="90" y="3782"/>
                    </a:lnTo>
                    <a:lnTo>
                      <a:pt x="120" y="3507"/>
                    </a:lnTo>
                    <a:lnTo>
                      <a:pt x="138" y="3219"/>
                    </a:lnTo>
                    <a:lnTo>
                      <a:pt x="168" y="2638"/>
                    </a:lnTo>
                    <a:lnTo>
                      <a:pt x="174" y="2056"/>
                    </a:lnTo>
                    <a:lnTo>
                      <a:pt x="168" y="1768"/>
                    </a:lnTo>
                    <a:lnTo>
                      <a:pt x="162" y="1487"/>
                    </a:lnTo>
                    <a:lnTo>
                      <a:pt x="144" y="1211"/>
                    </a:lnTo>
                    <a:lnTo>
                      <a:pt x="132" y="941"/>
                    </a:lnTo>
                    <a:lnTo>
                      <a:pt x="108" y="689"/>
                    </a:lnTo>
                    <a:lnTo>
                      <a:pt x="84" y="444"/>
                    </a:lnTo>
                    <a:lnTo>
                      <a:pt x="54" y="216"/>
                    </a:lnTo>
                    <a:lnTo>
                      <a:pt x="24" y="0"/>
                    </a:lnTo>
                    <a:lnTo>
                      <a:pt x="24" y="0"/>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0" name="Freeform 9"/>
              <p:cNvSpPr/>
              <p:nvPr/>
            </p:nvSpPr>
            <p:spPr bwMode="hidden">
              <a:xfrm>
                <a:off x="3358" y="0"/>
                <a:ext cx="337" cy="4316"/>
              </a:xfrm>
              <a:custGeom>
                <a:avLst/>
                <a:gdLst/>
                <a:ahLst/>
                <a:cxnLst>
                  <a:cxn ang="0">
                    <a:pos x="329" y="2014"/>
                  </a:cxn>
                  <a:cxn ang="0">
                    <a:pos x="317" y="1726"/>
                  </a:cxn>
                  <a:cxn ang="0">
                    <a:pos x="293" y="1445"/>
                  </a:cxn>
                  <a:cxn ang="0">
                    <a:pos x="263" y="1175"/>
                  </a:cxn>
                  <a:cxn ang="0">
                    <a:pos x="228" y="917"/>
                  </a:cxn>
                  <a:cxn ang="0">
                    <a:pos x="186" y="665"/>
                  </a:cxn>
                  <a:cxn ang="0">
                    <a:pos x="132" y="432"/>
                  </a:cxn>
                  <a:cxn ang="0">
                    <a:pos x="78" y="204"/>
                  </a:cxn>
                  <a:cxn ang="0">
                    <a:pos x="12" y="0"/>
                  </a:cxn>
                  <a:cxn ang="0">
                    <a:pos x="0" y="0"/>
                  </a:cxn>
                  <a:cxn ang="0">
                    <a:pos x="66" y="204"/>
                  </a:cxn>
                  <a:cxn ang="0">
                    <a:pos x="120" y="432"/>
                  </a:cxn>
                  <a:cxn ang="0">
                    <a:pos x="174" y="665"/>
                  </a:cxn>
                  <a:cxn ang="0">
                    <a:pos x="216" y="917"/>
                  </a:cxn>
                  <a:cxn ang="0">
                    <a:pos x="251" y="1175"/>
                  </a:cxn>
                  <a:cxn ang="0">
                    <a:pos x="281" y="1445"/>
                  </a:cxn>
                  <a:cxn ang="0">
                    <a:pos x="305" y="1726"/>
                  </a:cxn>
                  <a:cxn ang="0">
                    <a:pos x="317" y="2014"/>
                  </a:cxn>
                  <a:cxn ang="0">
                    <a:pos x="323" y="2314"/>
                  </a:cxn>
                  <a:cxn ang="0">
                    <a:pos x="317" y="2608"/>
                  </a:cxn>
                  <a:cxn ang="0">
                    <a:pos x="305" y="2907"/>
                  </a:cxn>
                  <a:cxn ang="0">
                    <a:pos x="281" y="3201"/>
                  </a:cxn>
                  <a:cxn ang="0">
                    <a:pos x="257" y="3489"/>
                  </a:cxn>
                  <a:cxn ang="0">
                    <a:pos x="216" y="3777"/>
                  </a:cxn>
                  <a:cxn ang="0">
                    <a:pos x="174" y="4052"/>
                  </a:cxn>
                  <a:cxn ang="0">
                    <a:pos x="120" y="4316"/>
                  </a:cxn>
                  <a:cxn ang="0">
                    <a:pos x="132" y="4316"/>
                  </a:cxn>
                  <a:cxn ang="0">
                    <a:pos x="186" y="4052"/>
                  </a:cxn>
                  <a:cxn ang="0">
                    <a:pos x="228" y="3777"/>
                  </a:cxn>
                  <a:cxn ang="0">
                    <a:pos x="269" y="3489"/>
                  </a:cxn>
                  <a:cxn ang="0">
                    <a:pos x="293" y="3201"/>
                  </a:cxn>
                  <a:cxn ang="0">
                    <a:pos x="317" y="2907"/>
                  </a:cxn>
                  <a:cxn ang="0">
                    <a:pos x="329" y="2608"/>
                  </a:cxn>
                  <a:cxn ang="0">
                    <a:pos x="335" y="2314"/>
                  </a:cxn>
                  <a:cxn ang="0">
                    <a:pos x="329" y="2014"/>
                  </a:cxn>
                  <a:cxn ang="0">
                    <a:pos x="329" y="2014"/>
                  </a:cxn>
                </a:cxnLst>
                <a:rect l="0" t="0" r="r" b="b"/>
                <a:pathLst>
                  <a:path w="335" h="4316">
                    <a:moveTo>
                      <a:pt x="329" y="2014"/>
                    </a:moveTo>
                    <a:lnTo>
                      <a:pt x="317" y="1726"/>
                    </a:lnTo>
                    <a:lnTo>
                      <a:pt x="293" y="1445"/>
                    </a:lnTo>
                    <a:lnTo>
                      <a:pt x="263" y="1175"/>
                    </a:lnTo>
                    <a:lnTo>
                      <a:pt x="228" y="917"/>
                    </a:lnTo>
                    <a:lnTo>
                      <a:pt x="186" y="665"/>
                    </a:lnTo>
                    <a:lnTo>
                      <a:pt x="132" y="432"/>
                    </a:lnTo>
                    <a:lnTo>
                      <a:pt x="78" y="204"/>
                    </a:lnTo>
                    <a:lnTo>
                      <a:pt x="12" y="0"/>
                    </a:lnTo>
                    <a:lnTo>
                      <a:pt x="0" y="0"/>
                    </a:lnTo>
                    <a:lnTo>
                      <a:pt x="66" y="204"/>
                    </a:lnTo>
                    <a:lnTo>
                      <a:pt x="120" y="432"/>
                    </a:lnTo>
                    <a:lnTo>
                      <a:pt x="174" y="665"/>
                    </a:lnTo>
                    <a:lnTo>
                      <a:pt x="216" y="917"/>
                    </a:lnTo>
                    <a:lnTo>
                      <a:pt x="251" y="1175"/>
                    </a:lnTo>
                    <a:lnTo>
                      <a:pt x="281" y="1445"/>
                    </a:lnTo>
                    <a:lnTo>
                      <a:pt x="305" y="1726"/>
                    </a:lnTo>
                    <a:lnTo>
                      <a:pt x="317" y="2014"/>
                    </a:lnTo>
                    <a:lnTo>
                      <a:pt x="323" y="2314"/>
                    </a:lnTo>
                    <a:lnTo>
                      <a:pt x="317" y="2608"/>
                    </a:lnTo>
                    <a:lnTo>
                      <a:pt x="305" y="2907"/>
                    </a:lnTo>
                    <a:lnTo>
                      <a:pt x="281" y="3201"/>
                    </a:lnTo>
                    <a:lnTo>
                      <a:pt x="257" y="3489"/>
                    </a:lnTo>
                    <a:lnTo>
                      <a:pt x="216" y="3777"/>
                    </a:lnTo>
                    <a:lnTo>
                      <a:pt x="174" y="4052"/>
                    </a:lnTo>
                    <a:lnTo>
                      <a:pt x="120" y="4316"/>
                    </a:lnTo>
                    <a:lnTo>
                      <a:pt x="132" y="4316"/>
                    </a:lnTo>
                    <a:lnTo>
                      <a:pt x="186" y="4052"/>
                    </a:lnTo>
                    <a:lnTo>
                      <a:pt x="228" y="3777"/>
                    </a:lnTo>
                    <a:lnTo>
                      <a:pt x="269" y="3489"/>
                    </a:lnTo>
                    <a:lnTo>
                      <a:pt x="293" y="3201"/>
                    </a:lnTo>
                    <a:lnTo>
                      <a:pt x="317" y="2907"/>
                    </a:lnTo>
                    <a:lnTo>
                      <a:pt x="329" y="2608"/>
                    </a:lnTo>
                    <a:lnTo>
                      <a:pt x="335" y="2314"/>
                    </a:lnTo>
                    <a:lnTo>
                      <a:pt x="329" y="2014"/>
                    </a:lnTo>
                    <a:lnTo>
                      <a:pt x="329" y="2014"/>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1" name="Freeform 10"/>
              <p:cNvSpPr/>
              <p:nvPr/>
            </p:nvSpPr>
            <p:spPr bwMode="hidden">
              <a:xfrm>
                <a:off x="3676" y="0"/>
                <a:ext cx="427" cy="4316"/>
              </a:xfrm>
              <a:custGeom>
                <a:avLst/>
                <a:gdLst/>
                <a:ahLst/>
                <a:cxnLst>
                  <a:cxn ang="0">
                    <a:pos x="413" y="1924"/>
                  </a:cxn>
                  <a:cxn ang="0">
                    <a:pos x="395" y="1690"/>
                  </a:cxn>
                  <a:cxn ang="0">
                    <a:pos x="365" y="1457"/>
                  </a:cxn>
                  <a:cxn ang="0">
                    <a:pos x="329" y="1229"/>
                  </a:cxn>
                  <a:cxn ang="0">
                    <a:pos x="281" y="1001"/>
                  </a:cxn>
                  <a:cxn ang="0">
                    <a:pos x="227" y="761"/>
                  </a:cxn>
                  <a:cxn ang="0">
                    <a:pos x="162" y="522"/>
                  </a:cxn>
                  <a:cxn ang="0">
                    <a:pos x="90" y="270"/>
                  </a:cxn>
                  <a:cxn ang="0">
                    <a:pos x="12" y="0"/>
                  </a:cxn>
                  <a:cxn ang="0">
                    <a:pos x="0" y="0"/>
                  </a:cxn>
                  <a:cxn ang="0">
                    <a:pos x="84" y="270"/>
                  </a:cxn>
                  <a:cxn ang="0">
                    <a:pos x="156" y="522"/>
                  </a:cxn>
                  <a:cxn ang="0">
                    <a:pos x="216" y="767"/>
                  </a:cxn>
                  <a:cxn ang="0">
                    <a:pos x="275" y="1001"/>
                  </a:cxn>
                  <a:cxn ang="0">
                    <a:pos x="317" y="1235"/>
                  </a:cxn>
                  <a:cxn ang="0">
                    <a:pos x="353" y="1463"/>
                  </a:cxn>
                  <a:cxn ang="0">
                    <a:pos x="383" y="1690"/>
                  </a:cxn>
                  <a:cxn ang="0">
                    <a:pos x="401" y="1924"/>
                  </a:cxn>
                  <a:cxn ang="0">
                    <a:pos x="413" y="2188"/>
                  </a:cxn>
                  <a:cxn ang="0">
                    <a:pos x="407" y="2458"/>
                  </a:cxn>
                  <a:cxn ang="0">
                    <a:pos x="395" y="2733"/>
                  </a:cxn>
                  <a:cxn ang="0">
                    <a:pos x="365" y="3021"/>
                  </a:cxn>
                  <a:cxn ang="0">
                    <a:pos x="329" y="3321"/>
                  </a:cxn>
                  <a:cxn ang="0">
                    <a:pos x="275" y="3639"/>
                  </a:cxn>
                  <a:cxn ang="0">
                    <a:pos x="204" y="3968"/>
                  </a:cxn>
                  <a:cxn ang="0">
                    <a:pos x="126" y="4316"/>
                  </a:cxn>
                  <a:cxn ang="0">
                    <a:pos x="138" y="4316"/>
                  </a:cxn>
                  <a:cxn ang="0">
                    <a:pos x="216" y="3968"/>
                  </a:cxn>
                  <a:cxn ang="0">
                    <a:pos x="287" y="3639"/>
                  </a:cxn>
                  <a:cxn ang="0">
                    <a:pos x="341" y="3321"/>
                  </a:cxn>
                  <a:cxn ang="0">
                    <a:pos x="377" y="3021"/>
                  </a:cxn>
                  <a:cxn ang="0">
                    <a:pos x="407" y="2733"/>
                  </a:cxn>
                  <a:cxn ang="0">
                    <a:pos x="419" y="2458"/>
                  </a:cxn>
                  <a:cxn ang="0">
                    <a:pos x="425" y="2188"/>
                  </a:cxn>
                  <a:cxn ang="0">
                    <a:pos x="413" y="1924"/>
                  </a:cxn>
                  <a:cxn ang="0">
                    <a:pos x="413" y="1924"/>
                  </a:cxn>
                </a:cxnLst>
                <a:rect l="0" t="0" r="r" b="b"/>
                <a:pathLst>
                  <a:path w="425" h="4316">
                    <a:moveTo>
                      <a:pt x="413" y="1924"/>
                    </a:moveTo>
                    <a:lnTo>
                      <a:pt x="395" y="1690"/>
                    </a:lnTo>
                    <a:lnTo>
                      <a:pt x="365" y="1457"/>
                    </a:lnTo>
                    <a:lnTo>
                      <a:pt x="329" y="1229"/>
                    </a:lnTo>
                    <a:lnTo>
                      <a:pt x="281" y="1001"/>
                    </a:lnTo>
                    <a:lnTo>
                      <a:pt x="227" y="761"/>
                    </a:lnTo>
                    <a:lnTo>
                      <a:pt x="162" y="522"/>
                    </a:lnTo>
                    <a:lnTo>
                      <a:pt x="90" y="270"/>
                    </a:lnTo>
                    <a:lnTo>
                      <a:pt x="12" y="0"/>
                    </a:lnTo>
                    <a:lnTo>
                      <a:pt x="0" y="0"/>
                    </a:lnTo>
                    <a:lnTo>
                      <a:pt x="84" y="270"/>
                    </a:lnTo>
                    <a:lnTo>
                      <a:pt x="156" y="522"/>
                    </a:lnTo>
                    <a:lnTo>
                      <a:pt x="216" y="767"/>
                    </a:lnTo>
                    <a:lnTo>
                      <a:pt x="275" y="1001"/>
                    </a:lnTo>
                    <a:lnTo>
                      <a:pt x="317" y="1235"/>
                    </a:lnTo>
                    <a:lnTo>
                      <a:pt x="353" y="1463"/>
                    </a:lnTo>
                    <a:lnTo>
                      <a:pt x="383" y="1690"/>
                    </a:lnTo>
                    <a:lnTo>
                      <a:pt x="401" y="1924"/>
                    </a:lnTo>
                    <a:lnTo>
                      <a:pt x="413" y="2188"/>
                    </a:lnTo>
                    <a:lnTo>
                      <a:pt x="407" y="2458"/>
                    </a:lnTo>
                    <a:lnTo>
                      <a:pt x="395" y="2733"/>
                    </a:lnTo>
                    <a:lnTo>
                      <a:pt x="365" y="3021"/>
                    </a:lnTo>
                    <a:lnTo>
                      <a:pt x="329" y="3321"/>
                    </a:lnTo>
                    <a:lnTo>
                      <a:pt x="275" y="3639"/>
                    </a:lnTo>
                    <a:lnTo>
                      <a:pt x="204" y="3968"/>
                    </a:lnTo>
                    <a:lnTo>
                      <a:pt x="126" y="4316"/>
                    </a:lnTo>
                    <a:lnTo>
                      <a:pt x="138" y="4316"/>
                    </a:lnTo>
                    <a:lnTo>
                      <a:pt x="216" y="3968"/>
                    </a:lnTo>
                    <a:lnTo>
                      <a:pt x="287" y="3639"/>
                    </a:lnTo>
                    <a:lnTo>
                      <a:pt x="341" y="3321"/>
                    </a:lnTo>
                    <a:lnTo>
                      <a:pt x="377" y="3021"/>
                    </a:lnTo>
                    <a:lnTo>
                      <a:pt x="407" y="2733"/>
                    </a:lnTo>
                    <a:lnTo>
                      <a:pt x="419" y="2458"/>
                    </a:lnTo>
                    <a:lnTo>
                      <a:pt x="425" y="2188"/>
                    </a:lnTo>
                    <a:lnTo>
                      <a:pt x="413" y="1924"/>
                    </a:lnTo>
                    <a:lnTo>
                      <a:pt x="413" y="1924"/>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2" name="Freeform 11"/>
              <p:cNvSpPr/>
              <p:nvPr/>
            </p:nvSpPr>
            <p:spPr bwMode="hidden">
              <a:xfrm>
                <a:off x="3946" y="0"/>
                <a:ext cx="558" cy="4316"/>
              </a:xfrm>
              <a:custGeom>
                <a:avLst/>
                <a:gdLst/>
                <a:ahLst/>
                <a:cxnLst>
                  <a:cxn ang="0">
                    <a:pos x="556" y="2020"/>
                  </a:cxn>
                  <a:cxn ang="0">
                    <a:pos x="538" y="1732"/>
                  </a:cxn>
                  <a:cxn ang="0">
                    <a:pos x="503" y="1445"/>
                  </a:cxn>
                  <a:cxn ang="0">
                    <a:pos x="455" y="1175"/>
                  </a:cxn>
                  <a:cxn ang="0">
                    <a:pos x="395" y="911"/>
                  </a:cxn>
                  <a:cxn ang="0">
                    <a:pos x="317" y="659"/>
                  </a:cxn>
                  <a:cxn ang="0">
                    <a:pos x="228" y="426"/>
                  </a:cxn>
                  <a:cxn ang="0">
                    <a:pos x="126" y="204"/>
                  </a:cxn>
                  <a:cxn ang="0">
                    <a:pos x="12" y="0"/>
                  </a:cxn>
                  <a:cxn ang="0">
                    <a:pos x="0" y="0"/>
                  </a:cxn>
                  <a:cxn ang="0">
                    <a:pos x="114" y="204"/>
                  </a:cxn>
                  <a:cxn ang="0">
                    <a:pos x="216" y="426"/>
                  </a:cxn>
                  <a:cxn ang="0">
                    <a:pos x="305" y="659"/>
                  </a:cxn>
                  <a:cxn ang="0">
                    <a:pos x="383" y="911"/>
                  </a:cxn>
                  <a:cxn ang="0">
                    <a:pos x="443" y="1175"/>
                  </a:cxn>
                  <a:cxn ang="0">
                    <a:pos x="491" y="1445"/>
                  </a:cxn>
                  <a:cxn ang="0">
                    <a:pos x="526" y="1732"/>
                  </a:cxn>
                  <a:cxn ang="0">
                    <a:pos x="544" y="2020"/>
                  </a:cxn>
                  <a:cxn ang="0">
                    <a:pos x="544" y="2326"/>
                  </a:cxn>
                  <a:cxn ang="0">
                    <a:pos x="532" y="2632"/>
                  </a:cxn>
                  <a:cxn ang="0">
                    <a:pos x="503" y="2931"/>
                  </a:cxn>
                  <a:cxn ang="0">
                    <a:pos x="455" y="3225"/>
                  </a:cxn>
                  <a:cxn ang="0">
                    <a:pos x="389" y="3513"/>
                  </a:cxn>
                  <a:cxn ang="0">
                    <a:pos x="311" y="3788"/>
                  </a:cxn>
                  <a:cxn ang="0">
                    <a:pos x="216" y="4058"/>
                  </a:cxn>
                  <a:cxn ang="0">
                    <a:pos x="102" y="4316"/>
                  </a:cxn>
                  <a:cxn ang="0">
                    <a:pos x="114" y="4316"/>
                  </a:cxn>
                  <a:cxn ang="0">
                    <a:pos x="228" y="4058"/>
                  </a:cxn>
                  <a:cxn ang="0">
                    <a:pos x="323" y="3788"/>
                  </a:cxn>
                  <a:cxn ang="0">
                    <a:pos x="401" y="3513"/>
                  </a:cxn>
                  <a:cxn ang="0">
                    <a:pos x="467" y="3225"/>
                  </a:cxn>
                  <a:cxn ang="0">
                    <a:pos x="515" y="2931"/>
                  </a:cxn>
                  <a:cxn ang="0">
                    <a:pos x="544" y="2632"/>
                  </a:cxn>
                  <a:cxn ang="0">
                    <a:pos x="556" y="2326"/>
                  </a:cxn>
                  <a:cxn ang="0">
                    <a:pos x="556" y="2020"/>
                  </a:cxn>
                  <a:cxn ang="0">
                    <a:pos x="556" y="2020"/>
                  </a:cxn>
                </a:cxnLst>
                <a:rect l="0" t="0" r="r" b="b"/>
                <a:pathLst>
                  <a:path w="556" h="4316">
                    <a:moveTo>
                      <a:pt x="556" y="2020"/>
                    </a:moveTo>
                    <a:lnTo>
                      <a:pt x="538" y="1732"/>
                    </a:lnTo>
                    <a:lnTo>
                      <a:pt x="503" y="1445"/>
                    </a:lnTo>
                    <a:lnTo>
                      <a:pt x="455" y="1175"/>
                    </a:lnTo>
                    <a:lnTo>
                      <a:pt x="395" y="911"/>
                    </a:lnTo>
                    <a:lnTo>
                      <a:pt x="317" y="659"/>
                    </a:lnTo>
                    <a:lnTo>
                      <a:pt x="228" y="426"/>
                    </a:lnTo>
                    <a:lnTo>
                      <a:pt x="126" y="204"/>
                    </a:lnTo>
                    <a:lnTo>
                      <a:pt x="12" y="0"/>
                    </a:lnTo>
                    <a:lnTo>
                      <a:pt x="0" y="0"/>
                    </a:lnTo>
                    <a:lnTo>
                      <a:pt x="114" y="204"/>
                    </a:lnTo>
                    <a:lnTo>
                      <a:pt x="216" y="426"/>
                    </a:lnTo>
                    <a:lnTo>
                      <a:pt x="305" y="659"/>
                    </a:lnTo>
                    <a:lnTo>
                      <a:pt x="383" y="911"/>
                    </a:lnTo>
                    <a:lnTo>
                      <a:pt x="443" y="1175"/>
                    </a:lnTo>
                    <a:lnTo>
                      <a:pt x="491" y="1445"/>
                    </a:lnTo>
                    <a:lnTo>
                      <a:pt x="526" y="1732"/>
                    </a:lnTo>
                    <a:lnTo>
                      <a:pt x="544" y="2020"/>
                    </a:lnTo>
                    <a:lnTo>
                      <a:pt x="544" y="2326"/>
                    </a:lnTo>
                    <a:lnTo>
                      <a:pt x="532" y="2632"/>
                    </a:lnTo>
                    <a:lnTo>
                      <a:pt x="503" y="2931"/>
                    </a:lnTo>
                    <a:lnTo>
                      <a:pt x="455" y="3225"/>
                    </a:lnTo>
                    <a:lnTo>
                      <a:pt x="389" y="3513"/>
                    </a:lnTo>
                    <a:lnTo>
                      <a:pt x="311" y="3788"/>
                    </a:lnTo>
                    <a:lnTo>
                      <a:pt x="216" y="4058"/>
                    </a:lnTo>
                    <a:lnTo>
                      <a:pt x="102" y="4316"/>
                    </a:lnTo>
                    <a:lnTo>
                      <a:pt x="114" y="4316"/>
                    </a:lnTo>
                    <a:lnTo>
                      <a:pt x="228" y="4058"/>
                    </a:lnTo>
                    <a:lnTo>
                      <a:pt x="323" y="3788"/>
                    </a:lnTo>
                    <a:lnTo>
                      <a:pt x="401" y="3513"/>
                    </a:lnTo>
                    <a:lnTo>
                      <a:pt x="467" y="3225"/>
                    </a:lnTo>
                    <a:lnTo>
                      <a:pt x="515" y="2931"/>
                    </a:lnTo>
                    <a:lnTo>
                      <a:pt x="544" y="2632"/>
                    </a:lnTo>
                    <a:lnTo>
                      <a:pt x="556" y="2326"/>
                    </a:lnTo>
                    <a:lnTo>
                      <a:pt x="556" y="2020"/>
                    </a:lnTo>
                    <a:lnTo>
                      <a:pt x="556" y="2020"/>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3" name="Freeform 12"/>
              <p:cNvSpPr/>
              <p:nvPr/>
            </p:nvSpPr>
            <p:spPr bwMode="hidden">
              <a:xfrm>
                <a:off x="4246" y="0"/>
                <a:ext cx="690" cy="4316"/>
              </a:xfrm>
              <a:custGeom>
                <a:avLst/>
                <a:gdLst/>
                <a:ahLst/>
                <a:cxnLst>
                  <a:cxn ang="0">
                    <a:pos x="688" y="2086"/>
                  </a:cxn>
                  <a:cxn ang="0">
                    <a:pos x="670" y="1810"/>
                  </a:cxn>
                  <a:cxn ang="0">
                    <a:pos x="634" y="1541"/>
                  </a:cxn>
                  <a:cxn ang="0">
                    <a:pos x="574" y="1271"/>
                  </a:cxn>
                  <a:cxn ang="0">
                    <a:pos x="497" y="1007"/>
                  </a:cxn>
                  <a:cxn ang="0">
                    <a:pos x="401" y="749"/>
                  </a:cxn>
                  <a:cxn ang="0">
                    <a:pos x="293" y="492"/>
                  </a:cxn>
                  <a:cxn ang="0">
                    <a:pos x="162" y="240"/>
                  </a:cxn>
                  <a:cxn ang="0">
                    <a:pos x="12" y="0"/>
                  </a:cxn>
                  <a:cxn ang="0">
                    <a:pos x="0" y="0"/>
                  </a:cxn>
                  <a:cxn ang="0">
                    <a:pos x="150" y="240"/>
                  </a:cxn>
                  <a:cxn ang="0">
                    <a:pos x="281" y="492"/>
                  </a:cxn>
                  <a:cxn ang="0">
                    <a:pos x="389" y="749"/>
                  </a:cxn>
                  <a:cxn ang="0">
                    <a:pos x="485" y="1007"/>
                  </a:cxn>
                  <a:cxn ang="0">
                    <a:pos x="562" y="1271"/>
                  </a:cxn>
                  <a:cxn ang="0">
                    <a:pos x="622" y="1541"/>
                  </a:cxn>
                  <a:cxn ang="0">
                    <a:pos x="658" y="1810"/>
                  </a:cxn>
                  <a:cxn ang="0">
                    <a:pos x="676" y="2086"/>
                  </a:cxn>
                  <a:cxn ang="0">
                    <a:pos x="676" y="2368"/>
                  </a:cxn>
                  <a:cxn ang="0">
                    <a:pos x="658" y="2650"/>
                  </a:cxn>
                  <a:cxn ang="0">
                    <a:pos x="616" y="2931"/>
                  </a:cxn>
                  <a:cxn ang="0">
                    <a:pos x="556" y="3213"/>
                  </a:cxn>
                  <a:cxn ang="0">
                    <a:pos x="473" y="3495"/>
                  </a:cxn>
                  <a:cxn ang="0">
                    <a:pos x="371" y="3777"/>
                  </a:cxn>
                  <a:cxn ang="0">
                    <a:pos x="251" y="4046"/>
                  </a:cxn>
                  <a:cxn ang="0">
                    <a:pos x="114" y="4316"/>
                  </a:cxn>
                  <a:cxn ang="0">
                    <a:pos x="126" y="4316"/>
                  </a:cxn>
                  <a:cxn ang="0">
                    <a:pos x="263" y="4046"/>
                  </a:cxn>
                  <a:cxn ang="0">
                    <a:pos x="383" y="3777"/>
                  </a:cxn>
                  <a:cxn ang="0">
                    <a:pos x="485" y="3495"/>
                  </a:cxn>
                  <a:cxn ang="0">
                    <a:pos x="568" y="3219"/>
                  </a:cxn>
                  <a:cxn ang="0">
                    <a:pos x="628" y="2937"/>
                  </a:cxn>
                  <a:cxn ang="0">
                    <a:pos x="670" y="2656"/>
                  </a:cxn>
                  <a:cxn ang="0">
                    <a:pos x="688" y="2368"/>
                  </a:cxn>
                  <a:cxn ang="0">
                    <a:pos x="688" y="2086"/>
                  </a:cxn>
                  <a:cxn ang="0">
                    <a:pos x="688" y="2086"/>
                  </a:cxn>
                </a:cxnLst>
                <a:rect l="0" t="0" r="r" b="b"/>
                <a:pathLst>
                  <a:path w="688" h="4316">
                    <a:moveTo>
                      <a:pt x="688" y="2086"/>
                    </a:moveTo>
                    <a:lnTo>
                      <a:pt x="670" y="1810"/>
                    </a:lnTo>
                    <a:lnTo>
                      <a:pt x="634" y="1541"/>
                    </a:lnTo>
                    <a:lnTo>
                      <a:pt x="574" y="1271"/>
                    </a:lnTo>
                    <a:lnTo>
                      <a:pt x="497" y="1007"/>
                    </a:lnTo>
                    <a:lnTo>
                      <a:pt x="401" y="749"/>
                    </a:lnTo>
                    <a:lnTo>
                      <a:pt x="293" y="492"/>
                    </a:lnTo>
                    <a:lnTo>
                      <a:pt x="162" y="240"/>
                    </a:lnTo>
                    <a:lnTo>
                      <a:pt x="12" y="0"/>
                    </a:lnTo>
                    <a:lnTo>
                      <a:pt x="0" y="0"/>
                    </a:lnTo>
                    <a:lnTo>
                      <a:pt x="150" y="240"/>
                    </a:lnTo>
                    <a:lnTo>
                      <a:pt x="281" y="492"/>
                    </a:lnTo>
                    <a:lnTo>
                      <a:pt x="389" y="749"/>
                    </a:lnTo>
                    <a:lnTo>
                      <a:pt x="485" y="1007"/>
                    </a:lnTo>
                    <a:lnTo>
                      <a:pt x="562" y="1271"/>
                    </a:lnTo>
                    <a:lnTo>
                      <a:pt x="622" y="1541"/>
                    </a:lnTo>
                    <a:lnTo>
                      <a:pt x="658" y="1810"/>
                    </a:lnTo>
                    <a:lnTo>
                      <a:pt x="676" y="2086"/>
                    </a:lnTo>
                    <a:lnTo>
                      <a:pt x="676" y="2368"/>
                    </a:lnTo>
                    <a:lnTo>
                      <a:pt x="658" y="2650"/>
                    </a:lnTo>
                    <a:lnTo>
                      <a:pt x="616" y="2931"/>
                    </a:lnTo>
                    <a:lnTo>
                      <a:pt x="556" y="3213"/>
                    </a:lnTo>
                    <a:lnTo>
                      <a:pt x="473" y="3495"/>
                    </a:lnTo>
                    <a:lnTo>
                      <a:pt x="371" y="3777"/>
                    </a:lnTo>
                    <a:lnTo>
                      <a:pt x="251" y="4046"/>
                    </a:lnTo>
                    <a:lnTo>
                      <a:pt x="114" y="4316"/>
                    </a:lnTo>
                    <a:lnTo>
                      <a:pt x="126" y="4316"/>
                    </a:lnTo>
                    <a:lnTo>
                      <a:pt x="263" y="4046"/>
                    </a:lnTo>
                    <a:lnTo>
                      <a:pt x="383" y="3777"/>
                    </a:lnTo>
                    <a:lnTo>
                      <a:pt x="485" y="3495"/>
                    </a:lnTo>
                    <a:lnTo>
                      <a:pt x="568" y="3219"/>
                    </a:lnTo>
                    <a:lnTo>
                      <a:pt x="628" y="2937"/>
                    </a:lnTo>
                    <a:lnTo>
                      <a:pt x="670" y="2656"/>
                    </a:lnTo>
                    <a:lnTo>
                      <a:pt x="688" y="2368"/>
                    </a:lnTo>
                    <a:lnTo>
                      <a:pt x="688" y="2086"/>
                    </a:lnTo>
                    <a:lnTo>
                      <a:pt x="688" y="2086"/>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4" name="Freeform 13"/>
              <p:cNvSpPr/>
              <p:nvPr/>
            </p:nvSpPr>
            <p:spPr bwMode="hidden">
              <a:xfrm>
                <a:off x="4522" y="0"/>
                <a:ext cx="864" cy="4316"/>
              </a:xfrm>
              <a:custGeom>
                <a:avLst/>
                <a:gdLst/>
                <a:ahLst/>
                <a:cxnLst>
                  <a:cxn ang="0">
                    <a:pos x="855" y="2128"/>
                  </a:cxn>
                  <a:cxn ang="0">
                    <a:pos x="831" y="1834"/>
                  </a:cxn>
                  <a:cxn ang="0">
                    <a:pos x="808" y="1684"/>
                  </a:cxn>
                  <a:cxn ang="0">
                    <a:pos x="784" y="1541"/>
                  </a:cxn>
                  <a:cxn ang="0">
                    <a:pos x="748" y="1397"/>
                  </a:cxn>
                  <a:cxn ang="0">
                    <a:pos x="712" y="1253"/>
                  </a:cxn>
                  <a:cxn ang="0">
                    <a:pos x="664" y="1115"/>
                  </a:cxn>
                  <a:cxn ang="0">
                    <a:pos x="610" y="977"/>
                  </a:cxn>
                  <a:cxn ang="0">
                    <a:pos x="491" y="719"/>
                  </a:cxn>
                  <a:cxn ang="0">
                    <a:pos x="353" y="468"/>
                  </a:cxn>
                  <a:cxn ang="0">
                    <a:pos x="192" y="228"/>
                  </a:cxn>
                  <a:cxn ang="0">
                    <a:pos x="12" y="0"/>
                  </a:cxn>
                  <a:cxn ang="0">
                    <a:pos x="0" y="0"/>
                  </a:cxn>
                  <a:cxn ang="0">
                    <a:pos x="180" y="228"/>
                  </a:cxn>
                  <a:cxn ang="0">
                    <a:pos x="341" y="468"/>
                  </a:cxn>
                  <a:cxn ang="0">
                    <a:pos x="479" y="719"/>
                  </a:cxn>
                  <a:cxn ang="0">
                    <a:pos x="598" y="983"/>
                  </a:cxn>
                  <a:cxn ang="0">
                    <a:pos x="652" y="1121"/>
                  </a:cxn>
                  <a:cxn ang="0">
                    <a:pos x="700" y="1259"/>
                  </a:cxn>
                  <a:cxn ang="0">
                    <a:pos x="736" y="1403"/>
                  </a:cxn>
                  <a:cxn ang="0">
                    <a:pos x="772" y="1547"/>
                  </a:cxn>
                  <a:cxn ang="0">
                    <a:pos x="802" y="1690"/>
                  </a:cxn>
                  <a:cxn ang="0">
                    <a:pos x="819" y="1834"/>
                  </a:cxn>
                  <a:cxn ang="0">
                    <a:pos x="837" y="1984"/>
                  </a:cxn>
                  <a:cxn ang="0">
                    <a:pos x="843" y="2128"/>
                  </a:cxn>
                  <a:cxn ang="0">
                    <a:pos x="849" y="2278"/>
                  </a:cxn>
                  <a:cxn ang="0">
                    <a:pos x="843" y="2428"/>
                  </a:cxn>
                  <a:cxn ang="0">
                    <a:pos x="831" y="2572"/>
                  </a:cxn>
                  <a:cxn ang="0">
                    <a:pos x="819" y="2721"/>
                  </a:cxn>
                  <a:cxn ang="0">
                    <a:pos x="796" y="2865"/>
                  </a:cxn>
                  <a:cxn ang="0">
                    <a:pos x="766" y="3015"/>
                  </a:cxn>
                  <a:cxn ang="0">
                    <a:pos x="724" y="3159"/>
                  </a:cxn>
                  <a:cxn ang="0">
                    <a:pos x="682" y="3303"/>
                  </a:cxn>
                  <a:cxn ang="0">
                    <a:pos x="586" y="3567"/>
                  </a:cxn>
                  <a:cxn ang="0">
                    <a:pos x="473" y="3824"/>
                  </a:cxn>
                  <a:cxn ang="0">
                    <a:pos x="335" y="4076"/>
                  </a:cxn>
                  <a:cxn ang="0">
                    <a:pos x="180" y="4316"/>
                  </a:cxn>
                  <a:cxn ang="0">
                    <a:pos x="192" y="4316"/>
                  </a:cxn>
                  <a:cxn ang="0">
                    <a:pos x="347" y="4076"/>
                  </a:cxn>
                  <a:cxn ang="0">
                    <a:pos x="485" y="3824"/>
                  </a:cxn>
                  <a:cxn ang="0">
                    <a:pos x="598" y="3573"/>
                  </a:cxn>
                  <a:cxn ang="0">
                    <a:pos x="694" y="3309"/>
                  </a:cxn>
                  <a:cxn ang="0">
                    <a:pos x="736" y="3165"/>
                  </a:cxn>
                  <a:cxn ang="0">
                    <a:pos x="778" y="3021"/>
                  </a:cxn>
                  <a:cxn ang="0">
                    <a:pos x="808" y="2871"/>
                  </a:cxn>
                  <a:cxn ang="0">
                    <a:pos x="831" y="2727"/>
                  </a:cxn>
                  <a:cxn ang="0">
                    <a:pos x="843" y="2578"/>
                  </a:cxn>
                  <a:cxn ang="0">
                    <a:pos x="855" y="2428"/>
                  </a:cxn>
                  <a:cxn ang="0">
                    <a:pos x="861" y="2278"/>
                  </a:cxn>
                  <a:cxn ang="0">
                    <a:pos x="855" y="2128"/>
                  </a:cxn>
                  <a:cxn ang="0">
                    <a:pos x="855" y="2128"/>
                  </a:cxn>
                </a:cxnLst>
                <a:rect l="0" t="0" r="r" b="b"/>
                <a:pathLst>
                  <a:path w="861" h="4316">
                    <a:moveTo>
                      <a:pt x="855" y="2128"/>
                    </a:moveTo>
                    <a:lnTo>
                      <a:pt x="831" y="1834"/>
                    </a:lnTo>
                    <a:lnTo>
                      <a:pt x="808" y="1684"/>
                    </a:lnTo>
                    <a:lnTo>
                      <a:pt x="784" y="1541"/>
                    </a:lnTo>
                    <a:lnTo>
                      <a:pt x="748" y="1397"/>
                    </a:lnTo>
                    <a:lnTo>
                      <a:pt x="712" y="1253"/>
                    </a:lnTo>
                    <a:lnTo>
                      <a:pt x="664" y="1115"/>
                    </a:lnTo>
                    <a:lnTo>
                      <a:pt x="610" y="977"/>
                    </a:lnTo>
                    <a:lnTo>
                      <a:pt x="491" y="719"/>
                    </a:lnTo>
                    <a:lnTo>
                      <a:pt x="353" y="468"/>
                    </a:lnTo>
                    <a:lnTo>
                      <a:pt x="192" y="228"/>
                    </a:lnTo>
                    <a:lnTo>
                      <a:pt x="12" y="0"/>
                    </a:lnTo>
                    <a:lnTo>
                      <a:pt x="0" y="0"/>
                    </a:lnTo>
                    <a:lnTo>
                      <a:pt x="180" y="228"/>
                    </a:lnTo>
                    <a:lnTo>
                      <a:pt x="341" y="468"/>
                    </a:lnTo>
                    <a:lnTo>
                      <a:pt x="479" y="719"/>
                    </a:lnTo>
                    <a:lnTo>
                      <a:pt x="598" y="983"/>
                    </a:lnTo>
                    <a:lnTo>
                      <a:pt x="652" y="1121"/>
                    </a:lnTo>
                    <a:lnTo>
                      <a:pt x="700" y="1259"/>
                    </a:lnTo>
                    <a:lnTo>
                      <a:pt x="736" y="1403"/>
                    </a:lnTo>
                    <a:lnTo>
                      <a:pt x="772" y="1547"/>
                    </a:lnTo>
                    <a:lnTo>
                      <a:pt x="802" y="1690"/>
                    </a:lnTo>
                    <a:lnTo>
                      <a:pt x="819" y="1834"/>
                    </a:lnTo>
                    <a:lnTo>
                      <a:pt x="837" y="1984"/>
                    </a:lnTo>
                    <a:lnTo>
                      <a:pt x="843" y="2128"/>
                    </a:lnTo>
                    <a:lnTo>
                      <a:pt x="849" y="2278"/>
                    </a:lnTo>
                    <a:lnTo>
                      <a:pt x="843" y="2428"/>
                    </a:lnTo>
                    <a:lnTo>
                      <a:pt x="831" y="2572"/>
                    </a:lnTo>
                    <a:lnTo>
                      <a:pt x="819" y="2721"/>
                    </a:lnTo>
                    <a:lnTo>
                      <a:pt x="796" y="2865"/>
                    </a:lnTo>
                    <a:lnTo>
                      <a:pt x="766" y="3015"/>
                    </a:lnTo>
                    <a:lnTo>
                      <a:pt x="724" y="3159"/>
                    </a:lnTo>
                    <a:lnTo>
                      <a:pt x="682" y="3303"/>
                    </a:lnTo>
                    <a:lnTo>
                      <a:pt x="586" y="3567"/>
                    </a:lnTo>
                    <a:lnTo>
                      <a:pt x="473" y="3824"/>
                    </a:lnTo>
                    <a:lnTo>
                      <a:pt x="335" y="4076"/>
                    </a:lnTo>
                    <a:lnTo>
                      <a:pt x="180" y="4316"/>
                    </a:lnTo>
                    <a:lnTo>
                      <a:pt x="192" y="4316"/>
                    </a:lnTo>
                    <a:lnTo>
                      <a:pt x="347" y="4076"/>
                    </a:lnTo>
                    <a:lnTo>
                      <a:pt x="485" y="3824"/>
                    </a:lnTo>
                    <a:lnTo>
                      <a:pt x="598" y="3573"/>
                    </a:lnTo>
                    <a:lnTo>
                      <a:pt x="694" y="3309"/>
                    </a:lnTo>
                    <a:lnTo>
                      <a:pt x="736" y="3165"/>
                    </a:lnTo>
                    <a:lnTo>
                      <a:pt x="778" y="3021"/>
                    </a:lnTo>
                    <a:lnTo>
                      <a:pt x="808" y="2871"/>
                    </a:lnTo>
                    <a:lnTo>
                      <a:pt x="831" y="2727"/>
                    </a:lnTo>
                    <a:lnTo>
                      <a:pt x="843" y="2578"/>
                    </a:lnTo>
                    <a:lnTo>
                      <a:pt x="855" y="2428"/>
                    </a:lnTo>
                    <a:lnTo>
                      <a:pt x="861" y="2278"/>
                    </a:lnTo>
                    <a:lnTo>
                      <a:pt x="855" y="2128"/>
                    </a:lnTo>
                    <a:lnTo>
                      <a:pt x="855" y="2128"/>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5" name="Freeform 14"/>
              <p:cNvSpPr/>
              <p:nvPr/>
            </p:nvSpPr>
            <p:spPr bwMode="hidden">
              <a:xfrm>
                <a:off x="2399" y="0"/>
                <a:ext cx="150" cy="4316"/>
              </a:xfrm>
              <a:custGeom>
                <a:avLst/>
                <a:gdLst/>
                <a:ahLst/>
                <a:cxnLst>
                  <a:cxn ang="0">
                    <a:pos x="18" y="1942"/>
                  </a:cxn>
                  <a:cxn ang="0">
                    <a:pos x="30" y="1630"/>
                  </a:cxn>
                  <a:cxn ang="0">
                    <a:pos x="42" y="1331"/>
                  </a:cxn>
                  <a:cxn ang="0">
                    <a:pos x="59" y="1055"/>
                  </a:cxn>
                  <a:cxn ang="0">
                    <a:pos x="77" y="791"/>
                  </a:cxn>
                  <a:cxn ang="0">
                    <a:pos x="83" y="671"/>
                  </a:cxn>
                  <a:cxn ang="0">
                    <a:pos x="95" y="557"/>
                  </a:cxn>
                  <a:cxn ang="0">
                    <a:pos x="107" y="444"/>
                  </a:cxn>
                  <a:cxn ang="0">
                    <a:pos x="113" y="342"/>
                  </a:cxn>
                  <a:cxn ang="0">
                    <a:pos x="125" y="246"/>
                  </a:cxn>
                  <a:cxn ang="0">
                    <a:pos x="131" y="156"/>
                  </a:cxn>
                  <a:cxn ang="0">
                    <a:pos x="143" y="72"/>
                  </a:cxn>
                  <a:cxn ang="0">
                    <a:pos x="149" y="0"/>
                  </a:cxn>
                  <a:cxn ang="0">
                    <a:pos x="137" y="0"/>
                  </a:cxn>
                  <a:cxn ang="0">
                    <a:pos x="131" y="72"/>
                  </a:cxn>
                  <a:cxn ang="0">
                    <a:pos x="119" y="156"/>
                  </a:cxn>
                  <a:cxn ang="0">
                    <a:pos x="113" y="246"/>
                  </a:cxn>
                  <a:cxn ang="0">
                    <a:pos x="101" y="342"/>
                  </a:cxn>
                  <a:cxn ang="0">
                    <a:pos x="95" y="444"/>
                  </a:cxn>
                  <a:cxn ang="0">
                    <a:pos x="83" y="557"/>
                  </a:cxn>
                  <a:cxn ang="0">
                    <a:pos x="71" y="671"/>
                  </a:cxn>
                  <a:cxn ang="0">
                    <a:pos x="65" y="791"/>
                  </a:cxn>
                  <a:cxn ang="0">
                    <a:pos x="48" y="1055"/>
                  </a:cxn>
                  <a:cxn ang="0">
                    <a:pos x="30" y="1331"/>
                  </a:cxn>
                  <a:cxn ang="0">
                    <a:pos x="18" y="1630"/>
                  </a:cxn>
                  <a:cxn ang="0">
                    <a:pos x="6" y="1942"/>
                  </a:cxn>
                  <a:cxn ang="0">
                    <a:pos x="0" y="2278"/>
                  </a:cxn>
                  <a:cxn ang="0">
                    <a:pos x="6" y="2602"/>
                  </a:cxn>
                  <a:cxn ang="0">
                    <a:pos x="12" y="2919"/>
                  </a:cxn>
                  <a:cxn ang="0">
                    <a:pos x="24" y="3219"/>
                  </a:cxn>
                  <a:cxn ang="0">
                    <a:pos x="36" y="3513"/>
                  </a:cxn>
                  <a:cxn ang="0">
                    <a:pos x="59" y="3794"/>
                  </a:cxn>
                  <a:cxn ang="0">
                    <a:pos x="89" y="4058"/>
                  </a:cxn>
                  <a:cxn ang="0">
                    <a:pos x="125" y="4316"/>
                  </a:cxn>
                  <a:cxn ang="0">
                    <a:pos x="137" y="4316"/>
                  </a:cxn>
                  <a:cxn ang="0">
                    <a:pos x="101" y="4058"/>
                  </a:cxn>
                  <a:cxn ang="0">
                    <a:pos x="71" y="3794"/>
                  </a:cxn>
                  <a:cxn ang="0">
                    <a:pos x="48" y="3513"/>
                  </a:cxn>
                  <a:cxn ang="0">
                    <a:pos x="36" y="3225"/>
                  </a:cxn>
                  <a:cxn ang="0">
                    <a:pos x="24" y="2919"/>
                  </a:cxn>
                  <a:cxn ang="0">
                    <a:pos x="18" y="2608"/>
                  </a:cxn>
                  <a:cxn ang="0">
                    <a:pos x="12" y="2278"/>
                  </a:cxn>
                  <a:cxn ang="0">
                    <a:pos x="18" y="1942"/>
                  </a:cxn>
                  <a:cxn ang="0">
                    <a:pos x="18" y="1942"/>
                  </a:cxn>
                </a:cxnLst>
                <a:rect l="0" t="0" r="r" b="b"/>
                <a:pathLst>
                  <a:path w="149" h="4316">
                    <a:moveTo>
                      <a:pt x="18" y="1942"/>
                    </a:moveTo>
                    <a:lnTo>
                      <a:pt x="30" y="1630"/>
                    </a:lnTo>
                    <a:lnTo>
                      <a:pt x="42" y="1331"/>
                    </a:lnTo>
                    <a:lnTo>
                      <a:pt x="59" y="1055"/>
                    </a:lnTo>
                    <a:lnTo>
                      <a:pt x="77" y="791"/>
                    </a:lnTo>
                    <a:lnTo>
                      <a:pt x="83" y="671"/>
                    </a:lnTo>
                    <a:lnTo>
                      <a:pt x="95" y="557"/>
                    </a:lnTo>
                    <a:lnTo>
                      <a:pt x="107" y="444"/>
                    </a:lnTo>
                    <a:lnTo>
                      <a:pt x="113" y="342"/>
                    </a:lnTo>
                    <a:lnTo>
                      <a:pt x="125" y="246"/>
                    </a:lnTo>
                    <a:lnTo>
                      <a:pt x="131" y="156"/>
                    </a:lnTo>
                    <a:lnTo>
                      <a:pt x="143" y="72"/>
                    </a:lnTo>
                    <a:lnTo>
                      <a:pt x="149" y="0"/>
                    </a:lnTo>
                    <a:lnTo>
                      <a:pt x="137" y="0"/>
                    </a:lnTo>
                    <a:lnTo>
                      <a:pt x="131" y="72"/>
                    </a:lnTo>
                    <a:lnTo>
                      <a:pt x="119" y="156"/>
                    </a:lnTo>
                    <a:lnTo>
                      <a:pt x="113" y="246"/>
                    </a:lnTo>
                    <a:lnTo>
                      <a:pt x="101" y="342"/>
                    </a:lnTo>
                    <a:lnTo>
                      <a:pt x="95" y="444"/>
                    </a:lnTo>
                    <a:lnTo>
                      <a:pt x="83" y="557"/>
                    </a:lnTo>
                    <a:lnTo>
                      <a:pt x="71" y="671"/>
                    </a:lnTo>
                    <a:lnTo>
                      <a:pt x="65" y="791"/>
                    </a:lnTo>
                    <a:lnTo>
                      <a:pt x="48" y="1055"/>
                    </a:lnTo>
                    <a:lnTo>
                      <a:pt x="30" y="1331"/>
                    </a:lnTo>
                    <a:lnTo>
                      <a:pt x="18" y="1630"/>
                    </a:lnTo>
                    <a:lnTo>
                      <a:pt x="6" y="1942"/>
                    </a:lnTo>
                    <a:lnTo>
                      <a:pt x="0" y="2278"/>
                    </a:lnTo>
                    <a:lnTo>
                      <a:pt x="6" y="2602"/>
                    </a:lnTo>
                    <a:lnTo>
                      <a:pt x="12" y="2919"/>
                    </a:lnTo>
                    <a:lnTo>
                      <a:pt x="24" y="3219"/>
                    </a:lnTo>
                    <a:lnTo>
                      <a:pt x="36" y="3513"/>
                    </a:lnTo>
                    <a:lnTo>
                      <a:pt x="59" y="3794"/>
                    </a:lnTo>
                    <a:lnTo>
                      <a:pt x="89" y="4058"/>
                    </a:lnTo>
                    <a:lnTo>
                      <a:pt x="125" y="4316"/>
                    </a:lnTo>
                    <a:lnTo>
                      <a:pt x="137" y="4316"/>
                    </a:lnTo>
                    <a:lnTo>
                      <a:pt x="101" y="4058"/>
                    </a:lnTo>
                    <a:lnTo>
                      <a:pt x="71" y="3794"/>
                    </a:lnTo>
                    <a:lnTo>
                      <a:pt x="48" y="3513"/>
                    </a:lnTo>
                    <a:lnTo>
                      <a:pt x="36" y="3225"/>
                    </a:lnTo>
                    <a:lnTo>
                      <a:pt x="24" y="2919"/>
                    </a:lnTo>
                    <a:lnTo>
                      <a:pt x="18" y="2608"/>
                    </a:lnTo>
                    <a:lnTo>
                      <a:pt x="12" y="2278"/>
                    </a:lnTo>
                    <a:lnTo>
                      <a:pt x="18" y="1942"/>
                    </a:lnTo>
                    <a:lnTo>
                      <a:pt x="18" y="1942"/>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6" name="Freeform 15"/>
              <p:cNvSpPr/>
              <p:nvPr/>
            </p:nvSpPr>
            <p:spPr bwMode="hidden">
              <a:xfrm>
                <a:off x="1967" y="0"/>
                <a:ext cx="300" cy="4316"/>
              </a:xfrm>
              <a:custGeom>
                <a:avLst/>
                <a:gdLst/>
                <a:ahLst/>
                <a:cxnLst>
                  <a:cxn ang="0">
                    <a:pos x="18" y="2062"/>
                  </a:cxn>
                  <a:cxn ang="0">
                    <a:pos x="30" y="1750"/>
                  </a:cxn>
                  <a:cxn ang="0">
                    <a:pos x="54" y="1451"/>
                  </a:cxn>
                  <a:cxn ang="0">
                    <a:pos x="84" y="1169"/>
                  </a:cxn>
                  <a:cxn ang="0">
                    <a:pos x="126" y="899"/>
                  </a:cxn>
                  <a:cxn ang="0">
                    <a:pos x="162" y="641"/>
                  </a:cxn>
                  <a:cxn ang="0">
                    <a:pos x="209" y="408"/>
                  </a:cxn>
                  <a:cxn ang="0">
                    <a:pos x="251" y="192"/>
                  </a:cxn>
                  <a:cxn ang="0">
                    <a:pos x="299" y="0"/>
                  </a:cxn>
                  <a:cxn ang="0">
                    <a:pos x="287" y="0"/>
                  </a:cxn>
                  <a:cxn ang="0">
                    <a:pos x="239" y="192"/>
                  </a:cxn>
                  <a:cxn ang="0">
                    <a:pos x="198" y="408"/>
                  </a:cxn>
                  <a:cxn ang="0">
                    <a:pos x="156" y="641"/>
                  </a:cxn>
                  <a:cxn ang="0">
                    <a:pos x="114" y="899"/>
                  </a:cxn>
                  <a:cxn ang="0">
                    <a:pos x="78" y="1169"/>
                  </a:cxn>
                  <a:cxn ang="0">
                    <a:pos x="48" y="1451"/>
                  </a:cxn>
                  <a:cxn ang="0">
                    <a:pos x="24" y="1750"/>
                  </a:cxn>
                  <a:cxn ang="0">
                    <a:pos x="6" y="2062"/>
                  </a:cxn>
                  <a:cxn ang="0">
                    <a:pos x="0" y="2374"/>
                  </a:cxn>
                  <a:cxn ang="0">
                    <a:pos x="12" y="2674"/>
                  </a:cxn>
                  <a:cxn ang="0">
                    <a:pos x="30" y="2973"/>
                  </a:cxn>
                  <a:cxn ang="0">
                    <a:pos x="54" y="3255"/>
                  </a:cxn>
                  <a:cxn ang="0">
                    <a:pos x="96" y="3537"/>
                  </a:cxn>
                  <a:cxn ang="0">
                    <a:pos x="144" y="3806"/>
                  </a:cxn>
                  <a:cxn ang="0">
                    <a:pos x="203" y="4064"/>
                  </a:cxn>
                  <a:cxn ang="0">
                    <a:pos x="275" y="4316"/>
                  </a:cxn>
                  <a:cxn ang="0">
                    <a:pos x="287" y="4316"/>
                  </a:cxn>
                  <a:cxn ang="0">
                    <a:pos x="215" y="4064"/>
                  </a:cxn>
                  <a:cxn ang="0">
                    <a:pos x="156" y="3806"/>
                  </a:cxn>
                  <a:cxn ang="0">
                    <a:pos x="108" y="3537"/>
                  </a:cxn>
                  <a:cxn ang="0">
                    <a:pos x="66" y="3261"/>
                  </a:cxn>
                  <a:cxn ang="0">
                    <a:pos x="42" y="2973"/>
                  </a:cxn>
                  <a:cxn ang="0">
                    <a:pos x="24" y="2680"/>
                  </a:cxn>
                  <a:cxn ang="0">
                    <a:pos x="12" y="2374"/>
                  </a:cxn>
                  <a:cxn ang="0">
                    <a:pos x="18" y="2062"/>
                  </a:cxn>
                  <a:cxn ang="0">
                    <a:pos x="18" y="2062"/>
                  </a:cxn>
                </a:cxnLst>
                <a:rect l="0" t="0" r="r" b="b"/>
                <a:pathLst>
                  <a:path w="299" h="4316">
                    <a:moveTo>
                      <a:pt x="18" y="2062"/>
                    </a:moveTo>
                    <a:lnTo>
                      <a:pt x="30" y="1750"/>
                    </a:lnTo>
                    <a:lnTo>
                      <a:pt x="54" y="1451"/>
                    </a:lnTo>
                    <a:lnTo>
                      <a:pt x="84" y="1169"/>
                    </a:lnTo>
                    <a:lnTo>
                      <a:pt x="126" y="899"/>
                    </a:lnTo>
                    <a:lnTo>
                      <a:pt x="162" y="641"/>
                    </a:lnTo>
                    <a:lnTo>
                      <a:pt x="209" y="408"/>
                    </a:lnTo>
                    <a:lnTo>
                      <a:pt x="251" y="192"/>
                    </a:lnTo>
                    <a:lnTo>
                      <a:pt x="299" y="0"/>
                    </a:lnTo>
                    <a:lnTo>
                      <a:pt x="287" y="0"/>
                    </a:lnTo>
                    <a:lnTo>
                      <a:pt x="239" y="192"/>
                    </a:lnTo>
                    <a:lnTo>
                      <a:pt x="198" y="408"/>
                    </a:lnTo>
                    <a:lnTo>
                      <a:pt x="156" y="641"/>
                    </a:lnTo>
                    <a:lnTo>
                      <a:pt x="114" y="899"/>
                    </a:lnTo>
                    <a:lnTo>
                      <a:pt x="78" y="1169"/>
                    </a:lnTo>
                    <a:lnTo>
                      <a:pt x="48" y="1451"/>
                    </a:lnTo>
                    <a:lnTo>
                      <a:pt x="24" y="1750"/>
                    </a:lnTo>
                    <a:lnTo>
                      <a:pt x="6" y="2062"/>
                    </a:lnTo>
                    <a:lnTo>
                      <a:pt x="0" y="2374"/>
                    </a:lnTo>
                    <a:lnTo>
                      <a:pt x="12" y="2674"/>
                    </a:lnTo>
                    <a:lnTo>
                      <a:pt x="30" y="2973"/>
                    </a:lnTo>
                    <a:lnTo>
                      <a:pt x="54" y="3255"/>
                    </a:lnTo>
                    <a:lnTo>
                      <a:pt x="96" y="3537"/>
                    </a:lnTo>
                    <a:lnTo>
                      <a:pt x="144" y="3806"/>
                    </a:lnTo>
                    <a:lnTo>
                      <a:pt x="203" y="4064"/>
                    </a:lnTo>
                    <a:lnTo>
                      <a:pt x="275" y="4316"/>
                    </a:lnTo>
                    <a:lnTo>
                      <a:pt x="287" y="4316"/>
                    </a:lnTo>
                    <a:lnTo>
                      <a:pt x="215" y="4064"/>
                    </a:lnTo>
                    <a:lnTo>
                      <a:pt x="156" y="3806"/>
                    </a:lnTo>
                    <a:lnTo>
                      <a:pt x="108" y="3537"/>
                    </a:lnTo>
                    <a:lnTo>
                      <a:pt x="66" y="3261"/>
                    </a:lnTo>
                    <a:lnTo>
                      <a:pt x="42" y="2973"/>
                    </a:lnTo>
                    <a:lnTo>
                      <a:pt x="24" y="2680"/>
                    </a:lnTo>
                    <a:lnTo>
                      <a:pt x="12" y="2374"/>
                    </a:lnTo>
                    <a:lnTo>
                      <a:pt x="18" y="2062"/>
                    </a:lnTo>
                    <a:lnTo>
                      <a:pt x="18" y="2062"/>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7" name="Freeform 16"/>
              <p:cNvSpPr/>
              <p:nvPr/>
            </p:nvSpPr>
            <p:spPr bwMode="hidden">
              <a:xfrm>
                <a:off x="1566" y="0"/>
                <a:ext cx="425" cy="4316"/>
              </a:xfrm>
              <a:custGeom>
                <a:avLst/>
                <a:gdLst/>
                <a:ahLst/>
                <a:cxnLst>
                  <a:cxn ang="0">
                    <a:pos x="424" y="0"/>
                  </a:cxn>
                  <a:cxn ang="0">
                    <a:pos x="412" y="0"/>
                  </a:cxn>
                  <a:cxn ang="0">
                    <a:pos x="316" y="222"/>
                  </a:cxn>
                  <a:cxn ang="0">
                    <a:pos x="239" y="462"/>
                  </a:cxn>
                  <a:cxn ang="0">
                    <a:pos x="167" y="707"/>
                  </a:cxn>
                  <a:cxn ang="0">
                    <a:pos x="107" y="971"/>
                  </a:cxn>
                  <a:cxn ang="0">
                    <a:pos x="65" y="1247"/>
                  </a:cxn>
                  <a:cxn ang="0">
                    <a:pos x="29" y="1529"/>
                  </a:cxn>
                  <a:cxn ang="0">
                    <a:pos x="6" y="1822"/>
                  </a:cxn>
                  <a:cxn ang="0">
                    <a:pos x="0" y="2122"/>
                  </a:cxn>
                  <a:cxn ang="0">
                    <a:pos x="6" y="2404"/>
                  </a:cxn>
                  <a:cxn ang="0">
                    <a:pos x="24" y="2686"/>
                  </a:cxn>
                  <a:cxn ang="0">
                    <a:pos x="47" y="2961"/>
                  </a:cxn>
                  <a:cxn ang="0">
                    <a:pos x="89" y="3243"/>
                  </a:cxn>
                  <a:cxn ang="0">
                    <a:pos x="137" y="3519"/>
                  </a:cxn>
                  <a:cxn ang="0">
                    <a:pos x="197" y="3788"/>
                  </a:cxn>
                  <a:cxn ang="0">
                    <a:pos x="269" y="4058"/>
                  </a:cxn>
                  <a:cxn ang="0">
                    <a:pos x="346" y="4316"/>
                  </a:cxn>
                  <a:cxn ang="0">
                    <a:pos x="358" y="4316"/>
                  </a:cxn>
                  <a:cxn ang="0">
                    <a:pos x="281" y="4058"/>
                  </a:cxn>
                  <a:cxn ang="0">
                    <a:pos x="209" y="3788"/>
                  </a:cxn>
                  <a:cxn ang="0">
                    <a:pos x="149" y="3519"/>
                  </a:cxn>
                  <a:cxn ang="0">
                    <a:pos x="101" y="3243"/>
                  </a:cxn>
                  <a:cxn ang="0">
                    <a:pos x="59" y="2961"/>
                  </a:cxn>
                  <a:cxn ang="0">
                    <a:pos x="35" y="2686"/>
                  </a:cxn>
                  <a:cxn ang="0">
                    <a:pos x="18" y="2404"/>
                  </a:cxn>
                  <a:cxn ang="0">
                    <a:pos x="12" y="2122"/>
                  </a:cxn>
                  <a:cxn ang="0">
                    <a:pos x="18" y="1822"/>
                  </a:cxn>
                  <a:cxn ang="0">
                    <a:pos x="41" y="1529"/>
                  </a:cxn>
                  <a:cxn ang="0">
                    <a:pos x="71" y="1247"/>
                  </a:cxn>
                  <a:cxn ang="0">
                    <a:pos x="119" y="971"/>
                  </a:cxn>
                  <a:cxn ang="0">
                    <a:pos x="179" y="707"/>
                  </a:cxn>
                  <a:cxn ang="0">
                    <a:pos x="245" y="462"/>
                  </a:cxn>
                  <a:cxn ang="0">
                    <a:pos x="328" y="222"/>
                  </a:cxn>
                  <a:cxn ang="0">
                    <a:pos x="424" y="0"/>
                  </a:cxn>
                  <a:cxn ang="0">
                    <a:pos x="424" y="0"/>
                  </a:cxn>
                </a:cxnLst>
                <a:rect l="0" t="0" r="r" b="b"/>
                <a:pathLst>
                  <a:path w="424" h="4316">
                    <a:moveTo>
                      <a:pt x="424" y="0"/>
                    </a:moveTo>
                    <a:lnTo>
                      <a:pt x="412" y="0"/>
                    </a:lnTo>
                    <a:lnTo>
                      <a:pt x="316" y="222"/>
                    </a:lnTo>
                    <a:lnTo>
                      <a:pt x="239" y="462"/>
                    </a:lnTo>
                    <a:lnTo>
                      <a:pt x="167" y="707"/>
                    </a:lnTo>
                    <a:lnTo>
                      <a:pt x="107" y="971"/>
                    </a:lnTo>
                    <a:lnTo>
                      <a:pt x="65" y="1247"/>
                    </a:lnTo>
                    <a:lnTo>
                      <a:pt x="29" y="1529"/>
                    </a:lnTo>
                    <a:lnTo>
                      <a:pt x="6" y="1822"/>
                    </a:lnTo>
                    <a:lnTo>
                      <a:pt x="0" y="2122"/>
                    </a:lnTo>
                    <a:lnTo>
                      <a:pt x="6" y="2404"/>
                    </a:lnTo>
                    <a:lnTo>
                      <a:pt x="24" y="2686"/>
                    </a:lnTo>
                    <a:lnTo>
                      <a:pt x="47" y="2961"/>
                    </a:lnTo>
                    <a:lnTo>
                      <a:pt x="89" y="3243"/>
                    </a:lnTo>
                    <a:lnTo>
                      <a:pt x="137" y="3519"/>
                    </a:lnTo>
                    <a:lnTo>
                      <a:pt x="197" y="3788"/>
                    </a:lnTo>
                    <a:lnTo>
                      <a:pt x="269" y="4058"/>
                    </a:lnTo>
                    <a:lnTo>
                      <a:pt x="346" y="4316"/>
                    </a:lnTo>
                    <a:lnTo>
                      <a:pt x="358" y="4316"/>
                    </a:lnTo>
                    <a:lnTo>
                      <a:pt x="281" y="4058"/>
                    </a:lnTo>
                    <a:lnTo>
                      <a:pt x="209" y="3788"/>
                    </a:lnTo>
                    <a:lnTo>
                      <a:pt x="149" y="3519"/>
                    </a:lnTo>
                    <a:lnTo>
                      <a:pt x="101" y="3243"/>
                    </a:lnTo>
                    <a:lnTo>
                      <a:pt x="59" y="2961"/>
                    </a:lnTo>
                    <a:lnTo>
                      <a:pt x="35" y="2686"/>
                    </a:lnTo>
                    <a:lnTo>
                      <a:pt x="18" y="2404"/>
                    </a:lnTo>
                    <a:lnTo>
                      <a:pt x="12" y="2122"/>
                    </a:lnTo>
                    <a:lnTo>
                      <a:pt x="18" y="1822"/>
                    </a:lnTo>
                    <a:lnTo>
                      <a:pt x="41" y="1529"/>
                    </a:lnTo>
                    <a:lnTo>
                      <a:pt x="71" y="1247"/>
                    </a:lnTo>
                    <a:lnTo>
                      <a:pt x="119" y="971"/>
                    </a:lnTo>
                    <a:lnTo>
                      <a:pt x="179" y="707"/>
                    </a:lnTo>
                    <a:lnTo>
                      <a:pt x="245" y="462"/>
                    </a:lnTo>
                    <a:lnTo>
                      <a:pt x="328" y="222"/>
                    </a:lnTo>
                    <a:lnTo>
                      <a:pt x="424" y="0"/>
                    </a:lnTo>
                    <a:lnTo>
                      <a:pt x="424" y="0"/>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8" name="Freeform 17"/>
              <p:cNvSpPr/>
              <p:nvPr/>
            </p:nvSpPr>
            <p:spPr bwMode="hidden">
              <a:xfrm>
                <a:off x="1128" y="0"/>
                <a:ext cx="575" cy="4316"/>
              </a:xfrm>
              <a:custGeom>
                <a:avLst/>
                <a:gdLst/>
                <a:ahLst/>
                <a:cxnLst>
                  <a:cxn ang="0">
                    <a:pos x="12" y="2146"/>
                  </a:cxn>
                  <a:cxn ang="0">
                    <a:pos x="24" y="1846"/>
                  </a:cxn>
                  <a:cxn ang="0">
                    <a:pos x="54" y="1559"/>
                  </a:cxn>
                  <a:cxn ang="0">
                    <a:pos x="96" y="1277"/>
                  </a:cxn>
                  <a:cxn ang="0">
                    <a:pos x="162" y="1001"/>
                  </a:cxn>
                  <a:cxn ang="0">
                    <a:pos x="239" y="731"/>
                  </a:cxn>
                  <a:cxn ang="0">
                    <a:pos x="335" y="480"/>
                  </a:cxn>
                  <a:cxn ang="0">
                    <a:pos x="449" y="234"/>
                  </a:cxn>
                  <a:cxn ang="0">
                    <a:pos x="574" y="0"/>
                  </a:cxn>
                  <a:cxn ang="0">
                    <a:pos x="562" y="0"/>
                  </a:cxn>
                  <a:cxn ang="0">
                    <a:pos x="437" y="234"/>
                  </a:cxn>
                  <a:cxn ang="0">
                    <a:pos x="323" y="480"/>
                  </a:cxn>
                  <a:cxn ang="0">
                    <a:pos x="227" y="737"/>
                  </a:cxn>
                  <a:cxn ang="0">
                    <a:pos x="150" y="1001"/>
                  </a:cxn>
                  <a:cxn ang="0">
                    <a:pos x="84" y="1277"/>
                  </a:cxn>
                  <a:cxn ang="0">
                    <a:pos x="42" y="1559"/>
                  </a:cxn>
                  <a:cxn ang="0">
                    <a:pos x="12" y="1852"/>
                  </a:cxn>
                  <a:cxn ang="0">
                    <a:pos x="0" y="2146"/>
                  </a:cxn>
                  <a:cxn ang="0">
                    <a:pos x="6" y="2434"/>
                  </a:cxn>
                  <a:cxn ang="0">
                    <a:pos x="30" y="2715"/>
                  </a:cxn>
                  <a:cxn ang="0">
                    <a:pos x="66" y="2997"/>
                  </a:cxn>
                  <a:cxn ang="0">
                    <a:pos x="120" y="3273"/>
                  </a:cxn>
                  <a:cxn ang="0">
                    <a:pos x="191" y="3549"/>
                  </a:cxn>
                  <a:cxn ang="0">
                    <a:pos x="275" y="3812"/>
                  </a:cxn>
                  <a:cxn ang="0">
                    <a:pos x="371" y="4070"/>
                  </a:cxn>
                  <a:cxn ang="0">
                    <a:pos x="484" y="4316"/>
                  </a:cxn>
                  <a:cxn ang="0">
                    <a:pos x="496" y="4316"/>
                  </a:cxn>
                  <a:cxn ang="0">
                    <a:pos x="383" y="4070"/>
                  </a:cxn>
                  <a:cxn ang="0">
                    <a:pos x="287" y="3812"/>
                  </a:cxn>
                  <a:cxn ang="0">
                    <a:pos x="203" y="3549"/>
                  </a:cxn>
                  <a:cxn ang="0">
                    <a:pos x="132" y="3273"/>
                  </a:cxn>
                  <a:cxn ang="0">
                    <a:pos x="78" y="2997"/>
                  </a:cxn>
                  <a:cxn ang="0">
                    <a:pos x="42" y="2715"/>
                  </a:cxn>
                  <a:cxn ang="0">
                    <a:pos x="18" y="2434"/>
                  </a:cxn>
                  <a:cxn ang="0">
                    <a:pos x="12" y="2146"/>
                  </a:cxn>
                  <a:cxn ang="0">
                    <a:pos x="12" y="2146"/>
                  </a:cxn>
                </a:cxnLst>
                <a:rect l="0" t="0" r="r" b="b"/>
                <a:pathLst>
                  <a:path w="574" h="4316">
                    <a:moveTo>
                      <a:pt x="12" y="2146"/>
                    </a:moveTo>
                    <a:lnTo>
                      <a:pt x="24" y="1846"/>
                    </a:lnTo>
                    <a:lnTo>
                      <a:pt x="54" y="1559"/>
                    </a:lnTo>
                    <a:lnTo>
                      <a:pt x="96" y="1277"/>
                    </a:lnTo>
                    <a:lnTo>
                      <a:pt x="162" y="1001"/>
                    </a:lnTo>
                    <a:lnTo>
                      <a:pt x="239" y="731"/>
                    </a:lnTo>
                    <a:lnTo>
                      <a:pt x="335" y="480"/>
                    </a:lnTo>
                    <a:lnTo>
                      <a:pt x="449" y="234"/>
                    </a:lnTo>
                    <a:lnTo>
                      <a:pt x="574" y="0"/>
                    </a:lnTo>
                    <a:lnTo>
                      <a:pt x="562" y="0"/>
                    </a:lnTo>
                    <a:lnTo>
                      <a:pt x="437" y="234"/>
                    </a:lnTo>
                    <a:lnTo>
                      <a:pt x="323" y="480"/>
                    </a:lnTo>
                    <a:lnTo>
                      <a:pt x="227" y="737"/>
                    </a:lnTo>
                    <a:lnTo>
                      <a:pt x="150" y="1001"/>
                    </a:lnTo>
                    <a:lnTo>
                      <a:pt x="84" y="1277"/>
                    </a:lnTo>
                    <a:lnTo>
                      <a:pt x="42" y="1559"/>
                    </a:lnTo>
                    <a:lnTo>
                      <a:pt x="12" y="1852"/>
                    </a:lnTo>
                    <a:lnTo>
                      <a:pt x="0" y="2146"/>
                    </a:lnTo>
                    <a:lnTo>
                      <a:pt x="6" y="2434"/>
                    </a:lnTo>
                    <a:lnTo>
                      <a:pt x="30" y="2715"/>
                    </a:lnTo>
                    <a:lnTo>
                      <a:pt x="66" y="2997"/>
                    </a:lnTo>
                    <a:lnTo>
                      <a:pt x="120" y="3273"/>
                    </a:lnTo>
                    <a:lnTo>
                      <a:pt x="191" y="3549"/>
                    </a:lnTo>
                    <a:lnTo>
                      <a:pt x="275" y="3812"/>
                    </a:lnTo>
                    <a:lnTo>
                      <a:pt x="371" y="4070"/>
                    </a:lnTo>
                    <a:lnTo>
                      <a:pt x="484" y="4316"/>
                    </a:lnTo>
                    <a:lnTo>
                      <a:pt x="496" y="4316"/>
                    </a:lnTo>
                    <a:lnTo>
                      <a:pt x="383" y="4070"/>
                    </a:lnTo>
                    <a:lnTo>
                      <a:pt x="287" y="3812"/>
                    </a:lnTo>
                    <a:lnTo>
                      <a:pt x="203" y="3549"/>
                    </a:lnTo>
                    <a:lnTo>
                      <a:pt x="132" y="3273"/>
                    </a:lnTo>
                    <a:lnTo>
                      <a:pt x="78" y="2997"/>
                    </a:lnTo>
                    <a:lnTo>
                      <a:pt x="42" y="2715"/>
                    </a:lnTo>
                    <a:lnTo>
                      <a:pt x="18" y="2434"/>
                    </a:lnTo>
                    <a:lnTo>
                      <a:pt x="12" y="2146"/>
                    </a:lnTo>
                    <a:lnTo>
                      <a:pt x="12" y="2146"/>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9" name="Freeform 18"/>
              <p:cNvSpPr/>
              <p:nvPr/>
            </p:nvSpPr>
            <p:spPr bwMode="hidden">
              <a:xfrm>
                <a:off x="702" y="0"/>
                <a:ext cx="737" cy="4316"/>
              </a:xfrm>
              <a:custGeom>
                <a:avLst/>
                <a:gdLst/>
                <a:ahLst/>
                <a:cxnLst>
                  <a:cxn ang="0">
                    <a:pos x="12" y="2098"/>
                  </a:cxn>
                  <a:cxn ang="0">
                    <a:pos x="29" y="1798"/>
                  </a:cxn>
                  <a:cxn ang="0">
                    <a:pos x="71" y="1505"/>
                  </a:cxn>
                  <a:cxn ang="0">
                    <a:pos x="131" y="1223"/>
                  </a:cxn>
                  <a:cxn ang="0">
                    <a:pos x="215" y="941"/>
                  </a:cxn>
                  <a:cxn ang="0">
                    <a:pos x="316" y="689"/>
                  </a:cxn>
                  <a:cxn ang="0">
                    <a:pos x="442" y="444"/>
                  </a:cxn>
                  <a:cxn ang="0">
                    <a:pos x="580" y="216"/>
                  </a:cxn>
                  <a:cxn ang="0">
                    <a:pos x="735" y="0"/>
                  </a:cxn>
                  <a:cxn ang="0">
                    <a:pos x="723" y="0"/>
                  </a:cxn>
                  <a:cxn ang="0">
                    <a:pos x="568" y="210"/>
                  </a:cxn>
                  <a:cxn ang="0">
                    <a:pos x="430" y="438"/>
                  </a:cxn>
                  <a:cxn ang="0">
                    <a:pos x="311" y="683"/>
                  </a:cxn>
                  <a:cxn ang="0">
                    <a:pos x="209" y="941"/>
                  </a:cxn>
                  <a:cxn ang="0">
                    <a:pos x="125" y="1217"/>
                  </a:cxn>
                  <a:cxn ang="0">
                    <a:pos x="59" y="1505"/>
                  </a:cxn>
                  <a:cxn ang="0">
                    <a:pos x="18" y="1798"/>
                  </a:cxn>
                  <a:cxn ang="0">
                    <a:pos x="0" y="2098"/>
                  </a:cxn>
                  <a:cxn ang="0">
                    <a:pos x="6" y="2404"/>
                  </a:cxn>
                  <a:cxn ang="0">
                    <a:pos x="29" y="2709"/>
                  </a:cxn>
                  <a:cxn ang="0">
                    <a:pos x="77" y="3015"/>
                  </a:cxn>
                  <a:cxn ang="0">
                    <a:pos x="149" y="3315"/>
                  </a:cxn>
                  <a:cxn ang="0">
                    <a:pos x="227" y="3573"/>
                  </a:cxn>
                  <a:cxn ang="0">
                    <a:pos x="316" y="3824"/>
                  </a:cxn>
                  <a:cxn ang="0">
                    <a:pos x="424" y="4076"/>
                  </a:cxn>
                  <a:cxn ang="0">
                    <a:pos x="544" y="4316"/>
                  </a:cxn>
                  <a:cxn ang="0">
                    <a:pos x="556" y="4316"/>
                  </a:cxn>
                  <a:cxn ang="0">
                    <a:pos x="436" y="4076"/>
                  </a:cxn>
                  <a:cxn ang="0">
                    <a:pos x="328" y="3824"/>
                  </a:cxn>
                  <a:cxn ang="0">
                    <a:pos x="239" y="3573"/>
                  </a:cxn>
                  <a:cxn ang="0">
                    <a:pos x="161" y="3315"/>
                  </a:cxn>
                  <a:cxn ang="0">
                    <a:pos x="89" y="3015"/>
                  </a:cxn>
                  <a:cxn ang="0">
                    <a:pos x="41" y="2709"/>
                  </a:cxn>
                  <a:cxn ang="0">
                    <a:pos x="18" y="2404"/>
                  </a:cxn>
                  <a:cxn ang="0">
                    <a:pos x="12" y="2098"/>
                  </a:cxn>
                  <a:cxn ang="0">
                    <a:pos x="12" y="2098"/>
                  </a:cxn>
                </a:cxnLst>
                <a:rect l="0" t="0" r="r" b="b"/>
                <a:pathLst>
                  <a:path w="735" h="4316">
                    <a:moveTo>
                      <a:pt x="12" y="2098"/>
                    </a:moveTo>
                    <a:lnTo>
                      <a:pt x="29" y="1798"/>
                    </a:lnTo>
                    <a:lnTo>
                      <a:pt x="71" y="1505"/>
                    </a:lnTo>
                    <a:lnTo>
                      <a:pt x="131" y="1223"/>
                    </a:lnTo>
                    <a:lnTo>
                      <a:pt x="215" y="941"/>
                    </a:lnTo>
                    <a:lnTo>
                      <a:pt x="316" y="689"/>
                    </a:lnTo>
                    <a:lnTo>
                      <a:pt x="442" y="444"/>
                    </a:lnTo>
                    <a:lnTo>
                      <a:pt x="580" y="216"/>
                    </a:lnTo>
                    <a:lnTo>
                      <a:pt x="735" y="0"/>
                    </a:lnTo>
                    <a:lnTo>
                      <a:pt x="723" y="0"/>
                    </a:lnTo>
                    <a:lnTo>
                      <a:pt x="568" y="210"/>
                    </a:lnTo>
                    <a:lnTo>
                      <a:pt x="430" y="438"/>
                    </a:lnTo>
                    <a:lnTo>
                      <a:pt x="311" y="683"/>
                    </a:lnTo>
                    <a:lnTo>
                      <a:pt x="209" y="941"/>
                    </a:lnTo>
                    <a:lnTo>
                      <a:pt x="125" y="1217"/>
                    </a:lnTo>
                    <a:lnTo>
                      <a:pt x="59" y="1505"/>
                    </a:lnTo>
                    <a:lnTo>
                      <a:pt x="18" y="1798"/>
                    </a:lnTo>
                    <a:lnTo>
                      <a:pt x="0" y="2098"/>
                    </a:lnTo>
                    <a:lnTo>
                      <a:pt x="6" y="2404"/>
                    </a:lnTo>
                    <a:lnTo>
                      <a:pt x="29" y="2709"/>
                    </a:lnTo>
                    <a:lnTo>
                      <a:pt x="77" y="3015"/>
                    </a:lnTo>
                    <a:lnTo>
                      <a:pt x="149" y="3315"/>
                    </a:lnTo>
                    <a:lnTo>
                      <a:pt x="227" y="3573"/>
                    </a:lnTo>
                    <a:lnTo>
                      <a:pt x="316" y="3824"/>
                    </a:lnTo>
                    <a:lnTo>
                      <a:pt x="424" y="4076"/>
                    </a:lnTo>
                    <a:lnTo>
                      <a:pt x="544" y="4316"/>
                    </a:lnTo>
                    <a:lnTo>
                      <a:pt x="556" y="4316"/>
                    </a:lnTo>
                    <a:lnTo>
                      <a:pt x="436" y="4076"/>
                    </a:lnTo>
                    <a:lnTo>
                      <a:pt x="328" y="3824"/>
                    </a:lnTo>
                    <a:lnTo>
                      <a:pt x="239" y="3573"/>
                    </a:lnTo>
                    <a:lnTo>
                      <a:pt x="161" y="3315"/>
                    </a:lnTo>
                    <a:lnTo>
                      <a:pt x="89" y="3015"/>
                    </a:lnTo>
                    <a:lnTo>
                      <a:pt x="41" y="2709"/>
                    </a:lnTo>
                    <a:lnTo>
                      <a:pt x="18" y="2404"/>
                    </a:lnTo>
                    <a:lnTo>
                      <a:pt x="12" y="2098"/>
                    </a:lnTo>
                    <a:lnTo>
                      <a:pt x="12" y="2098"/>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0" name="Freeform 19"/>
              <p:cNvSpPr/>
              <p:nvPr/>
            </p:nvSpPr>
            <p:spPr bwMode="hidden">
              <a:xfrm>
                <a:off x="288" y="0"/>
                <a:ext cx="840" cy="4316"/>
              </a:xfrm>
              <a:custGeom>
                <a:avLst/>
                <a:gdLst/>
                <a:ahLst/>
                <a:cxnLst>
                  <a:cxn ang="0">
                    <a:pos x="18" y="1948"/>
                  </a:cxn>
                  <a:cxn ang="0">
                    <a:pos x="48" y="1708"/>
                  </a:cxn>
                  <a:cxn ang="0">
                    <a:pos x="96" y="1475"/>
                  </a:cxn>
                  <a:cxn ang="0">
                    <a:pos x="161" y="1235"/>
                  </a:cxn>
                  <a:cxn ang="0">
                    <a:pos x="251" y="995"/>
                  </a:cxn>
                  <a:cxn ang="0">
                    <a:pos x="365" y="755"/>
                  </a:cxn>
                  <a:cxn ang="0">
                    <a:pos x="496" y="510"/>
                  </a:cxn>
                  <a:cxn ang="0">
                    <a:pos x="658" y="258"/>
                  </a:cxn>
                  <a:cxn ang="0">
                    <a:pos x="741" y="132"/>
                  </a:cxn>
                  <a:cxn ang="0">
                    <a:pos x="837" y="0"/>
                  </a:cxn>
                  <a:cxn ang="0">
                    <a:pos x="825" y="0"/>
                  </a:cxn>
                  <a:cxn ang="0">
                    <a:pos x="729" y="132"/>
                  </a:cxn>
                  <a:cxn ang="0">
                    <a:pos x="640" y="258"/>
                  </a:cxn>
                  <a:cxn ang="0">
                    <a:pos x="562" y="384"/>
                  </a:cxn>
                  <a:cxn ang="0">
                    <a:pos x="484" y="510"/>
                  </a:cxn>
                  <a:cxn ang="0">
                    <a:pos x="353" y="755"/>
                  </a:cxn>
                  <a:cxn ang="0">
                    <a:pos x="239" y="995"/>
                  </a:cxn>
                  <a:cxn ang="0">
                    <a:pos x="150" y="1235"/>
                  </a:cxn>
                  <a:cxn ang="0">
                    <a:pos x="84" y="1469"/>
                  </a:cxn>
                  <a:cxn ang="0">
                    <a:pos x="36" y="1702"/>
                  </a:cxn>
                  <a:cxn ang="0">
                    <a:pos x="6" y="1942"/>
                  </a:cxn>
                  <a:cxn ang="0">
                    <a:pos x="0" y="2200"/>
                  </a:cxn>
                  <a:cxn ang="0">
                    <a:pos x="12" y="2470"/>
                  </a:cxn>
                  <a:cxn ang="0">
                    <a:pos x="48" y="2739"/>
                  </a:cxn>
                  <a:cxn ang="0">
                    <a:pos x="114" y="3027"/>
                  </a:cxn>
                  <a:cxn ang="0">
                    <a:pos x="150" y="3171"/>
                  </a:cxn>
                  <a:cxn ang="0">
                    <a:pos x="197" y="3321"/>
                  </a:cxn>
                  <a:cxn ang="0">
                    <a:pos x="245" y="3477"/>
                  </a:cxn>
                  <a:cxn ang="0">
                    <a:pos x="305" y="3639"/>
                  </a:cxn>
                  <a:cxn ang="0">
                    <a:pos x="365" y="3800"/>
                  </a:cxn>
                  <a:cxn ang="0">
                    <a:pos x="437" y="3968"/>
                  </a:cxn>
                  <a:cxn ang="0">
                    <a:pos x="508" y="4136"/>
                  </a:cxn>
                  <a:cxn ang="0">
                    <a:pos x="592" y="4316"/>
                  </a:cxn>
                  <a:cxn ang="0">
                    <a:pos x="604" y="4316"/>
                  </a:cxn>
                  <a:cxn ang="0">
                    <a:pos x="520" y="4136"/>
                  </a:cxn>
                  <a:cxn ang="0">
                    <a:pos x="448" y="3968"/>
                  </a:cxn>
                  <a:cxn ang="0">
                    <a:pos x="377" y="3800"/>
                  </a:cxn>
                  <a:cxn ang="0">
                    <a:pos x="317" y="3639"/>
                  </a:cxn>
                  <a:cxn ang="0">
                    <a:pos x="257" y="3477"/>
                  </a:cxn>
                  <a:cxn ang="0">
                    <a:pos x="209" y="3327"/>
                  </a:cxn>
                  <a:cxn ang="0">
                    <a:pos x="161" y="3171"/>
                  </a:cxn>
                  <a:cxn ang="0">
                    <a:pos x="126" y="3027"/>
                  </a:cxn>
                  <a:cxn ang="0">
                    <a:pos x="60" y="2739"/>
                  </a:cxn>
                  <a:cxn ang="0">
                    <a:pos x="24" y="2470"/>
                  </a:cxn>
                  <a:cxn ang="0">
                    <a:pos x="12" y="2206"/>
                  </a:cxn>
                  <a:cxn ang="0">
                    <a:pos x="18" y="1948"/>
                  </a:cxn>
                  <a:cxn ang="0">
                    <a:pos x="18" y="1948"/>
                  </a:cxn>
                </a:cxnLst>
                <a:rect l="0" t="0" r="r" b="b"/>
                <a:pathLst>
                  <a:path w="837" h="4316">
                    <a:moveTo>
                      <a:pt x="18" y="1948"/>
                    </a:moveTo>
                    <a:lnTo>
                      <a:pt x="48" y="1708"/>
                    </a:lnTo>
                    <a:lnTo>
                      <a:pt x="96" y="1475"/>
                    </a:lnTo>
                    <a:lnTo>
                      <a:pt x="161" y="1235"/>
                    </a:lnTo>
                    <a:lnTo>
                      <a:pt x="251" y="995"/>
                    </a:lnTo>
                    <a:lnTo>
                      <a:pt x="365" y="755"/>
                    </a:lnTo>
                    <a:lnTo>
                      <a:pt x="496" y="510"/>
                    </a:lnTo>
                    <a:lnTo>
                      <a:pt x="658" y="258"/>
                    </a:lnTo>
                    <a:lnTo>
                      <a:pt x="741" y="132"/>
                    </a:lnTo>
                    <a:lnTo>
                      <a:pt x="837" y="0"/>
                    </a:lnTo>
                    <a:lnTo>
                      <a:pt x="825" y="0"/>
                    </a:lnTo>
                    <a:lnTo>
                      <a:pt x="729" y="132"/>
                    </a:lnTo>
                    <a:lnTo>
                      <a:pt x="640" y="258"/>
                    </a:lnTo>
                    <a:lnTo>
                      <a:pt x="562" y="384"/>
                    </a:lnTo>
                    <a:lnTo>
                      <a:pt x="484" y="510"/>
                    </a:lnTo>
                    <a:lnTo>
                      <a:pt x="353" y="755"/>
                    </a:lnTo>
                    <a:lnTo>
                      <a:pt x="239" y="995"/>
                    </a:lnTo>
                    <a:lnTo>
                      <a:pt x="150" y="1235"/>
                    </a:lnTo>
                    <a:lnTo>
                      <a:pt x="84" y="1469"/>
                    </a:lnTo>
                    <a:lnTo>
                      <a:pt x="36" y="1702"/>
                    </a:lnTo>
                    <a:lnTo>
                      <a:pt x="6" y="1942"/>
                    </a:lnTo>
                    <a:lnTo>
                      <a:pt x="0" y="2200"/>
                    </a:lnTo>
                    <a:lnTo>
                      <a:pt x="12" y="2470"/>
                    </a:lnTo>
                    <a:lnTo>
                      <a:pt x="48" y="2739"/>
                    </a:lnTo>
                    <a:lnTo>
                      <a:pt x="114" y="3027"/>
                    </a:lnTo>
                    <a:lnTo>
                      <a:pt x="150" y="3171"/>
                    </a:lnTo>
                    <a:lnTo>
                      <a:pt x="197" y="3321"/>
                    </a:lnTo>
                    <a:lnTo>
                      <a:pt x="245" y="3477"/>
                    </a:lnTo>
                    <a:lnTo>
                      <a:pt x="305" y="3639"/>
                    </a:lnTo>
                    <a:lnTo>
                      <a:pt x="365" y="3800"/>
                    </a:lnTo>
                    <a:lnTo>
                      <a:pt x="437" y="3968"/>
                    </a:lnTo>
                    <a:lnTo>
                      <a:pt x="508" y="4136"/>
                    </a:lnTo>
                    <a:lnTo>
                      <a:pt x="592" y="4316"/>
                    </a:lnTo>
                    <a:lnTo>
                      <a:pt x="604" y="4316"/>
                    </a:lnTo>
                    <a:lnTo>
                      <a:pt x="520" y="4136"/>
                    </a:lnTo>
                    <a:lnTo>
                      <a:pt x="448" y="3968"/>
                    </a:lnTo>
                    <a:lnTo>
                      <a:pt x="377" y="3800"/>
                    </a:lnTo>
                    <a:lnTo>
                      <a:pt x="317" y="3639"/>
                    </a:lnTo>
                    <a:lnTo>
                      <a:pt x="257" y="3477"/>
                    </a:lnTo>
                    <a:lnTo>
                      <a:pt x="209" y="3327"/>
                    </a:lnTo>
                    <a:lnTo>
                      <a:pt x="161" y="3171"/>
                    </a:lnTo>
                    <a:lnTo>
                      <a:pt x="126" y="3027"/>
                    </a:lnTo>
                    <a:lnTo>
                      <a:pt x="60" y="2739"/>
                    </a:lnTo>
                    <a:lnTo>
                      <a:pt x="24" y="2470"/>
                    </a:lnTo>
                    <a:lnTo>
                      <a:pt x="12" y="2206"/>
                    </a:lnTo>
                    <a:lnTo>
                      <a:pt x="18" y="1948"/>
                    </a:lnTo>
                    <a:lnTo>
                      <a:pt x="18" y="1948"/>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grpSp>
        <p:sp>
          <p:nvSpPr>
            <p:cNvPr id="49" name="Freeform 20"/>
            <p:cNvSpPr/>
            <p:nvPr/>
          </p:nvSpPr>
          <p:spPr bwMode="hidden">
            <a:xfrm>
              <a:off x="6" y="2901"/>
              <a:ext cx="606" cy="1415"/>
            </a:xfrm>
            <a:custGeom>
              <a:avLst/>
              <a:gdLst/>
              <a:ahLst/>
              <a:cxnLst>
                <a:cxn ang="0">
                  <a:pos x="0" y="54"/>
                </a:cxn>
                <a:cxn ang="0">
                  <a:pos x="42" y="228"/>
                </a:cxn>
                <a:cxn ang="0">
                  <a:pos x="96" y="402"/>
                </a:cxn>
                <a:cxn ang="0">
                  <a:pos x="161" y="576"/>
                </a:cxn>
                <a:cxn ang="0">
                  <a:pos x="227" y="744"/>
                </a:cxn>
                <a:cxn ang="0">
                  <a:pos x="305" y="917"/>
                </a:cxn>
                <a:cxn ang="0">
                  <a:pos x="389" y="1085"/>
                </a:cxn>
                <a:cxn ang="0">
                  <a:pos x="484" y="1253"/>
                </a:cxn>
                <a:cxn ang="0">
                  <a:pos x="586" y="1415"/>
                </a:cxn>
                <a:cxn ang="0">
                  <a:pos x="604" y="1415"/>
                </a:cxn>
                <a:cxn ang="0">
                  <a:pos x="496" y="1247"/>
                </a:cxn>
                <a:cxn ang="0">
                  <a:pos x="401" y="1073"/>
                </a:cxn>
                <a:cxn ang="0">
                  <a:pos x="311" y="899"/>
                </a:cxn>
                <a:cxn ang="0">
                  <a:pos x="233" y="720"/>
                </a:cxn>
                <a:cxn ang="0">
                  <a:pos x="161" y="546"/>
                </a:cxn>
                <a:cxn ang="0">
                  <a:pos x="102" y="366"/>
                </a:cxn>
                <a:cxn ang="0">
                  <a:pos x="48" y="180"/>
                </a:cxn>
                <a:cxn ang="0">
                  <a:pos x="0" y="0"/>
                </a:cxn>
                <a:cxn ang="0">
                  <a:pos x="0" y="54"/>
                </a:cxn>
                <a:cxn ang="0">
                  <a:pos x="0" y="54"/>
                </a:cxn>
              </a:cxnLst>
              <a:rect l="0" t="0" r="r" b="b"/>
              <a:pathLst>
                <a:path w="604" h="1415">
                  <a:moveTo>
                    <a:pt x="0" y="54"/>
                  </a:moveTo>
                  <a:lnTo>
                    <a:pt x="42" y="228"/>
                  </a:lnTo>
                  <a:lnTo>
                    <a:pt x="96" y="402"/>
                  </a:lnTo>
                  <a:lnTo>
                    <a:pt x="161" y="576"/>
                  </a:lnTo>
                  <a:lnTo>
                    <a:pt x="227" y="744"/>
                  </a:lnTo>
                  <a:lnTo>
                    <a:pt x="305" y="917"/>
                  </a:lnTo>
                  <a:lnTo>
                    <a:pt x="389" y="1085"/>
                  </a:lnTo>
                  <a:lnTo>
                    <a:pt x="484" y="1253"/>
                  </a:lnTo>
                  <a:lnTo>
                    <a:pt x="586" y="1415"/>
                  </a:lnTo>
                  <a:lnTo>
                    <a:pt x="604" y="1415"/>
                  </a:lnTo>
                  <a:lnTo>
                    <a:pt x="496" y="1247"/>
                  </a:lnTo>
                  <a:lnTo>
                    <a:pt x="401" y="1073"/>
                  </a:lnTo>
                  <a:lnTo>
                    <a:pt x="311" y="899"/>
                  </a:lnTo>
                  <a:lnTo>
                    <a:pt x="233" y="720"/>
                  </a:lnTo>
                  <a:lnTo>
                    <a:pt x="161" y="546"/>
                  </a:lnTo>
                  <a:lnTo>
                    <a:pt x="102" y="366"/>
                  </a:lnTo>
                  <a:lnTo>
                    <a:pt x="48" y="180"/>
                  </a:lnTo>
                  <a:lnTo>
                    <a:pt x="0" y="0"/>
                  </a:lnTo>
                  <a:lnTo>
                    <a:pt x="0" y="54"/>
                  </a:lnTo>
                  <a:lnTo>
                    <a:pt x="0" y="54"/>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0" name="Freeform 21"/>
            <p:cNvSpPr/>
            <p:nvPr/>
          </p:nvSpPr>
          <p:spPr bwMode="hidden">
            <a:xfrm>
              <a:off x="6" y="3890"/>
              <a:ext cx="228" cy="426"/>
            </a:xfrm>
            <a:custGeom>
              <a:avLst/>
              <a:gdLst/>
              <a:ahLst/>
              <a:cxnLst>
                <a:cxn ang="0">
                  <a:pos x="0" y="30"/>
                </a:cxn>
                <a:cxn ang="0">
                  <a:pos x="108" y="240"/>
                </a:cxn>
                <a:cxn ang="0">
                  <a:pos x="215" y="426"/>
                </a:cxn>
                <a:cxn ang="0">
                  <a:pos x="227" y="426"/>
                </a:cxn>
                <a:cxn ang="0">
                  <a:pos x="167" y="330"/>
                </a:cxn>
                <a:cxn ang="0">
                  <a:pos x="114" y="222"/>
                </a:cxn>
                <a:cxn ang="0">
                  <a:pos x="0" y="0"/>
                </a:cxn>
                <a:cxn ang="0">
                  <a:pos x="0" y="30"/>
                </a:cxn>
                <a:cxn ang="0">
                  <a:pos x="0" y="30"/>
                </a:cxn>
              </a:cxnLst>
              <a:rect l="0" t="0" r="r" b="b"/>
              <a:pathLst>
                <a:path w="227" h="426">
                  <a:moveTo>
                    <a:pt x="0" y="30"/>
                  </a:moveTo>
                  <a:lnTo>
                    <a:pt x="108" y="240"/>
                  </a:lnTo>
                  <a:lnTo>
                    <a:pt x="215" y="426"/>
                  </a:lnTo>
                  <a:lnTo>
                    <a:pt x="227" y="426"/>
                  </a:lnTo>
                  <a:lnTo>
                    <a:pt x="167" y="330"/>
                  </a:lnTo>
                  <a:lnTo>
                    <a:pt x="114" y="222"/>
                  </a:lnTo>
                  <a:lnTo>
                    <a:pt x="0" y="0"/>
                  </a:lnTo>
                  <a:lnTo>
                    <a:pt x="0" y="30"/>
                  </a:lnTo>
                  <a:lnTo>
                    <a:pt x="0" y="30"/>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1" name="Freeform 22"/>
            <p:cNvSpPr/>
            <p:nvPr/>
          </p:nvSpPr>
          <p:spPr bwMode="hidden">
            <a:xfrm>
              <a:off x="4776" y="0"/>
              <a:ext cx="984" cy="1786"/>
            </a:xfrm>
            <a:custGeom>
              <a:avLst/>
              <a:gdLst/>
              <a:ahLst/>
              <a:cxnLst>
                <a:cxn ang="0">
                  <a:pos x="981" y="1786"/>
                </a:cxn>
                <a:cxn ang="0">
                  <a:pos x="981" y="1720"/>
                </a:cxn>
                <a:cxn ang="0">
                  <a:pos x="969" y="1666"/>
                </a:cxn>
                <a:cxn ang="0">
                  <a:pos x="957" y="1613"/>
                </a:cxn>
                <a:cxn ang="0">
                  <a:pos x="921" y="1487"/>
                </a:cxn>
                <a:cxn ang="0">
                  <a:pos x="885" y="1361"/>
                </a:cxn>
                <a:cxn ang="0">
                  <a:pos x="796" y="1121"/>
                </a:cxn>
                <a:cxn ang="0">
                  <a:pos x="682" y="899"/>
                </a:cxn>
                <a:cxn ang="0">
                  <a:pos x="562" y="689"/>
                </a:cxn>
                <a:cxn ang="0">
                  <a:pos x="431" y="498"/>
                </a:cxn>
                <a:cxn ang="0">
                  <a:pos x="293" y="318"/>
                </a:cxn>
                <a:cxn ang="0">
                  <a:pos x="150" y="150"/>
                </a:cxn>
                <a:cxn ang="0">
                  <a:pos x="12" y="0"/>
                </a:cxn>
                <a:cxn ang="0">
                  <a:pos x="0" y="0"/>
                </a:cxn>
                <a:cxn ang="0">
                  <a:pos x="138" y="150"/>
                </a:cxn>
                <a:cxn ang="0">
                  <a:pos x="275" y="318"/>
                </a:cxn>
                <a:cxn ang="0">
                  <a:pos x="413" y="498"/>
                </a:cxn>
                <a:cxn ang="0">
                  <a:pos x="545" y="689"/>
                </a:cxn>
                <a:cxn ang="0">
                  <a:pos x="670" y="899"/>
                </a:cxn>
                <a:cxn ang="0">
                  <a:pos x="778" y="1121"/>
                </a:cxn>
                <a:cxn ang="0">
                  <a:pos x="873" y="1361"/>
                </a:cxn>
                <a:cxn ang="0">
                  <a:pos x="909" y="1487"/>
                </a:cxn>
                <a:cxn ang="0">
                  <a:pos x="945" y="1619"/>
                </a:cxn>
                <a:cxn ang="0">
                  <a:pos x="963" y="1702"/>
                </a:cxn>
                <a:cxn ang="0">
                  <a:pos x="981" y="1786"/>
                </a:cxn>
                <a:cxn ang="0">
                  <a:pos x="981" y="1786"/>
                </a:cxn>
              </a:cxnLst>
              <a:rect l="0" t="0" r="r" b="b"/>
              <a:pathLst>
                <a:path w="981" h="1786">
                  <a:moveTo>
                    <a:pt x="981" y="1786"/>
                  </a:moveTo>
                  <a:lnTo>
                    <a:pt x="981" y="1720"/>
                  </a:lnTo>
                  <a:lnTo>
                    <a:pt x="969" y="1666"/>
                  </a:lnTo>
                  <a:lnTo>
                    <a:pt x="957" y="1613"/>
                  </a:lnTo>
                  <a:lnTo>
                    <a:pt x="921" y="1487"/>
                  </a:lnTo>
                  <a:lnTo>
                    <a:pt x="885" y="1361"/>
                  </a:lnTo>
                  <a:lnTo>
                    <a:pt x="796" y="1121"/>
                  </a:lnTo>
                  <a:lnTo>
                    <a:pt x="682" y="899"/>
                  </a:lnTo>
                  <a:lnTo>
                    <a:pt x="562" y="689"/>
                  </a:lnTo>
                  <a:lnTo>
                    <a:pt x="431" y="498"/>
                  </a:lnTo>
                  <a:lnTo>
                    <a:pt x="293" y="318"/>
                  </a:lnTo>
                  <a:lnTo>
                    <a:pt x="150" y="150"/>
                  </a:lnTo>
                  <a:lnTo>
                    <a:pt x="12" y="0"/>
                  </a:lnTo>
                  <a:lnTo>
                    <a:pt x="0" y="0"/>
                  </a:lnTo>
                  <a:lnTo>
                    <a:pt x="138" y="150"/>
                  </a:lnTo>
                  <a:lnTo>
                    <a:pt x="275" y="318"/>
                  </a:lnTo>
                  <a:lnTo>
                    <a:pt x="413" y="498"/>
                  </a:lnTo>
                  <a:lnTo>
                    <a:pt x="545" y="689"/>
                  </a:lnTo>
                  <a:lnTo>
                    <a:pt x="670" y="899"/>
                  </a:lnTo>
                  <a:lnTo>
                    <a:pt x="778" y="1121"/>
                  </a:lnTo>
                  <a:lnTo>
                    <a:pt x="873" y="1361"/>
                  </a:lnTo>
                  <a:lnTo>
                    <a:pt x="909" y="1487"/>
                  </a:lnTo>
                  <a:lnTo>
                    <a:pt x="945" y="1619"/>
                  </a:lnTo>
                  <a:lnTo>
                    <a:pt x="963" y="1702"/>
                  </a:lnTo>
                  <a:lnTo>
                    <a:pt x="981" y="1786"/>
                  </a:lnTo>
                  <a:lnTo>
                    <a:pt x="981" y="1786"/>
                  </a:lnTo>
                  <a:close/>
                </a:path>
              </a:pathLst>
            </a:custGeom>
            <a:gradFill rotWithShape="0">
              <a:gsLst>
                <a:gs pos="0">
                  <a:schemeClr val="bg1"/>
                </a:gs>
                <a:gs pos="100000">
                  <a:schemeClr val="bg1">
                    <a:gamma/>
                    <a:shade val="94118"/>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064" name="Freeform 23"/>
            <p:cNvSpPr/>
            <p:nvPr/>
          </p:nvSpPr>
          <p:spPr>
            <a:xfrm>
              <a:off x="5041" y="0"/>
              <a:ext cx="719" cy="845"/>
            </a:xfrm>
            <a:custGeom>
              <a:avLst/>
              <a:gdLst/>
              <a:ahLst/>
              <a:cxnLst>
                <a:cxn ang="0">
                  <a:pos x="897" y="845"/>
                </a:cxn>
                <a:cxn ang="0">
                  <a:pos x="897" y="821"/>
                </a:cxn>
                <a:cxn ang="0">
                  <a:pos x="754" y="605"/>
                </a:cxn>
                <a:cxn ang="0">
                  <a:pos x="496" y="396"/>
                </a:cxn>
                <a:cxn ang="0">
                  <a:pos x="311" y="192"/>
                </a:cxn>
                <a:cxn ang="0">
                  <a:pos x="17" y="0"/>
                </a:cxn>
                <a:cxn ang="0">
                  <a:pos x="0" y="0"/>
                </a:cxn>
                <a:cxn ang="0">
                  <a:pos x="299" y="198"/>
                </a:cxn>
                <a:cxn ang="0">
                  <a:pos x="490" y="408"/>
                </a:cxn>
                <a:cxn ang="0">
                  <a:pos x="748" y="623"/>
                </a:cxn>
                <a:cxn ang="0">
                  <a:pos x="897" y="845"/>
                </a:cxn>
                <a:cxn ang="0">
                  <a:pos x="897" y="845"/>
                </a:cxn>
              </a:cxnLst>
              <a:pathLst>
                <a:path w="717" h="845">
                  <a:moveTo>
                    <a:pt x="717" y="845"/>
                  </a:moveTo>
                  <a:lnTo>
                    <a:pt x="717" y="821"/>
                  </a:lnTo>
                  <a:lnTo>
                    <a:pt x="574" y="605"/>
                  </a:lnTo>
                  <a:lnTo>
                    <a:pt x="406" y="396"/>
                  </a:lnTo>
                  <a:lnTo>
                    <a:pt x="221" y="192"/>
                  </a:lnTo>
                  <a:lnTo>
                    <a:pt x="17" y="0"/>
                  </a:lnTo>
                  <a:lnTo>
                    <a:pt x="0" y="0"/>
                  </a:lnTo>
                  <a:lnTo>
                    <a:pt x="209" y="198"/>
                  </a:lnTo>
                  <a:lnTo>
                    <a:pt x="400" y="408"/>
                  </a:lnTo>
                  <a:lnTo>
                    <a:pt x="568" y="623"/>
                  </a:lnTo>
                  <a:lnTo>
                    <a:pt x="717" y="845"/>
                  </a:lnTo>
                  <a:close/>
                </a:path>
              </a:pathLst>
            </a:custGeom>
            <a:solidFill>
              <a:schemeClr val="bg1">
                <a:alpha val="100000"/>
              </a:schemeClr>
            </a:solidFill>
            <a:ln w="9525">
              <a:noFill/>
            </a:ln>
          </p:spPr>
          <p:txBody>
            <a:bodyPr/>
            <a:p>
              <a:endParaRPr lang="zh-CN" altLang="en-US"/>
            </a:p>
          </p:txBody>
        </p:sp>
        <p:sp>
          <p:nvSpPr>
            <p:cNvPr id="2065" name="Freeform 24"/>
            <p:cNvSpPr/>
            <p:nvPr/>
          </p:nvSpPr>
          <p:spPr>
            <a:xfrm>
              <a:off x="5352" y="0"/>
              <a:ext cx="408" cy="414"/>
            </a:xfrm>
            <a:custGeom>
              <a:avLst/>
              <a:gdLst/>
              <a:ahLst/>
              <a:cxnLst>
                <a:cxn ang="0">
                  <a:pos x="497" y="414"/>
                </a:cxn>
                <a:cxn ang="0">
                  <a:pos x="497" y="396"/>
                </a:cxn>
                <a:cxn ang="0">
                  <a:pos x="312" y="192"/>
                </a:cxn>
                <a:cxn ang="0">
                  <a:pos x="12" y="0"/>
                </a:cxn>
                <a:cxn ang="0">
                  <a:pos x="0" y="0"/>
                </a:cxn>
                <a:cxn ang="0">
                  <a:pos x="108" y="102"/>
                </a:cxn>
                <a:cxn ang="0">
                  <a:pos x="306" y="204"/>
                </a:cxn>
                <a:cxn ang="0">
                  <a:pos x="497" y="414"/>
                </a:cxn>
                <a:cxn ang="0">
                  <a:pos x="497" y="414"/>
                </a:cxn>
              </a:cxnLst>
              <a:pathLst>
                <a:path w="407" h="414">
                  <a:moveTo>
                    <a:pt x="407" y="414"/>
                  </a:moveTo>
                  <a:lnTo>
                    <a:pt x="407" y="396"/>
                  </a:lnTo>
                  <a:lnTo>
                    <a:pt x="222" y="192"/>
                  </a:lnTo>
                  <a:lnTo>
                    <a:pt x="12" y="0"/>
                  </a:lnTo>
                  <a:lnTo>
                    <a:pt x="0" y="0"/>
                  </a:lnTo>
                  <a:lnTo>
                    <a:pt x="108" y="102"/>
                  </a:lnTo>
                  <a:lnTo>
                    <a:pt x="216" y="204"/>
                  </a:lnTo>
                  <a:lnTo>
                    <a:pt x="407" y="414"/>
                  </a:lnTo>
                  <a:close/>
                </a:path>
              </a:pathLst>
            </a:custGeom>
            <a:solidFill>
              <a:schemeClr val="bg1">
                <a:alpha val="100000"/>
              </a:schemeClr>
            </a:solidFill>
            <a:ln w="9525">
              <a:noFill/>
            </a:ln>
          </p:spPr>
          <p:txBody>
            <a:bodyPr/>
            <a:p>
              <a:endParaRPr lang="zh-CN" altLang="en-US"/>
            </a:p>
          </p:txBody>
        </p:sp>
        <p:sp>
          <p:nvSpPr>
            <p:cNvPr id="54" name="Freeform 25"/>
            <p:cNvSpPr/>
            <p:nvPr/>
          </p:nvSpPr>
          <p:spPr bwMode="hidden">
            <a:xfrm>
              <a:off x="6" y="0"/>
              <a:ext cx="858" cy="1409"/>
            </a:xfrm>
            <a:custGeom>
              <a:avLst/>
              <a:gdLst/>
              <a:ahLst/>
              <a:cxnLst>
                <a:cxn ang="0">
                  <a:pos x="0" y="1361"/>
                </a:cxn>
                <a:cxn ang="0">
                  <a:pos x="0" y="1409"/>
                </a:cxn>
                <a:cxn ang="0">
                  <a:pos x="54" y="1211"/>
                </a:cxn>
                <a:cxn ang="0">
                  <a:pos x="126" y="1013"/>
                </a:cxn>
                <a:cxn ang="0">
                  <a:pos x="215" y="827"/>
                </a:cxn>
                <a:cxn ang="0">
                  <a:pos x="311" y="647"/>
                </a:cxn>
                <a:cxn ang="0">
                  <a:pos x="431" y="474"/>
                </a:cxn>
                <a:cxn ang="0">
                  <a:pos x="556" y="312"/>
                </a:cxn>
                <a:cxn ang="0">
                  <a:pos x="700" y="150"/>
                </a:cxn>
                <a:cxn ang="0">
                  <a:pos x="855" y="0"/>
                </a:cxn>
                <a:cxn ang="0">
                  <a:pos x="837" y="0"/>
                </a:cxn>
                <a:cxn ang="0">
                  <a:pos x="688" y="144"/>
                </a:cxn>
                <a:cxn ang="0">
                  <a:pos x="550" y="300"/>
                </a:cxn>
                <a:cxn ang="0">
                  <a:pos x="425" y="462"/>
                </a:cxn>
                <a:cxn ang="0">
                  <a:pos x="311" y="629"/>
                </a:cxn>
                <a:cxn ang="0">
                  <a:pos x="215" y="803"/>
                </a:cxn>
                <a:cxn ang="0">
                  <a:pos x="132" y="983"/>
                </a:cxn>
                <a:cxn ang="0">
                  <a:pos x="60" y="1169"/>
                </a:cxn>
                <a:cxn ang="0">
                  <a:pos x="0" y="1361"/>
                </a:cxn>
                <a:cxn ang="0">
                  <a:pos x="0" y="1361"/>
                </a:cxn>
              </a:cxnLst>
              <a:rect l="0" t="0" r="r" b="b"/>
              <a:pathLst>
                <a:path w="855" h="1409">
                  <a:moveTo>
                    <a:pt x="0" y="1361"/>
                  </a:moveTo>
                  <a:lnTo>
                    <a:pt x="0" y="1409"/>
                  </a:lnTo>
                  <a:lnTo>
                    <a:pt x="54" y="1211"/>
                  </a:lnTo>
                  <a:lnTo>
                    <a:pt x="126" y="1013"/>
                  </a:lnTo>
                  <a:lnTo>
                    <a:pt x="215" y="827"/>
                  </a:lnTo>
                  <a:lnTo>
                    <a:pt x="311" y="647"/>
                  </a:lnTo>
                  <a:lnTo>
                    <a:pt x="431" y="474"/>
                  </a:lnTo>
                  <a:lnTo>
                    <a:pt x="556" y="312"/>
                  </a:lnTo>
                  <a:lnTo>
                    <a:pt x="700" y="150"/>
                  </a:lnTo>
                  <a:lnTo>
                    <a:pt x="855" y="0"/>
                  </a:lnTo>
                  <a:lnTo>
                    <a:pt x="837" y="0"/>
                  </a:lnTo>
                  <a:lnTo>
                    <a:pt x="688" y="144"/>
                  </a:lnTo>
                  <a:lnTo>
                    <a:pt x="550" y="300"/>
                  </a:lnTo>
                  <a:lnTo>
                    <a:pt x="425" y="462"/>
                  </a:lnTo>
                  <a:lnTo>
                    <a:pt x="311" y="629"/>
                  </a:lnTo>
                  <a:lnTo>
                    <a:pt x="215" y="803"/>
                  </a:lnTo>
                  <a:lnTo>
                    <a:pt x="132" y="983"/>
                  </a:lnTo>
                  <a:lnTo>
                    <a:pt x="60" y="1169"/>
                  </a:lnTo>
                  <a:lnTo>
                    <a:pt x="0" y="1361"/>
                  </a:lnTo>
                  <a:lnTo>
                    <a:pt x="0" y="1361"/>
                  </a:lnTo>
                  <a:close/>
                </a:path>
              </a:pathLst>
            </a:custGeom>
            <a:gradFill rotWithShape="0">
              <a:gsLst>
                <a:gs pos="0">
                  <a:schemeClr val="bg1"/>
                </a:gs>
                <a:gs pos="100000">
                  <a:schemeClr val="bg1">
                    <a:gamma/>
                    <a:shade val="94118"/>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067" name="Freeform 26"/>
            <p:cNvSpPr/>
            <p:nvPr/>
          </p:nvSpPr>
          <p:spPr>
            <a:xfrm>
              <a:off x="6" y="0"/>
              <a:ext cx="588" cy="599"/>
            </a:xfrm>
            <a:custGeom>
              <a:avLst/>
              <a:gdLst/>
              <a:ahLst/>
              <a:cxnLst>
                <a:cxn ang="0">
                  <a:pos x="782" y="0"/>
                </a:cxn>
                <a:cxn ang="0">
                  <a:pos x="755" y="0"/>
                </a:cxn>
                <a:cxn ang="0">
                  <a:pos x="554" y="132"/>
                </a:cxn>
                <a:cxn ang="0">
                  <a:pos x="347" y="270"/>
                </a:cxn>
                <a:cxn ang="0">
                  <a:pos x="120" y="420"/>
                </a:cxn>
                <a:cxn ang="0">
                  <a:pos x="0" y="575"/>
                </a:cxn>
                <a:cxn ang="0">
                  <a:pos x="0" y="599"/>
                </a:cxn>
                <a:cxn ang="0">
                  <a:pos x="120" y="432"/>
                </a:cxn>
                <a:cxn ang="0">
                  <a:pos x="347" y="282"/>
                </a:cxn>
                <a:cxn ang="0">
                  <a:pos x="566" y="138"/>
                </a:cxn>
                <a:cxn ang="0">
                  <a:pos x="782" y="0"/>
                </a:cxn>
                <a:cxn ang="0">
                  <a:pos x="782" y="0"/>
                </a:cxn>
              </a:cxnLst>
              <a:pathLst>
                <a:path w="586" h="599">
                  <a:moveTo>
                    <a:pt x="586" y="0"/>
                  </a:moveTo>
                  <a:lnTo>
                    <a:pt x="568" y="0"/>
                  </a:lnTo>
                  <a:lnTo>
                    <a:pt x="407" y="132"/>
                  </a:lnTo>
                  <a:lnTo>
                    <a:pt x="257" y="270"/>
                  </a:lnTo>
                  <a:lnTo>
                    <a:pt x="120" y="420"/>
                  </a:lnTo>
                  <a:lnTo>
                    <a:pt x="0" y="575"/>
                  </a:lnTo>
                  <a:lnTo>
                    <a:pt x="0" y="599"/>
                  </a:lnTo>
                  <a:lnTo>
                    <a:pt x="120" y="432"/>
                  </a:lnTo>
                  <a:lnTo>
                    <a:pt x="257" y="282"/>
                  </a:lnTo>
                  <a:lnTo>
                    <a:pt x="413" y="138"/>
                  </a:lnTo>
                  <a:lnTo>
                    <a:pt x="586" y="0"/>
                  </a:lnTo>
                  <a:close/>
                </a:path>
              </a:pathLst>
            </a:custGeom>
            <a:solidFill>
              <a:schemeClr val="bg1">
                <a:alpha val="100000"/>
              </a:schemeClr>
            </a:solidFill>
            <a:ln w="9525">
              <a:noFill/>
            </a:ln>
          </p:spPr>
          <p:txBody>
            <a:bodyPr/>
            <a:p>
              <a:endParaRPr lang="zh-CN" altLang="en-US"/>
            </a:p>
          </p:txBody>
        </p:sp>
        <p:sp>
          <p:nvSpPr>
            <p:cNvPr id="2068" name="Freeform 27"/>
            <p:cNvSpPr/>
            <p:nvPr/>
          </p:nvSpPr>
          <p:spPr>
            <a:xfrm>
              <a:off x="6" y="0"/>
              <a:ext cx="270" cy="252"/>
            </a:xfrm>
            <a:custGeom>
              <a:avLst/>
              <a:gdLst/>
              <a:ahLst/>
              <a:cxnLst>
                <a:cxn ang="0">
                  <a:pos x="359" y="0"/>
                </a:cxn>
                <a:cxn ang="0">
                  <a:pos x="341" y="0"/>
                </a:cxn>
                <a:cxn ang="0">
                  <a:pos x="120" y="114"/>
                </a:cxn>
                <a:cxn ang="0">
                  <a:pos x="60" y="174"/>
                </a:cxn>
                <a:cxn ang="0">
                  <a:pos x="0" y="234"/>
                </a:cxn>
                <a:cxn ang="0">
                  <a:pos x="0" y="252"/>
                </a:cxn>
                <a:cxn ang="0">
                  <a:pos x="126" y="120"/>
                </a:cxn>
                <a:cxn ang="0">
                  <a:pos x="359" y="0"/>
                </a:cxn>
                <a:cxn ang="0">
                  <a:pos x="359" y="0"/>
                </a:cxn>
              </a:cxnLst>
              <a:pathLst>
                <a:path w="269" h="252">
                  <a:moveTo>
                    <a:pt x="269" y="0"/>
                  </a:moveTo>
                  <a:lnTo>
                    <a:pt x="251" y="0"/>
                  </a:lnTo>
                  <a:lnTo>
                    <a:pt x="120" y="114"/>
                  </a:lnTo>
                  <a:lnTo>
                    <a:pt x="60" y="174"/>
                  </a:lnTo>
                  <a:lnTo>
                    <a:pt x="0" y="234"/>
                  </a:lnTo>
                  <a:lnTo>
                    <a:pt x="0" y="252"/>
                  </a:lnTo>
                  <a:lnTo>
                    <a:pt x="126" y="120"/>
                  </a:lnTo>
                  <a:lnTo>
                    <a:pt x="269" y="0"/>
                  </a:lnTo>
                  <a:close/>
                </a:path>
              </a:pathLst>
            </a:custGeom>
            <a:solidFill>
              <a:schemeClr val="bg1">
                <a:alpha val="100000"/>
              </a:schemeClr>
            </a:solidFill>
            <a:ln w="9525">
              <a:noFill/>
            </a:ln>
          </p:spPr>
          <p:txBody>
            <a:bodyPr/>
            <a:p>
              <a:endParaRPr lang="zh-CN" altLang="en-US"/>
            </a:p>
          </p:txBody>
        </p:sp>
        <p:sp>
          <p:nvSpPr>
            <p:cNvPr id="2069" name="Line 28"/>
            <p:cNvSpPr/>
            <p:nvPr/>
          </p:nvSpPr>
          <p:spPr>
            <a:xfrm>
              <a:off x="1" y="2749"/>
              <a:ext cx="5758" cy="0"/>
            </a:xfrm>
            <a:prstGeom prst="line">
              <a:avLst/>
            </a:prstGeom>
            <a:ln w="15875" cap="flat" cmpd="sng">
              <a:solidFill>
                <a:schemeClr val="bg1"/>
              </a:solidFill>
              <a:prstDash val="solid"/>
              <a:headEnd type="none" w="med" len="med"/>
              <a:tailEnd type="none" w="med" len="med"/>
            </a:ln>
          </p:spPr>
        </p:sp>
        <p:sp>
          <p:nvSpPr>
            <p:cNvPr id="2070" name="Line 29"/>
            <p:cNvSpPr/>
            <p:nvPr/>
          </p:nvSpPr>
          <p:spPr>
            <a:xfrm>
              <a:off x="1" y="2356"/>
              <a:ext cx="5758" cy="0"/>
            </a:xfrm>
            <a:prstGeom prst="line">
              <a:avLst/>
            </a:prstGeom>
            <a:ln w="15875" cap="flat" cmpd="sng">
              <a:solidFill>
                <a:schemeClr val="bg1"/>
              </a:solidFill>
              <a:prstDash val="solid"/>
              <a:headEnd type="none" w="med" len="med"/>
              <a:tailEnd type="none" w="med" len="med"/>
            </a:ln>
          </p:spPr>
        </p:sp>
        <p:sp>
          <p:nvSpPr>
            <p:cNvPr id="2071" name="Line 30"/>
            <p:cNvSpPr/>
            <p:nvPr/>
          </p:nvSpPr>
          <p:spPr>
            <a:xfrm>
              <a:off x="1" y="3142"/>
              <a:ext cx="5758" cy="0"/>
            </a:xfrm>
            <a:prstGeom prst="line">
              <a:avLst/>
            </a:prstGeom>
            <a:ln w="15875" cap="flat" cmpd="sng">
              <a:solidFill>
                <a:schemeClr val="bg2"/>
              </a:solidFill>
              <a:prstDash val="solid"/>
              <a:headEnd type="none" w="med" len="med"/>
              <a:tailEnd type="none" w="med" len="med"/>
            </a:ln>
          </p:spPr>
        </p:sp>
        <p:grpSp>
          <p:nvGrpSpPr>
            <p:cNvPr id="2072" name="Group 31"/>
            <p:cNvGrpSpPr/>
            <p:nvPr/>
          </p:nvGrpSpPr>
          <p:grpSpPr>
            <a:xfrm>
              <a:off x="1" y="392"/>
              <a:ext cx="5758" cy="1571"/>
              <a:chOff x="1" y="392"/>
              <a:chExt cx="5758" cy="1571"/>
            </a:xfrm>
          </p:grpSpPr>
          <p:sp>
            <p:nvSpPr>
              <p:cNvPr id="2075" name="Line 32"/>
              <p:cNvSpPr/>
              <p:nvPr userDrawn="1"/>
            </p:nvSpPr>
            <p:spPr>
              <a:xfrm>
                <a:off x="1" y="784"/>
                <a:ext cx="5758" cy="0"/>
              </a:xfrm>
              <a:prstGeom prst="line">
                <a:avLst/>
              </a:prstGeom>
              <a:ln w="15875" cap="flat" cmpd="sng">
                <a:solidFill>
                  <a:schemeClr val="bg1"/>
                </a:solidFill>
                <a:prstDash val="solid"/>
                <a:headEnd type="none" w="med" len="med"/>
                <a:tailEnd type="none" w="med" len="med"/>
              </a:ln>
            </p:spPr>
          </p:sp>
          <p:sp>
            <p:nvSpPr>
              <p:cNvPr id="2076" name="Line 33"/>
              <p:cNvSpPr/>
              <p:nvPr userDrawn="1"/>
            </p:nvSpPr>
            <p:spPr>
              <a:xfrm>
                <a:off x="1" y="1963"/>
                <a:ext cx="5758" cy="0"/>
              </a:xfrm>
              <a:prstGeom prst="line">
                <a:avLst/>
              </a:prstGeom>
              <a:ln w="15875" cap="flat" cmpd="sng">
                <a:solidFill>
                  <a:schemeClr val="bg1"/>
                </a:solidFill>
                <a:prstDash val="solid"/>
                <a:headEnd type="none" w="med" len="med"/>
                <a:tailEnd type="none" w="med" len="med"/>
              </a:ln>
            </p:spPr>
          </p:sp>
          <p:sp>
            <p:nvSpPr>
              <p:cNvPr id="2077" name="Line 34"/>
              <p:cNvSpPr/>
              <p:nvPr userDrawn="1"/>
            </p:nvSpPr>
            <p:spPr>
              <a:xfrm>
                <a:off x="1" y="1570"/>
                <a:ext cx="5758" cy="0"/>
              </a:xfrm>
              <a:prstGeom prst="line">
                <a:avLst/>
              </a:prstGeom>
              <a:ln w="15875" cap="flat" cmpd="sng">
                <a:solidFill>
                  <a:schemeClr val="bg1"/>
                </a:solidFill>
                <a:prstDash val="solid"/>
                <a:headEnd type="none" w="med" len="med"/>
                <a:tailEnd type="none" w="med" len="med"/>
              </a:ln>
            </p:spPr>
          </p:sp>
          <p:sp>
            <p:nvSpPr>
              <p:cNvPr id="2078" name="Line 35"/>
              <p:cNvSpPr/>
              <p:nvPr userDrawn="1"/>
            </p:nvSpPr>
            <p:spPr>
              <a:xfrm>
                <a:off x="1" y="1177"/>
                <a:ext cx="5758" cy="0"/>
              </a:xfrm>
              <a:prstGeom prst="line">
                <a:avLst/>
              </a:prstGeom>
              <a:ln w="15875" cap="flat" cmpd="sng">
                <a:solidFill>
                  <a:schemeClr val="bg1"/>
                </a:solidFill>
                <a:prstDash val="solid"/>
                <a:headEnd type="none" w="med" len="med"/>
                <a:tailEnd type="none" w="med" len="med"/>
              </a:ln>
            </p:spPr>
          </p:sp>
          <p:sp>
            <p:nvSpPr>
              <p:cNvPr id="2079" name="Line 36"/>
              <p:cNvSpPr/>
              <p:nvPr userDrawn="1"/>
            </p:nvSpPr>
            <p:spPr>
              <a:xfrm>
                <a:off x="1" y="392"/>
                <a:ext cx="5758" cy="0"/>
              </a:xfrm>
              <a:prstGeom prst="line">
                <a:avLst/>
              </a:prstGeom>
              <a:ln w="15875" cap="flat" cmpd="sng">
                <a:solidFill>
                  <a:schemeClr val="bg1"/>
                </a:solidFill>
                <a:prstDash val="solid"/>
                <a:headEnd type="none" w="med" len="med"/>
                <a:tailEnd type="none" w="med" len="med"/>
              </a:ln>
            </p:spPr>
          </p:sp>
        </p:grpSp>
        <p:sp>
          <p:nvSpPr>
            <p:cNvPr id="2073" name="Line 37"/>
            <p:cNvSpPr/>
            <p:nvPr/>
          </p:nvSpPr>
          <p:spPr>
            <a:xfrm>
              <a:off x="1" y="3928"/>
              <a:ext cx="5758" cy="0"/>
            </a:xfrm>
            <a:prstGeom prst="line">
              <a:avLst/>
            </a:prstGeom>
            <a:ln w="15875" cap="flat" cmpd="sng">
              <a:solidFill>
                <a:schemeClr val="bg2"/>
              </a:solidFill>
              <a:prstDash val="solid"/>
              <a:headEnd type="none" w="med" len="med"/>
              <a:tailEnd type="none" w="med" len="med"/>
            </a:ln>
          </p:spPr>
        </p:sp>
        <p:sp>
          <p:nvSpPr>
            <p:cNvPr id="2074" name="Line 38"/>
            <p:cNvSpPr/>
            <p:nvPr/>
          </p:nvSpPr>
          <p:spPr>
            <a:xfrm>
              <a:off x="1" y="3535"/>
              <a:ext cx="5758" cy="0"/>
            </a:xfrm>
            <a:prstGeom prst="line">
              <a:avLst/>
            </a:prstGeom>
            <a:ln w="15875" cap="flat" cmpd="sng">
              <a:solidFill>
                <a:schemeClr val="bg2"/>
              </a:solidFill>
              <a:prstDash val="solid"/>
              <a:headEnd type="none" w="med" len="med"/>
              <a:tailEnd type="none" w="med" len="med"/>
            </a:ln>
          </p:spPr>
        </p:sp>
      </p:grpSp>
      <p:sp>
        <p:nvSpPr>
          <p:cNvPr id="111655" name="Rectangle 39"/>
          <p:cNvSpPr>
            <a:spLocks noGrp="1" noChangeArrowheads="1"/>
          </p:cNvSpPr>
          <p:nvPr>
            <p:ph type="ctrTitle" sz="quarter"/>
          </p:nvPr>
        </p:nvSpPr>
        <p:spPr>
          <a:xfrm>
            <a:off x="685800" y="1692275"/>
            <a:ext cx="7772400" cy="1736725"/>
          </a:xfrm>
        </p:spPr>
        <p:txBody>
          <a:bodyPr anchor="b"/>
          <a:lstStyle>
            <a:lvl1pPr>
              <a:defRPr sz="5400"/>
            </a:lvl1pPr>
          </a:lstStyle>
          <a:p>
            <a:r>
              <a:rPr lang="zh-CN" altLang="en-US"/>
              <a:t>单击此处编辑母版标题样式</a:t>
            </a:r>
            <a:endParaRPr lang="zh-CN" altLang="en-US"/>
          </a:p>
        </p:txBody>
      </p:sp>
      <p:sp>
        <p:nvSpPr>
          <p:cNvPr id="111656" name="Rectangle 40"/>
          <p:cNvSpPr>
            <a:spLocks noGrp="1" noChangeArrowheads="1"/>
          </p:cNvSpPr>
          <p:nvPr>
            <p:ph type="subTitle" sz="quarter"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a:t>单击此处编辑母版副标题样式</a:t>
            </a:r>
            <a:endParaRPr lang="zh-CN" altLang="en-US"/>
          </a:p>
        </p:txBody>
      </p:sp>
      <p:sp>
        <p:nvSpPr>
          <p:cNvPr id="81" name="Rectangle 41"/>
          <p:cNvSpPr>
            <a:spLocks noGrp="1" noChangeArrowheads="1"/>
          </p:cNvSpPr>
          <p:nvPr>
            <p:ph type="dt" sz="quarter" idx="2"/>
          </p:nvPr>
        </p:nvSpPr>
        <p:spPr bwMode="auto">
          <a:xfrm>
            <a:off x="457200" y="6243638"/>
            <a:ext cx="2133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82" name="Rectangle 42"/>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83" name="Rectangle 43"/>
          <p:cNvSpPr>
            <a:spLocks noGrp="1" noChangeArrowheads="1"/>
          </p:cNvSpPr>
          <p:nvPr>
            <p:ph type="sldNum" sz="quarter" idx="4"/>
          </p:nvPr>
        </p:nvSpPr>
        <p:spPr bwMode="auto">
          <a:xfrm>
            <a:off x="6553200" y="6243638"/>
            <a:ext cx="2133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A6566EEC-A040-4F48-9048-3CDB071C0702}"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A263ED2-D617-4DBB-8247-62EC137383DB}"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A263ED2-D617-4DBB-8247-62EC137383DB}"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A263ED2-D617-4DBB-8247-62EC137383DB}"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A263ED2-D617-4DBB-8247-62EC137383DB}"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A263ED2-D617-4DBB-8247-62EC137383DB}"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A263ED2-D617-4DBB-8247-62EC137383DB}"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A263ED2-D617-4DBB-8247-62EC137383DB}"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A263ED2-D617-4DBB-8247-62EC137383DB}"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A263ED2-D617-4DBB-8247-62EC137383DB}"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A263ED2-D617-4DBB-8247-62EC137383DB}"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004D99">
                <a:alpha val="100000"/>
              </a:srgbClr>
            </a:gs>
            <a:gs pos="56000">
              <a:srgbClr val="002850">
                <a:alpha val="100000"/>
              </a:srgbClr>
            </a:gs>
            <a:gs pos="100000">
              <a:srgbClr val="002850">
                <a:alpha val="100000"/>
              </a:srgbClr>
            </a:gs>
          </a:gsLst>
          <a:lin ang="5400000" scaled="1"/>
          <a:tileRect/>
        </a:gradFill>
        <a:effectLst/>
      </p:bgPr>
    </p:bg>
    <p:spTree>
      <p:nvGrpSpPr>
        <p:cNvPr id="1" name=""/>
        <p:cNvGrpSpPr/>
        <p:nvPr/>
      </p:nvGrpSpPr>
      <p:grpSpPr/>
      <p:grpSp>
        <p:nvGrpSpPr>
          <p:cNvPr id="1026" name="Group 2"/>
          <p:cNvGrpSpPr/>
          <p:nvPr/>
        </p:nvGrpSpPr>
        <p:grpSpPr>
          <a:xfrm>
            <a:off x="1588" y="0"/>
            <a:ext cx="9148762" cy="6851650"/>
            <a:chOff x="1" y="0"/>
            <a:chExt cx="5763" cy="4316"/>
          </a:xfrm>
        </p:grpSpPr>
        <p:sp>
          <p:nvSpPr>
            <p:cNvPr id="110595" name="Freeform 3"/>
            <p:cNvSpPr/>
            <p:nvPr/>
          </p:nvSpPr>
          <p:spPr bwMode="hidden">
            <a:xfrm>
              <a:off x="5045" y="2626"/>
              <a:ext cx="719" cy="1690"/>
            </a:xfrm>
            <a:custGeom>
              <a:avLst/>
              <a:gdLst/>
              <a:ahLst/>
              <a:cxnLst>
                <a:cxn ang="0">
                  <a:pos x="717" y="72"/>
                </a:cxn>
                <a:cxn ang="0">
                  <a:pos x="717" y="0"/>
                </a:cxn>
                <a:cxn ang="0">
                  <a:pos x="699" y="101"/>
                </a:cxn>
                <a:cxn ang="0">
                  <a:pos x="675" y="209"/>
                </a:cxn>
                <a:cxn ang="0">
                  <a:pos x="627" y="389"/>
                </a:cxn>
                <a:cxn ang="0">
                  <a:pos x="574" y="569"/>
                </a:cxn>
                <a:cxn ang="0">
                  <a:pos x="502" y="749"/>
                </a:cxn>
                <a:cxn ang="0">
                  <a:pos x="424" y="935"/>
                </a:cxn>
                <a:cxn ang="0">
                  <a:pos x="334" y="1121"/>
                </a:cxn>
                <a:cxn ang="0">
                  <a:pos x="233" y="1312"/>
                </a:cxn>
                <a:cxn ang="0">
                  <a:pos x="125" y="1498"/>
                </a:cxn>
                <a:cxn ang="0">
                  <a:pos x="0" y="1690"/>
                </a:cxn>
                <a:cxn ang="0">
                  <a:pos x="11" y="1690"/>
                </a:cxn>
                <a:cxn ang="0">
                  <a:pos x="137" y="1498"/>
                </a:cxn>
                <a:cxn ang="0">
                  <a:pos x="245" y="1312"/>
                </a:cxn>
                <a:cxn ang="0">
                  <a:pos x="346" y="1121"/>
                </a:cxn>
                <a:cxn ang="0">
                  <a:pos x="436" y="935"/>
                </a:cxn>
                <a:cxn ang="0">
                  <a:pos x="514" y="749"/>
                </a:cxn>
                <a:cxn ang="0">
                  <a:pos x="585" y="569"/>
                </a:cxn>
                <a:cxn ang="0">
                  <a:pos x="639" y="389"/>
                </a:cxn>
                <a:cxn ang="0">
                  <a:pos x="687" y="209"/>
                </a:cxn>
                <a:cxn ang="0">
                  <a:pos x="705" y="143"/>
                </a:cxn>
                <a:cxn ang="0">
                  <a:pos x="717" y="72"/>
                </a:cxn>
                <a:cxn ang="0">
                  <a:pos x="717" y="72"/>
                </a:cxn>
              </a:cxnLst>
              <a:rect l="0" t="0" r="r" b="b"/>
              <a:pathLst>
                <a:path w="717" h="1690">
                  <a:moveTo>
                    <a:pt x="717" y="72"/>
                  </a:moveTo>
                  <a:lnTo>
                    <a:pt x="717" y="0"/>
                  </a:lnTo>
                  <a:lnTo>
                    <a:pt x="699" y="101"/>
                  </a:lnTo>
                  <a:lnTo>
                    <a:pt x="675" y="209"/>
                  </a:lnTo>
                  <a:lnTo>
                    <a:pt x="627" y="389"/>
                  </a:lnTo>
                  <a:lnTo>
                    <a:pt x="574" y="569"/>
                  </a:lnTo>
                  <a:lnTo>
                    <a:pt x="502" y="749"/>
                  </a:lnTo>
                  <a:lnTo>
                    <a:pt x="424" y="935"/>
                  </a:lnTo>
                  <a:lnTo>
                    <a:pt x="334" y="1121"/>
                  </a:lnTo>
                  <a:lnTo>
                    <a:pt x="233" y="1312"/>
                  </a:lnTo>
                  <a:lnTo>
                    <a:pt x="125" y="1498"/>
                  </a:lnTo>
                  <a:lnTo>
                    <a:pt x="0" y="1690"/>
                  </a:lnTo>
                  <a:lnTo>
                    <a:pt x="11" y="1690"/>
                  </a:lnTo>
                  <a:lnTo>
                    <a:pt x="137" y="1498"/>
                  </a:lnTo>
                  <a:lnTo>
                    <a:pt x="245" y="1312"/>
                  </a:lnTo>
                  <a:lnTo>
                    <a:pt x="346" y="1121"/>
                  </a:lnTo>
                  <a:lnTo>
                    <a:pt x="436" y="935"/>
                  </a:lnTo>
                  <a:lnTo>
                    <a:pt x="514" y="749"/>
                  </a:lnTo>
                  <a:lnTo>
                    <a:pt x="585" y="569"/>
                  </a:lnTo>
                  <a:lnTo>
                    <a:pt x="639" y="389"/>
                  </a:lnTo>
                  <a:lnTo>
                    <a:pt x="687" y="209"/>
                  </a:lnTo>
                  <a:lnTo>
                    <a:pt x="705" y="143"/>
                  </a:lnTo>
                  <a:lnTo>
                    <a:pt x="717" y="72"/>
                  </a:lnTo>
                  <a:lnTo>
                    <a:pt x="717" y="72"/>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10596" name="Freeform 4"/>
            <p:cNvSpPr/>
            <p:nvPr/>
          </p:nvSpPr>
          <p:spPr bwMode="hidden">
            <a:xfrm>
              <a:off x="5386" y="3794"/>
              <a:ext cx="378" cy="522"/>
            </a:xfrm>
            <a:custGeom>
              <a:avLst/>
              <a:gdLst/>
              <a:ahLst/>
              <a:cxnLst>
                <a:cxn ang="0">
                  <a:pos x="377" y="0"/>
                </a:cxn>
                <a:cxn ang="0">
                  <a:pos x="293" y="132"/>
                </a:cxn>
                <a:cxn ang="0">
                  <a:pos x="204" y="264"/>
                </a:cxn>
                <a:cxn ang="0">
                  <a:pos x="102" y="396"/>
                </a:cxn>
                <a:cxn ang="0">
                  <a:pos x="0" y="522"/>
                </a:cxn>
                <a:cxn ang="0">
                  <a:pos x="12" y="522"/>
                </a:cxn>
                <a:cxn ang="0">
                  <a:pos x="114" y="402"/>
                </a:cxn>
                <a:cxn ang="0">
                  <a:pos x="204" y="282"/>
                </a:cxn>
                <a:cxn ang="0">
                  <a:pos x="377" y="24"/>
                </a:cxn>
                <a:cxn ang="0">
                  <a:pos x="377" y="0"/>
                </a:cxn>
                <a:cxn ang="0">
                  <a:pos x="377" y="0"/>
                </a:cxn>
              </a:cxnLst>
              <a:rect l="0" t="0" r="r" b="b"/>
              <a:pathLst>
                <a:path w="377" h="522">
                  <a:moveTo>
                    <a:pt x="377" y="0"/>
                  </a:moveTo>
                  <a:lnTo>
                    <a:pt x="293" y="132"/>
                  </a:lnTo>
                  <a:lnTo>
                    <a:pt x="204" y="264"/>
                  </a:lnTo>
                  <a:lnTo>
                    <a:pt x="102" y="396"/>
                  </a:lnTo>
                  <a:lnTo>
                    <a:pt x="0" y="522"/>
                  </a:lnTo>
                  <a:lnTo>
                    <a:pt x="12" y="522"/>
                  </a:lnTo>
                  <a:lnTo>
                    <a:pt x="114" y="402"/>
                  </a:lnTo>
                  <a:lnTo>
                    <a:pt x="204" y="282"/>
                  </a:lnTo>
                  <a:lnTo>
                    <a:pt x="377" y="24"/>
                  </a:lnTo>
                  <a:lnTo>
                    <a:pt x="377" y="0"/>
                  </a:lnTo>
                  <a:lnTo>
                    <a:pt x="377" y="0"/>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10597" name="Freeform 5"/>
            <p:cNvSpPr/>
            <p:nvPr/>
          </p:nvSpPr>
          <p:spPr bwMode="hidden">
            <a:xfrm>
              <a:off x="5680" y="4214"/>
              <a:ext cx="84" cy="102"/>
            </a:xfrm>
            <a:custGeom>
              <a:avLst/>
              <a:gdLst/>
              <a:ahLst/>
              <a:cxnLst>
                <a:cxn ang="0">
                  <a:pos x="0" y="102"/>
                </a:cxn>
                <a:cxn ang="0">
                  <a:pos x="18" y="102"/>
                </a:cxn>
                <a:cxn ang="0">
                  <a:pos x="48" y="60"/>
                </a:cxn>
                <a:cxn ang="0">
                  <a:pos x="84" y="24"/>
                </a:cxn>
                <a:cxn ang="0">
                  <a:pos x="84" y="0"/>
                </a:cxn>
                <a:cxn ang="0">
                  <a:pos x="42" y="54"/>
                </a:cxn>
                <a:cxn ang="0">
                  <a:pos x="0" y="102"/>
                </a:cxn>
                <a:cxn ang="0">
                  <a:pos x="0" y="102"/>
                </a:cxn>
              </a:cxnLst>
              <a:rect l="0" t="0" r="r" b="b"/>
              <a:pathLst>
                <a:path w="84" h="102">
                  <a:moveTo>
                    <a:pt x="0" y="102"/>
                  </a:moveTo>
                  <a:lnTo>
                    <a:pt x="18" y="102"/>
                  </a:lnTo>
                  <a:lnTo>
                    <a:pt x="48" y="60"/>
                  </a:lnTo>
                  <a:lnTo>
                    <a:pt x="84" y="24"/>
                  </a:lnTo>
                  <a:lnTo>
                    <a:pt x="84" y="0"/>
                  </a:lnTo>
                  <a:lnTo>
                    <a:pt x="42" y="54"/>
                  </a:lnTo>
                  <a:lnTo>
                    <a:pt x="0" y="102"/>
                  </a:lnTo>
                  <a:lnTo>
                    <a:pt x="0" y="102"/>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grpSp>
          <p:nvGrpSpPr>
            <p:cNvPr id="1035" name="Group 6"/>
            <p:cNvGrpSpPr/>
            <p:nvPr/>
          </p:nvGrpSpPr>
          <p:grpSpPr>
            <a:xfrm>
              <a:off x="288" y="0"/>
              <a:ext cx="5098" cy="4316"/>
              <a:chOff x="288" y="0"/>
              <a:chExt cx="5098" cy="4316"/>
            </a:xfrm>
          </p:grpSpPr>
          <p:sp>
            <p:nvSpPr>
              <p:cNvPr id="110599" name="Freeform 7"/>
              <p:cNvSpPr/>
              <p:nvPr/>
            </p:nvSpPr>
            <p:spPr bwMode="hidden">
              <a:xfrm>
                <a:off x="2789" y="0"/>
                <a:ext cx="72" cy="4316"/>
              </a:xfrm>
              <a:custGeom>
                <a:avLst/>
                <a:gdLst/>
                <a:ahLst/>
                <a:cxnLst>
                  <a:cxn ang="0">
                    <a:pos x="0" y="0"/>
                  </a:cxn>
                  <a:cxn ang="0">
                    <a:pos x="60" y="4316"/>
                  </a:cxn>
                  <a:cxn ang="0">
                    <a:pos x="72" y="4316"/>
                  </a:cxn>
                  <a:cxn ang="0">
                    <a:pos x="12" y="0"/>
                  </a:cxn>
                  <a:cxn ang="0">
                    <a:pos x="0" y="0"/>
                  </a:cxn>
                  <a:cxn ang="0">
                    <a:pos x="0" y="0"/>
                  </a:cxn>
                </a:cxnLst>
                <a:rect l="0" t="0" r="r" b="b"/>
                <a:pathLst>
                  <a:path w="72" h="4316">
                    <a:moveTo>
                      <a:pt x="0" y="0"/>
                    </a:moveTo>
                    <a:lnTo>
                      <a:pt x="60" y="4316"/>
                    </a:lnTo>
                    <a:lnTo>
                      <a:pt x="72" y="4316"/>
                    </a:lnTo>
                    <a:lnTo>
                      <a:pt x="12" y="0"/>
                    </a:lnTo>
                    <a:lnTo>
                      <a:pt x="0" y="0"/>
                    </a:lnTo>
                    <a:lnTo>
                      <a:pt x="0" y="0"/>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10600" name="Freeform 8"/>
              <p:cNvSpPr/>
              <p:nvPr/>
            </p:nvSpPr>
            <p:spPr bwMode="hidden">
              <a:xfrm>
                <a:off x="3089" y="0"/>
                <a:ext cx="174" cy="4316"/>
              </a:xfrm>
              <a:custGeom>
                <a:avLst/>
                <a:gdLst/>
                <a:ahLst/>
                <a:cxnLst>
                  <a:cxn ang="0">
                    <a:pos x="24" y="0"/>
                  </a:cxn>
                  <a:cxn ang="0">
                    <a:pos x="12" y="0"/>
                  </a:cxn>
                  <a:cxn ang="0">
                    <a:pos x="42" y="216"/>
                  </a:cxn>
                  <a:cxn ang="0">
                    <a:pos x="72" y="444"/>
                  </a:cxn>
                  <a:cxn ang="0">
                    <a:pos x="96" y="689"/>
                  </a:cxn>
                  <a:cxn ang="0">
                    <a:pos x="120" y="947"/>
                  </a:cxn>
                  <a:cxn ang="0">
                    <a:pos x="132" y="1211"/>
                  </a:cxn>
                  <a:cxn ang="0">
                    <a:pos x="150" y="1487"/>
                  </a:cxn>
                  <a:cxn ang="0">
                    <a:pos x="156" y="1768"/>
                  </a:cxn>
                  <a:cxn ang="0">
                    <a:pos x="162" y="2062"/>
                  </a:cxn>
                  <a:cxn ang="0">
                    <a:pos x="156" y="2644"/>
                  </a:cxn>
                  <a:cxn ang="0">
                    <a:pos x="126" y="3225"/>
                  </a:cxn>
                  <a:cxn ang="0">
                    <a:pos x="108" y="3507"/>
                  </a:cxn>
                  <a:cxn ang="0">
                    <a:pos x="78" y="3788"/>
                  </a:cxn>
                  <a:cxn ang="0">
                    <a:pos x="42" y="4058"/>
                  </a:cxn>
                  <a:cxn ang="0">
                    <a:pos x="0" y="4316"/>
                  </a:cxn>
                  <a:cxn ang="0">
                    <a:pos x="12" y="4316"/>
                  </a:cxn>
                  <a:cxn ang="0">
                    <a:pos x="54" y="4058"/>
                  </a:cxn>
                  <a:cxn ang="0">
                    <a:pos x="90" y="3782"/>
                  </a:cxn>
                  <a:cxn ang="0">
                    <a:pos x="120" y="3507"/>
                  </a:cxn>
                  <a:cxn ang="0">
                    <a:pos x="138" y="3219"/>
                  </a:cxn>
                  <a:cxn ang="0">
                    <a:pos x="168" y="2638"/>
                  </a:cxn>
                  <a:cxn ang="0">
                    <a:pos x="174" y="2056"/>
                  </a:cxn>
                  <a:cxn ang="0">
                    <a:pos x="168" y="1768"/>
                  </a:cxn>
                  <a:cxn ang="0">
                    <a:pos x="162" y="1487"/>
                  </a:cxn>
                  <a:cxn ang="0">
                    <a:pos x="144" y="1211"/>
                  </a:cxn>
                  <a:cxn ang="0">
                    <a:pos x="132" y="941"/>
                  </a:cxn>
                  <a:cxn ang="0">
                    <a:pos x="108" y="689"/>
                  </a:cxn>
                  <a:cxn ang="0">
                    <a:pos x="84" y="444"/>
                  </a:cxn>
                  <a:cxn ang="0">
                    <a:pos x="54" y="216"/>
                  </a:cxn>
                  <a:cxn ang="0">
                    <a:pos x="24" y="0"/>
                  </a:cxn>
                  <a:cxn ang="0">
                    <a:pos x="24" y="0"/>
                  </a:cxn>
                </a:cxnLst>
                <a:rect l="0" t="0" r="r" b="b"/>
                <a:pathLst>
                  <a:path w="174" h="4316">
                    <a:moveTo>
                      <a:pt x="24" y="0"/>
                    </a:moveTo>
                    <a:lnTo>
                      <a:pt x="12" y="0"/>
                    </a:lnTo>
                    <a:lnTo>
                      <a:pt x="42" y="216"/>
                    </a:lnTo>
                    <a:lnTo>
                      <a:pt x="72" y="444"/>
                    </a:lnTo>
                    <a:lnTo>
                      <a:pt x="96" y="689"/>
                    </a:lnTo>
                    <a:lnTo>
                      <a:pt x="120" y="947"/>
                    </a:lnTo>
                    <a:lnTo>
                      <a:pt x="132" y="1211"/>
                    </a:lnTo>
                    <a:lnTo>
                      <a:pt x="150" y="1487"/>
                    </a:lnTo>
                    <a:lnTo>
                      <a:pt x="156" y="1768"/>
                    </a:lnTo>
                    <a:lnTo>
                      <a:pt x="162" y="2062"/>
                    </a:lnTo>
                    <a:lnTo>
                      <a:pt x="156" y="2644"/>
                    </a:lnTo>
                    <a:lnTo>
                      <a:pt x="126" y="3225"/>
                    </a:lnTo>
                    <a:lnTo>
                      <a:pt x="108" y="3507"/>
                    </a:lnTo>
                    <a:lnTo>
                      <a:pt x="78" y="3788"/>
                    </a:lnTo>
                    <a:lnTo>
                      <a:pt x="42" y="4058"/>
                    </a:lnTo>
                    <a:lnTo>
                      <a:pt x="0" y="4316"/>
                    </a:lnTo>
                    <a:lnTo>
                      <a:pt x="12" y="4316"/>
                    </a:lnTo>
                    <a:lnTo>
                      <a:pt x="54" y="4058"/>
                    </a:lnTo>
                    <a:lnTo>
                      <a:pt x="90" y="3782"/>
                    </a:lnTo>
                    <a:lnTo>
                      <a:pt x="120" y="3507"/>
                    </a:lnTo>
                    <a:lnTo>
                      <a:pt x="138" y="3219"/>
                    </a:lnTo>
                    <a:lnTo>
                      <a:pt x="168" y="2638"/>
                    </a:lnTo>
                    <a:lnTo>
                      <a:pt x="174" y="2056"/>
                    </a:lnTo>
                    <a:lnTo>
                      <a:pt x="168" y="1768"/>
                    </a:lnTo>
                    <a:lnTo>
                      <a:pt x="162" y="1487"/>
                    </a:lnTo>
                    <a:lnTo>
                      <a:pt x="144" y="1211"/>
                    </a:lnTo>
                    <a:lnTo>
                      <a:pt x="132" y="941"/>
                    </a:lnTo>
                    <a:lnTo>
                      <a:pt x="108" y="689"/>
                    </a:lnTo>
                    <a:lnTo>
                      <a:pt x="84" y="444"/>
                    </a:lnTo>
                    <a:lnTo>
                      <a:pt x="54" y="216"/>
                    </a:lnTo>
                    <a:lnTo>
                      <a:pt x="24" y="0"/>
                    </a:lnTo>
                    <a:lnTo>
                      <a:pt x="24" y="0"/>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10601" name="Freeform 9"/>
              <p:cNvSpPr/>
              <p:nvPr/>
            </p:nvSpPr>
            <p:spPr bwMode="hidden">
              <a:xfrm>
                <a:off x="3358" y="0"/>
                <a:ext cx="337" cy="4316"/>
              </a:xfrm>
              <a:custGeom>
                <a:avLst/>
                <a:gdLst/>
                <a:ahLst/>
                <a:cxnLst>
                  <a:cxn ang="0">
                    <a:pos x="329" y="2014"/>
                  </a:cxn>
                  <a:cxn ang="0">
                    <a:pos x="317" y="1726"/>
                  </a:cxn>
                  <a:cxn ang="0">
                    <a:pos x="293" y="1445"/>
                  </a:cxn>
                  <a:cxn ang="0">
                    <a:pos x="263" y="1175"/>
                  </a:cxn>
                  <a:cxn ang="0">
                    <a:pos x="228" y="917"/>
                  </a:cxn>
                  <a:cxn ang="0">
                    <a:pos x="186" y="665"/>
                  </a:cxn>
                  <a:cxn ang="0">
                    <a:pos x="132" y="432"/>
                  </a:cxn>
                  <a:cxn ang="0">
                    <a:pos x="78" y="204"/>
                  </a:cxn>
                  <a:cxn ang="0">
                    <a:pos x="12" y="0"/>
                  </a:cxn>
                  <a:cxn ang="0">
                    <a:pos x="0" y="0"/>
                  </a:cxn>
                  <a:cxn ang="0">
                    <a:pos x="66" y="204"/>
                  </a:cxn>
                  <a:cxn ang="0">
                    <a:pos x="120" y="432"/>
                  </a:cxn>
                  <a:cxn ang="0">
                    <a:pos x="174" y="665"/>
                  </a:cxn>
                  <a:cxn ang="0">
                    <a:pos x="216" y="917"/>
                  </a:cxn>
                  <a:cxn ang="0">
                    <a:pos x="251" y="1175"/>
                  </a:cxn>
                  <a:cxn ang="0">
                    <a:pos x="281" y="1445"/>
                  </a:cxn>
                  <a:cxn ang="0">
                    <a:pos x="305" y="1726"/>
                  </a:cxn>
                  <a:cxn ang="0">
                    <a:pos x="317" y="2014"/>
                  </a:cxn>
                  <a:cxn ang="0">
                    <a:pos x="323" y="2314"/>
                  </a:cxn>
                  <a:cxn ang="0">
                    <a:pos x="317" y="2608"/>
                  </a:cxn>
                  <a:cxn ang="0">
                    <a:pos x="305" y="2907"/>
                  </a:cxn>
                  <a:cxn ang="0">
                    <a:pos x="281" y="3201"/>
                  </a:cxn>
                  <a:cxn ang="0">
                    <a:pos x="257" y="3489"/>
                  </a:cxn>
                  <a:cxn ang="0">
                    <a:pos x="216" y="3777"/>
                  </a:cxn>
                  <a:cxn ang="0">
                    <a:pos x="174" y="4052"/>
                  </a:cxn>
                  <a:cxn ang="0">
                    <a:pos x="120" y="4316"/>
                  </a:cxn>
                  <a:cxn ang="0">
                    <a:pos x="132" y="4316"/>
                  </a:cxn>
                  <a:cxn ang="0">
                    <a:pos x="186" y="4052"/>
                  </a:cxn>
                  <a:cxn ang="0">
                    <a:pos x="228" y="3777"/>
                  </a:cxn>
                  <a:cxn ang="0">
                    <a:pos x="269" y="3489"/>
                  </a:cxn>
                  <a:cxn ang="0">
                    <a:pos x="293" y="3201"/>
                  </a:cxn>
                  <a:cxn ang="0">
                    <a:pos x="317" y="2907"/>
                  </a:cxn>
                  <a:cxn ang="0">
                    <a:pos x="329" y="2608"/>
                  </a:cxn>
                  <a:cxn ang="0">
                    <a:pos x="335" y="2314"/>
                  </a:cxn>
                  <a:cxn ang="0">
                    <a:pos x="329" y="2014"/>
                  </a:cxn>
                  <a:cxn ang="0">
                    <a:pos x="329" y="2014"/>
                  </a:cxn>
                </a:cxnLst>
                <a:rect l="0" t="0" r="r" b="b"/>
                <a:pathLst>
                  <a:path w="335" h="4316">
                    <a:moveTo>
                      <a:pt x="329" y="2014"/>
                    </a:moveTo>
                    <a:lnTo>
                      <a:pt x="317" y="1726"/>
                    </a:lnTo>
                    <a:lnTo>
                      <a:pt x="293" y="1445"/>
                    </a:lnTo>
                    <a:lnTo>
                      <a:pt x="263" y="1175"/>
                    </a:lnTo>
                    <a:lnTo>
                      <a:pt x="228" y="917"/>
                    </a:lnTo>
                    <a:lnTo>
                      <a:pt x="186" y="665"/>
                    </a:lnTo>
                    <a:lnTo>
                      <a:pt x="132" y="432"/>
                    </a:lnTo>
                    <a:lnTo>
                      <a:pt x="78" y="204"/>
                    </a:lnTo>
                    <a:lnTo>
                      <a:pt x="12" y="0"/>
                    </a:lnTo>
                    <a:lnTo>
                      <a:pt x="0" y="0"/>
                    </a:lnTo>
                    <a:lnTo>
                      <a:pt x="66" y="204"/>
                    </a:lnTo>
                    <a:lnTo>
                      <a:pt x="120" y="432"/>
                    </a:lnTo>
                    <a:lnTo>
                      <a:pt x="174" y="665"/>
                    </a:lnTo>
                    <a:lnTo>
                      <a:pt x="216" y="917"/>
                    </a:lnTo>
                    <a:lnTo>
                      <a:pt x="251" y="1175"/>
                    </a:lnTo>
                    <a:lnTo>
                      <a:pt x="281" y="1445"/>
                    </a:lnTo>
                    <a:lnTo>
                      <a:pt x="305" y="1726"/>
                    </a:lnTo>
                    <a:lnTo>
                      <a:pt x="317" y="2014"/>
                    </a:lnTo>
                    <a:lnTo>
                      <a:pt x="323" y="2314"/>
                    </a:lnTo>
                    <a:lnTo>
                      <a:pt x="317" y="2608"/>
                    </a:lnTo>
                    <a:lnTo>
                      <a:pt x="305" y="2907"/>
                    </a:lnTo>
                    <a:lnTo>
                      <a:pt x="281" y="3201"/>
                    </a:lnTo>
                    <a:lnTo>
                      <a:pt x="257" y="3489"/>
                    </a:lnTo>
                    <a:lnTo>
                      <a:pt x="216" y="3777"/>
                    </a:lnTo>
                    <a:lnTo>
                      <a:pt x="174" y="4052"/>
                    </a:lnTo>
                    <a:lnTo>
                      <a:pt x="120" y="4316"/>
                    </a:lnTo>
                    <a:lnTo>
                      <a:pt x="132" y="4316"/>
                    </a:lnTo>
                    <a:lnTo>
                      <a:pt x="186" y="4052"/>
                    </a:lnTo>
                    <a:lnTo>
                      <a:pt x="228" y="3777"/>
                    </a:lnTo>
                    <a:lnTo>
                      <a:pt x="269" y="3489"/>
                    </a:lnTo>
                    <a:lnTo>
                      <a:pt x="293" y="3201"/>
                    </a:lnTo>
                    <a:lnTo>
                      <a:pt x="317" y="2907"/>
                    </a:lnTo>
                    <a:lnTo>
                      <a:pt x="329" y="2608"/>
                    </a:lnTo>
                    <a:lnTo>
                      <a:pt x="335" y="2314"/>
                    </a:lnTo>
                    <a:lnTo>
                      <a:pt x="329" y="2014"/>
                    </a:lnTo>
                    <a:lnTo>
                      <a:pt x="329" y="2014"/>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10602" name="Freeform 10"/>
              <p:cNvSpPr/>
              <p:nvPr/>
            </p:nvSpPr>
            <p:spPr bwMode="hidden">
              <a:xfrm>
                <a:off x="3676" y="0"/>
                <a:ext cx="427" cy="4316"/>
              </a:xfrm>
              <a:custGeom>
                <a:avLst/>
                <a:gdLst/>
                <a:ahLst/>
                <a:cxnLst>
                  <a:cxn ang="0">
                    <a:pos x="413" y="1924"/>
                  </a:cxn>
                  <a:cxn ang="0">
                    <a:pos x="395" y="1690"/>
                  </a:cxn>
                  <a:cxn ang="0">
                    <a:pos x="365" y="1457"/>
                  </a:cxn>
                  <a:cxn ang="0">
                    <a:pos x="329" y="1229"/>
                  </a:cxn>
                  <a:cxn ang="0">
                    <a:pos x="281" y="1001"/>
                  </a:cxn>
                  <a:cxn ang="0">
                    <a:pos x="227" y="761"/>
                  </a:cxn>
                  <a:cxn ang="0">
                    <a:pos x="162" y="522"/>
                  </a:cxn>
                  <a:cxn ang="0">
                    <a:pos x="90" y="270"/>
                  </a:cxn>
                  <a:cxn ang="0">
                    <a:pos x="12" y="0"/>
                  </a:cxn>
                  <a:cxn ang="0">
                    <a:pos x="0" y="0"/>
                  </a:cxn>
                  <a:cxn ang="0">
                    <a:pos x="84" y="270"/>
                  </a:cxn>
                  <a:cxn ang="0">
                    <a:pos x="156" y="522"/>
                  </a:cxn>
                  <a:cxn ang="0">
                    <a:pos x="216" y="767"/>
                  </a:cxn>
                  <a:cxn ang="0">
                    <a:pos x="275" y="1001"/>
                  </a:cxn>
                  <a:cxn ang="0">
                    <a:pos x="317" y="1235"/>
                  </a:cxn>
                  <a:cxn ang="0">
                    <a:pos x="353" y="1463"/>
                  </a:cxn>
                  <a:cxn ang="0">
                    <a:pos x="383" y="1690"/>
                  </a:cxn>
                  <a:cxn ang="0">
                    <a:pos x="401" y="1924"/>
                  </a:cxn>
                  <a:cxn ang="0">
                    <a:pos x="413" y="2188"/>
                  </a:cxn>
                  <a:cxn ang="0">
                    <a:pos x="407" y="2458"/>
                  </a:cxn>
                  <a:cxn ang="0">
                    <a:pos x="395" y="2733"/>
                  </a:cxn>
                  <a:cxn ang="0">
                    <a:pos x="365" y="3021"/>
                  </a:cxn>
                  <a:cxn ang="0">
                    <a:pos x="329" y="3321"/>
                  </a:cxn>
                  <a:cxn ang="0">
                    <a:pos x="275" y="3639"/>
                  </a:cxn>
                  <a:cxn ang="0">
                    <a:pos x="204" y="3968"/>
                  </a:cxn>
                  <a:cxn ang="0">
                    <a:pos x="126" y="4316"/>
                  </a:cxn>
                  <a:cxn ang="0">
                    <a:pos x="138" y="4316"/>
                  </a:cxn>
                  <a:cxn ang="0">
                    <a:pos x="216" y="3968"/>
                  </a:cxn>
                  <a:cxn ang="0">
                    <a:pos x="287" y="3639"/>
                  </a:cxn>
                  <a:cxn ang="0">
                    <a:pos x="341" y="3321"/>
                  </a:cxn>
                  <a:cxn ang="0">
                    <a:pos x="377" y="3021"/>
                  </a:cxn>
                  <a:cxn ang="0">
                    <a:pos x="407" y="2733"/>
                  </a:cxn>
                  <a:cxn ang="0">
                    <a:pos x="419" y="2458"/>
                  </a:cxn>
                  <a:cxn ang="0">
                    <a:pos x="425" y="2188"/>
                  </a:cxn>
                  <a:cxn ang="0">
                    <a:pos x="413" y="1924"/>
                  </a:cxn>
                  <a:cxn ang="0">
                    <a:pos x="413" y="1924"/>
                  </a:cxn>
                </a:cxnLst>
                <a:rect l="0" t="0" r="r" b="b"/>
                <a:pathLst>
                  <a:path w="425" h="4316">
                    <a:moveTo>
                      <a:pt x="413" y="1924"/>
                    </a:moveTo>
                    <a:lnTo>
                      <a:pt x="395" y="1690"/>
                    </a:lnTo>
                    <a:lnTo>
                      <a:pt x="365" y="1457"/>
                    </a:lnTo>
                    <a:lnTo>
                      <a:pt x="329" y="1229"/>
                    </a:lnTo>
                    <a:lnTo>
                      <a:pt x="281" y="1001"/>
                    </a:lnTo>
                    <a:lnTo>
                      <a:pt x="227" y="761"/>
                    </a:lnTo>
                    <a:lnTo>
                      <a:pt x="162" y="522"/>
                    </a:lnTo>
                    <a:lnTo>
                      <a:pt x="90" y="270"/>
                    </a:lnTo>
                    <a:lnTo>
                      <a:pt x="12" y="0"/>
                    </a:lnTo>
                    <a:lnTo>
                      <a:pt x="0" y="0"/>
                    </a:lnTo>
                    <a:lnTo>
                      <a:pt x="84" y="270"/>
                    </a:lnTo>
                    <a:lnTo>
                      <a:pt x="156" y="522"/>
                    </a:lnTo>
                    <a:lnTo>
                      <a:pt x="216" y="767"/>
                    </a:lnTo>
                    <a:lnTo>
                      <a:pt x="275" y="1001"/>
                    </a:lnTo>
                    <a:lnTo>
                      <a:pt x="317" y="1235"/>
                    </a:lnTo>
                    <a:lnTo>
                      <a:pt x="353" y="1463"/>
                    </a:lnTo>
                    <a:lnTo>
                      <a:pt x="383" y="1690"/>
                    </a:lnTo>
                    <a:lnTo>
                      <a:pt x="401" y="1924"/>
                    </a:lnTo>
                    <a:lnTo>
                      <a:pt x="413" y="2188"/>
                    </a:lnTo>
                    <a:lnTo>
                      <a:pt x="407" y="2458"/>
                    </a:lnTo>
                    <a:lnTo>
                      <a:pt x="395" y="2733"/>
                    </a:lnTo>
                    <a:lnTo>
                      <a:pt x="365" y="3021"/>
                    </a:lnTo>
                    <a:lnTo>
                      <a:pt x="329" y="3321"/>
                    </a:lnTo>
                    <a:lnTo>
                      <a:pt x="275" y="3639"/>
                    </a:lnTo>
                    <a:lnTo>
                      <a:pt x="204" y="3968"/>
                    </a:lnTo>
                    <a:lnTo>
                      <a:pt x="126" y="4316"/>
                    </a:lnTo>
                    <a:lnTo>
                      <a:pt x="138" y="4316"/>
                    </a:lnTo>
                    <a:lnTo>
                      <a:pt x="216" y="3968"/>
                    </a:lnTo>
                    <a:lnTo>
                      <a:pt x="287" y="3639"/>
                    </a:lnTo>
                    <a:lnTo>
                      <a:pt x="341" y="3321"/>
                    </a:lnTo>
                    <a:lnTo>
                      <a:pt x="377" y="3021"/>
                    </a:lnTo>
                    <a:lnTo>
                      <a:pt x="407" y="2733"/>
                    </a:lnTo>
                    <a:lnTo>
                      <a:pt x="419" y="2458"/>
                    </a:lnTo>
                    <a:lnTo>
                      <a:pt x="425" y="2188"/>
                    </a:lnTo>
                    <a:lnTo>
                      <a:pt x="413" y="1924"/>
                    </a:lnTo>
                    <a:lnTo>
                      <a:pt x="413" y="1924"/>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10603" name="Freeform 11"/>
              <p:cNvSpPr/>
              <p:nvPr/>
            </p:nvSpPr>
            <p:spPr bwMode="hidden">
              <a:xfrm>
                <a:off x="3946" y="0"/>
                <a:ext cx="558" cy="4316"/>
              </a:xfrm>
              <a:custGeom>
                <a:avLst/>
                <a:gdLst/>
                <a:ahLst/>
                <a:cxnLst>
                  <a:cxn ang="0">
                    <a:pos x="556" y="2020"/>
                  </a:cxn>
                  <a:cxn ang="0">
                    <a:pos x="538" y="1732"/>
                  </a:cxn>
                  <a:cxn ang="0">
                    <a:pos x="503" y="1445"/>
                  </a:cxn>
                  <a:cxn ang="0">
                    <a:pos x="455" y="1175"/>
                  </a:cxn>
                  <a:cxn ang="0">
                    <a:pos x="395" y="911"/>
                  </a:cxn>
                  <a:cxn ang="0">
                    <a:pos x="317" y="659"/>
                  </a:cxn>
                  <a:cxn ang="0">
                    <a:pos x="228" y="426"/>
                  </a:cxn>
                  <a:cxn ang="0">
                    <a:pos x="126" y="204"/>
                  </a:cxn>
                  <a:cxn ang="0">
                    <a:pos x="12" y="0"/>
                  </a:cxn>
                  <a:cxn ang="0">
                    <a:pos x="0" y="0"/>
                  </a:cxn>
                  <a:cxn ang="0">
                    <a:pos x="114" y="204"/>
                  </a:cxn>
                  <a:cxn ang="0">
                    <a:pos x="216" y="426"/>
                  </a:cxn>
                  <a:cxn ang="0">
                    <a:pos x="305" y="659"/>
                  </a:cxn>
                  <a:cxn ang="0">
                    <a:pos x="383" y="911"/>
                  </a:cxn>
                  <a:cxn ang="0">
                    <a:pos x="443" y="1175"/>
                  </a:cxn>
                  <a:cxn ang="0">
                    <a:pos x="491" y="1445"/>
                  </a:cxn>
                  <a:cxn ang="0">
                    <a:pos x="526" y="1732"/>
                  </a:cxn>
                  <a:cxn ang="0">
                    <a:pos x="544" y="2020"/>
                  </a:cxn>
                  <a:cxn ang="0">
                    <a:pos x="544" y="2326"/>
                  </a:cxn>
                  <a:cxn ang="0">
                    <a:pos x="532" y="2632"/>
                  </a:cxn>
                  <a:cxn ang="0">
                    <a:pos x="503" y="2931"/>
                  </a:cxn>
                  <a:cxn ang="0">
                    <a:pos x="455" y="3225"/>
                  </a:cxn>
                  <a:cxn ang="0">
                    <a:pos x="389" y="3513"/>
                  </a:cxn>
                  <a:cxn ang="0">
                    <a:pos x="311" y="3788"/>
                  </a:cxn>
                  <a:cxn ang="0">
                    <a:pos x="216" y="4058"/>
                  </a:cxn>
                  <a:cxn ang="0">
                    <a:pos x="102" y="4316"/>
                  </a:cxn>
                  <a:cxn ang="0">
                    <a:pos x="114" y="4316"/>
                  </a:cxn>
                  <a:cxn ang="0">
                    <a:pos x="228" y="4058"/>
                  </a:cxn>
                  <a:cxn ang="0">
                    <a:pos x="323" y="3788"/>
                  </a:cxn>
                  <a:cxn ang="0">
                    <a:pos x="401" y="3513"/>
                  </a:cxn>
                  <a:cxn ang="0">
                    <a:pos x="467" y="3225"/>
                  </a:cxn>
                  <a:cxn ang="0">
                    <a:pos x="515" y="2931"/>
                  </a:cxn>
                  <a:cxn ang="0">
                    <a:pos x="544" y="2632"/>
                  </a:cxn>
                  <a:cxn ang="0">
                    <a:pos x="556" y="2326"/>
                  </a:cxn>
                  <a:cxn ang="0">
                    <a:pos x="556" y="2020"/>
                  </a:cxn>
                  <a:cxn ang="0">
                    <a:pos x="556" y="2020"/>
                  </a:cxn>
                </a:cxnLst>
                <a:rect l="0" t="0" r="r" b="b"/>
                <a:pathLst>
                  <a:path w="556" h="4316">
                    <a:moveTo>
                      <a:pt x="556" y="2020"/>
                    </a:moveTo>
                    <a:lnTo>
                      <a:pt x="538" y="1732"/>
                    </a:lnTo>
                    <a:lnTo>
                      <a:pt x="503" y="1445"/>
                    </a:lnTo>
                    <a:lnTo>
                      <a:pt x="455" y="1175"/>
                    </a:lnTo>
                    <a:lnTo>
                      <a:pt x="395" y="911"/>
                    </a:lnTo>
                    <a:lnTo>
                      <a:pt x="317" y="659"/>
                    </a:lnTo>
                    <a:lnTo>
                      <a:pt x="228" y="426"/>
                    </a:lnTo>
                    <a:lnTo>
                      <a:pt x="126" y="204"/>
                    </a:lnTo>
                    <a:lnTo>
                      <a:pt x="12" y="0"/>
                    </a:lnTo>
                    <a:lnTo>
                      <a:pt x="0" y="0"/>
                    </a:lnTo>
                    <a:lnTo>
                      <a:pt x="114" y="204"/>
                    </a:lnTo>
                    <a:lnTo>
                      <a:pt x="216" y="426"/>
                    </a:lnTo>
                    <a:lnTo>
                      <a:pt x="305" y="659"/>
                    </a:lnTo>
                    <a:lnTo>
                      <a:pt x="383" y="911"/>
                    </a:lnTo>
                    <a:lnTo>
                      <a:pt x="443" y="1175"/>
                    </a:lnTo>
                    <a:lnTo>
                      <a:pt x="491" y="1445"/>
                    </a:lnTo>
                    <a:lnTo>
                      <a:pt x="526" y="1732"/>
                    </a:lnTo>
                    <a:lnTo>
                      <a:pt x="544" y="2020"/>
                    </a:lnTo>
                    <a:lnTo>
                      <a:pt x="544" y="2326"/>
                    </a:lnTo>
                    <a:lnTo>
                      <a:pt x="532" y="2632"/>
                    </a:lnTo>
                    <a:lnTo>
                      <a:pt x="503" y="2931"/>
                    </a:lnTo>
                    <a:lnTo>
                      <a:pt x="455" y="3225"/>
                    </a:lnTo>
                    <a:lnTo>
                      <a:pt x="389" y="3513"/>
                    </a:lnTo>
                    <a:lnTo>
                      <a:pt x="311" y="3788"/>
                    </a:lnTo>
                    <a:lnTo>
                      <a:pt x="216" y="4058"/>
                    </a:lnTo>
                    <a:lnTo>
                      <a:pt x="102" y="4316"/>
                    </a:lnTo>
                    <a:lnTo>
                      <a:pt x="114" y="4316"/>
                    </a:lnTo>
                    <a:lnTo>
                      <a:pt x="228" y="4058"/>
                    </a:lnTo>
                    <a:lnTo>
                      <a:pt x="323" y="3788"/>
                    </a:lnTo>
                    <a:lnTo>
                      <a:pt x="401" y="3513"/>
                    </a:lnTo>
                    <a:lnTo>
                      <a:pt x="467" y="3225"/>
                    </a:lnTo>
                    <a:lnTo>
                      <a:pt x="515" y="2931"/>
                    </a:lnTo>
                    <a:lnTo>
                      <a:pt x="544" y="2632"/>
                    </a:lnTo>
                    <a:lnTo>
                      <a:pt x="556" y="2326"/>
                    </a:lnTo>
                    <a:lnTo>
                      <a:pt x="556" y="2020"/>
                    </a:lnTo>
                    <a:lnTo>
                      <a:pt x="556" y="2020"/>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10604" name="Freeform 12"/>
              <p:cNvSpPr/>
              <p:nvPr/>
            </p:nvSpPr>
            <p:spPr bwMode="hidden">
              <a:xfrm>
                <a:off x="4246" y="0"/>
                <a:ext cx="690" cy="4316"/>
              </a:xfrm>
              <a:custGeom>
                <a:avLst/>
                <a:gdLst/>
                <a:ahLst/>
                <a:cxnLst>
                  <a:cxn ang="0">
                    <a:pos x="688" y="2086"/>
                  </a:cxn>
                  <a:cxn ang="0">
                    <a:pos x="670" y="1810"/>
                  </a:cxn>
                  <a:cxn ang="0">
                    <a:pos x="634" y="1541"/>
                  </a:cxn>
                  <a:cxn ang="0">
                    <a:pos x="574" y="1271"/>
                  </a:cxn>
                  <a:cxn ang="0">
                    <a:pos x="497" y="1007"/>
                  </a:cxn>
                  <a:cxn ang="0">
                    <a:pos x="401" y="749"/>
                  </a:cxn>
                  <a:cxn ang="0">
                    <a:pos x="293" y="492"/>
                  </a:cxn>
                  <a:cxn ang="0">
                    <a:pos x="162" y="240"/>
                  </a:cxn>
                  <a:cxn ang="0">
                    <a:pos x="12" y="0"/>
                  </a:cxn>
                  <a:cxn ang="0">
                    <a:pos x="0" y="0"/>
                  </a:cxn>
                  <a:cxn ang="0">
                    <a:pos x="150" y="240"/>
                  </a:cxn>
                  <a:cxn ang="0">
                    <a:pos x="281" y="492"/>
                  </a:cxn>
                  <a:cxn ang="0">
                    <a:pos x="389" y="749"/>
                  </a:cxn>
                  <a:cxn ang="0">
                    <a:pos x="485" y="1007"/>
                  </a:cxn>
                  <a:cxn ang="0">
                    <a:pos x="562" y="1271"/>
                  </a:cxn>
                  <a:cxn ang="0">
                    <a:pos x="622" y="1541"/>
                  </a:cxn>
                  <a:cxn ang="0">
                    <a:pos x="658" y="1810"/>
                  </a:cxn>
                  <a:cxn ang="0">
                    <a:pos x="676" y="2086"/>
                  </a:cxn>
                  <a:cxn ang="0">
                    <a:pos x="676" y="2368"/>
                  </a:cxn>
                  <a:cxn ang="0">
                    <a:pos x="658" y="2650"/>
                  </a:cxn>
                  <a:cxn ang="0">
                    <a:pos x="616" y="2931"/>
                  </a:cxn>
                  <a:cxn ang="0">
                    <a:pos x="556" y="3213"/>
                  </a:cxn>
                  <a:cxn ang="0">
                    <a:pos x="473" y="3495"/>
                  </a:cxn>
                  <a:cxn ang="0">
                    <a:pos x="371" y="3777"/>
                  </a:cxn>
                  <a:cxn ang="0">
                    <a:pos x="251" y="4046"/>
                  </a:cxn>
                  <a:cxn ang="0">
                    <a:pos x="114" y="4316"/>
                  </a:cxn>
                  <a:cxn ang="0">
                    <a:pos x="126" y="4316"/>
                  </a:cxn>
                  <a:cxn ang="0">
                    <a:pos x="263" y="4046"/>
                  </a:cxn>
                  <a:cxn ang="0">
                    <a:pos x="383" y="3777"/>
                  </a:cxn>
                  <a:cxn ang="0">
                    <a:pos x="485" y="3495"/>
                  </a:cxn>
                  <a:cxn ang="0">
                    <a:pos x="568" y="3219"/>
                  </a:cxn>
                  <a:cxn ang="0">
                    <a:pos x="628" y="2937"/>
                  </a:cxn>
                  <a:cxn ang="0">
                    <a:pos x="670" y="2656"/>
                  </a:cxn>
                  <a:cxn ang="0">
                    <a:pos x="688" y="2368"/>
                  </a:cxn>
                  <a:cxn ang="0">
                    <a:pos x="688" y="2086"/>
                  </a:cxn>
                  <a:cxn ang="0">
                    <a:pos x="688" y="2086"/>
                  </a:cxn>
                </a:cxnLst>
                <a:rect l="0" t="0" r="r" b="b"/>
                <a:pathLst>
                  <a:path w="688" h="4316">
                    <a:moveTo>
                      <a:pt x="688" y="2086"/>
                    </a:moveTo>
                    <a:lnTo>
                      <a:pt x="670" y="1810"/>
                    </a:lnTo>
                    <a:lnTo>
                      <a:pt x="634" y="1541"/>
                    </a:lnTo>
                    <a:lnTo>
                      <a:pt x="574" y="1271"/>
                    </a:lnTo>
                    <a:lnTo>
                      <a:pt x="497" y="1007"/>
                    </a:lnTo>
                    <a:lnTo>
                      <a:pt x="401" y="749"/>
                    </a:lnTo>
                    <a:lnTo>
                      <a:pt x="293" y="492"/>
                    </a:lnTo>
                    <a:lnTo>
                      <a:pt x="162" y="240"/>
                    </a:lnTo>
                    <a:lnTo>
                      <a:pt x="12" y="0"/>
                    </a:lnTo>
                    <a:lnTo>
                      <a:pt x="0" y="0"/>
                    </a:lnTo>
                    <a:lnTo>
                      <a:pt x="150" y="240"/>
                    </a:lnTo>
                    <a:lnTo>
                      <a:pt x="281" y="492"/>
                    </a:lnTo>
                    <a:lnTo>
                      <a:pt x="389" y="749"/>
                    </a:lnTo>
                    <a:lnTo>
                      <a:pt x="485" y="1007"/>
                    </a:lnTo>
                    <a:lnTo>
                      <a:pt x="562" y="1271"/>
                    </a:lnTo>
                    <a:lnTo>
                      <a:pt x="622" y="1541"/>
                    </a:lnTo>
                    <a:lnTo>
                      <a:pt x="658" y="1810"/>
                    </a:lnTo>
                    <a:lnTo>
                      <a:pt x="676" y="2086"/>
                    </a:lnTo>
                    <a:lnTo>
                      <a:pt x="676" y="2368"/>
                    </a:lnTo>
                    <a:lnTo>
                      <a:pt x="658" y="2650"/>
                    </a:lnTo>
                    <a:lnTo>
                      <a:pt x="616" y="2931"/>
                    </a:lnTo>
                    <a:lnTo>
                      <a:pt x="556" y="3213"/>
                    </a:lnTo>
                    <a:lnTo>
                      <a:pt x="473" y="3495"/>
                    </a:lnTo>
                    <a:lnTo>
                      <a:pt x="371" y="3777"/>
                    </a:lnTo>
                    <a:lnTo>
                      <a:pt x="251" y="4046"/>
                    </a:lnTo>
                    <a:lnTo>
                      <a:pt x="114" y="4316"/>
                    </a:lnTo>
                    <a:lnTo>
                      <a:pt x="126" y="4316"/>
                    </a:lnTo>
                    <a:lnTo>
                      <a:pt x="263" y="4046"/>
                    </a:lnTo>
                    <a:lnTo>
                      <a:pt x="383" y="3777"/>
                    </a:lnTo>
                    <a:lnTo>
                      <a:pt x="485" y="3495"/>
                    </a:lnTo>
                    <a:lnTo>
                      <a:pt x="568" y="3219"/>
                    </a:lnTo>
                    <a:lnTo>
                      <a:pt x="628" y="2937"/>
                    </a:lnTo>
                    <a:lnTo>
                      <a:pt x="670" y="2656"/>
                    </a:lnTo>
                    <a:lnTo>
                      <a:pt x="688" y="2368"/>
                    </a:lnTo>
                    <a:lnTo>
                      <a:pt x="688" y="2086"/>
                    </a:lnTo>
                    <a:lnTo>
                      <a:pt x="688" y="2086"/>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10605" name="Freeform 13"/>
              <p:cNvSpPr/>
              <p:nvPr/>
            </p:nvSpPr>
            <p:spPr bwMode="hidden">
              <a:xfrm>
                <a:off x="4522" y="0"/>
                <a:ext cx="864" cy="4316"/>
              </a:xfrm>
              <a:custGeom>
                <a:avLst/>
                <a:gdLst/>
                <a:ahLst/>
                <a:cxnLst>
                  <a:cxn ang="0">
                    <a:pos x="855" y="2128"/>
                  </a:cxn>
                  <a:cxn ang="0">
                    <a:pos x="831" y="1834"/>
                  </a:cxn>
                  <a:cxn ang="0">
                    <a:pos x="808" y="1684"/>
                  </a:cxn>
                  <a:cxn ang="0">
                    <a:pos x="784" y="1541"/>
                  </a:cxn>
                  <a:cxn ang="0">
                    <a:pos x="748" y="1397"/>
                  </a:cxn>
                  <a:cxn ang="0">
                    <a:pos x="712" y="1253"/>
                  </a:cxn>
                  <a:cxn ang="0">
                    <a:pos x="664" y="1115"/>
                  </a:cxn>
                  <a:cxn ang="0">
                    <a:pos x="610" y="977"/>
                  </a:cxn>
                  <a:cxn ang="0">
                    <a:pos x="491" y="719"/>
                  </a:cxn>
                  <a:cxn ang="0">
                    <a:pos x="353" y="468"/>
                  </a:cxn>
                  <a:cxn ang="0">
                    <a:pos x="192" y="228"/>
                  </a:cxn>
                  <a:cxn ang="0">
                    <a:pos x="12" y="0"/>
                  </a:cxn>
                  <a:cxn ang="0">
                    <a:pos x="0" y="0"/>
                  </a:cxn>
                  <a:cxn ang="0">
                    <a:pos x="180" y="228"/>
                  </a:cxn>
                  <a:cxn ang="0">
                    <a:pos x="341" y="468"/>
                  </a:cxn>
                  <a:cxn ang="0">
                    <a:pos x="479" y="719"/>
                  </a:cxn>
                  <a:cxn ang="0">
                    <a:pos x="598" y="983"/>
                  </a:cxn>
                  <a:cxn ang="0">
                    <a:pos x="652" y="1121"/>
                  </a:cxn>
                  <a:cxn ang="0">
                    <a:pos x="700" y="1259"/>
                  </a:cxn>
                  <a:cxn ang="0">
                    <a:pos x="736" y="1403"/>
                  </a:cxn>
                  <a:cxn ang="0">
                    <a:pos x="772" y="1547"/>
                  </a:cxn>
                  <a:cxn ang="0">
                    <a:pos x="802" y="1690"/>
                  </a:cxn>
                  <a:cxn ang="0">
                    <a:pos x="819" y="1834"/>
                  </a:cxn>
                  <a:cxn ang="0">
                    <a:pos x="837" y="1984"/>
                  </a:cxn>
                  <a:cxn ang="0">
                    <a:pos x="843" y="2128"/>
                  </a:cxn>
                  <a:cxn ang="0">
                    <a:pos x="849" y="2278"/>
                  </a:cxn>
                  <a:cxn ang="0">
                    <a:pos x="843" y="2428"/>
                  </a:cxn>
                  <a:cxn ang="0">
                    <a:pos x="831" y="2572"/>
                  </a:cxn>
                  <a:cxn ang="0">
                    <a:pos x="819" y="2721"/>
                  </a:cxn>
                  <a:cxn ang="0">
                    <a:pos x="796" y="2865"/>
                  </a:cxn>
                  <a:cxn ang="0">
                    <a:pos x="766" y="3015"/>
                  </a:cxn>
                  <a:cxn ang="0">
                    <a:pos x="724" y="3159"/>
                  </a:cxn>
                  <a:cxn ang="0">
                    <a:pos x="682" y="3303"/>
                  </a:cxn>
                  <a:cxn ang="0">
                    <a:pos x="586" y="3567"/>
                  </a:cxn>
                  <a:cxn ang="0">
                    <a:pos x="473" y="3824"/>
                  </a:cxn>
                  <a:cxn ang="0">
                    <a:pos x="335" y="4076"/>
                  </a:cxn>
                  <a:cxn ang="0">
                    <a:pos x="180" y="4316"/>
                  </a:cxn>
                  <a:cxn ang="0">
                    <a:pos x="192" y="4316"/>
                  </a:cxn>
                  <a:cxn ang="0">
                    <a:pos x="347" y="4076"/>
                  </a:cxn>
                  <a:cxn ang="0">
                    <a:pos x="485" y="3824"/>
                  </a:cxn>
                  <a:cxn ang="0">
                    <a:pos x="598" y="3573"/>
                  </a:cxn>
                  <a:cxn ang="0">
                    <a:pos x="694" y="3309"/>
                  </a:cxn>
                  <a:cxn ang="0">
                    <a:pos x="736" y="3165"/>
                  </a:cxn>
                  <a:cxn ang="0">
                    <a:pos x="778" y="3021"/>
                  </a:cxn>
                  <a:cxn ang="0">
                    <a:pos x="808" y="2871"/>
                  </a:cxn>
                  <a:cxn ang="0">
                    <a:pos x="831" y="2727"/>
                  </a:cxn>
                  <a:cxn ang="0">
                    <a:pos x="843" y="2578"/>
                  </a:cxn>
                  <a:cxn ang="0">
                    <a:pos x="855" y="2428"/>
                  </a:cxn>
                  <a:cxn ang="0">
                    <a:pos x="861" y="2278"/>
                  </a:cxn>
                  <a:cxn ang="0">
                    <a:pos x="855" y="2128"/>
                  </a:cxn>
                  <a:cxn ang="0">
                    <a:pos x="855" y="2128"/>
                  </a:cxn>
                </a:cxnLst>
                <a:rect l="0" t="0" r="r" b="b"/>
                <a:pathLst>
                  <a:path w="861" h="4316">
                    <a:moveTo>
                      <a:pt x="855" y="2128"/>
                    </a:moveTo>
                    <a:lnTo>
                      <a:pt x="831" y="1834"/>
                    </a:lnTo>
                    <a:lnTo>
                      <a:pt x="808" y="1684"/>
                    </a:lnTo>
                    <a:lnTo>
                      <a:pt x="784" y="1541"/>
                    </a:lnTo>
                    <a:lnTo>
                      <a:pt x="748" y="1397"/>
                    </a:lnTo>
                    <a:lnTo>
                      <a:pt x="712" y="1253"/>
                    </a:lnTo>
                    <a:lnTo>
                      <a:pt x="664" y="1115"/>
                    </a:lnTo>
                    <a:lnTo>
                      <a:pt x="610" y="977"/>
                    </a:lnTo>
                    <a:lnTo>
                      <a:pt x="491" y="719"/>
                    </a:lnTo>
                    <a:lnTo>
                      <a:pt x="353" y="468"/>
                    </a:lnTo>
                    <a:lnTo>
                      <a:pt x="192" y="228"/>
                    </a:lnTo>
                    <a:lnTo>
                      <a:pt x="12" y="0"/>
                    </a:lnTo>
                    <a:lnTo>
                      <a:pt x="0" y="0"/>
                    </a:lnTo>
                    <a:lnTo>
                      <a:pt x="180" y="228"/>
                    </a:lnTo>
                    <a:lnTo>
                      <a:pt x="341" y="468"/>
                    </a:lnTo>
                    <a:lnTo>
                      <a:pt x="479" y="719"/>
                    </a:lnTo>
                    <a:lnTo>
                      <a:pt x="598" y="983"/>
                    </a:lnTo>
                    <a:lnTo>
                      <a:pt x="652" y="1121"/>
                    </a:lnTo>
                    <a:lnTo>
                      <a:pt x="700" y="1259"/>
                    </a:lnTo>
                    <a:lnTo>
                      <a:pt x="736" y="1403"/>
                    </a:lnTo>
                    <a:lnTo>
                      <a:pt x="772" y="1547"/>
                    </a:lnTo>
                    <a:lnTo>
                      <a:pt x="802" y="1690"/>
                    </a:lnTo>
                    <a:lnTo>
                      <a:pt x="819" y="1834"/>
                    </a:lnTo>
                    <a:lnTo>
                      <a:pt x="837" y="1984"/>
                    </a:lnTo>
                    <a:lnTo>
                      <a:pt x="843" y="2128"/>
                    </a:lnTo>
                    <a:lnTo>
                      <a:pt x="849" y="2278"/>
                    </a:lnTo>
                    <a:lnTo>
                      <a:pt x="843" y="2428"/>
                    </a:lnTo>
                    <a:lnTo>
                      <a:pt x="831" y="2572"/>
                    </a:lnTo>
                    <a:lnTo>
                      <a:pt x="819" y="2721"/>
                    </a:lnTo>
                    <a:lnTo>
                      <a:pt x="796" y="2865"/>
                    </a:lnTo>
                    <a:lnTo>
                      <a:pt x="766" y="3015"/>
                    </a:lnTo>
                    <a:lnTo>
                      <a:pt x="724" y="3159"/>
                    </a:lnTo>
                    <a:lnTo>
                      <a:pt x="682" y="3303"/>
                    </a:lnTo>
                    <a:lnTo>
                      <a:pt x="586" y="3567"/>
                    </a:lnTo>
                    <a:lnTo>
                      <a:pt x="473" y="3824"/>
                    </a:lnTo>
                    <a:lnTo>
                      <a:pt x="335" y="4076"/>
                    </a:lnTo>
                    <a:lnTo>
                      <a:pt x="180" y="4316"/>
                    </a:lnTo>
                    <a:lnTo>
                      <a:pt x="192" y="4316"/>
                    </a:lnTo>
                    <a:lnTo>
                      <a:pt x="347" y="4076"/>
                    </a:lnTo>
                    <a:lnTo>
                      <a:pt x="485" y="3824"/>
                    </a:lnTo>
                    <a:lnTo>
                      <a:pt x="598" y="3573"/>
                    </a:lnTo>
                    <a:lnTo>
                      <a:pt x="694" y="3309"/>
                    </a:lnTo>
                    <a:lnTo>
                      <a:pt x="736" y="3165"/>
                    </a:lnTo>
                    <a:lnTo>
                      <a:pt x="778" y="3021"/>
                    </a:lnTo>
                    <a:lnTo>
                      <a:pt x="808" y="2871"/>
                    </a:lnTo>
                    <a:lnTo>
                      <a:pt x="831" y="2727"/>
                    </a:lnTo>
                    <a:lnTo>
                      <a:pt x="843" y="2578"/>
                    </a:lnTo>
                    <a:lnTo>
                      <a:pt x="855" y="2428"/>
                    </a:lnTo>
                    <a:lnTo>
                      <a:pt x="861" y="2278"/>
                    </a:lnTo>
                    <a:lnTo>
                      <a:pt x="855" y="2128"/>
                    </a:lnTo>
                    <a:lnTo>
                      <a:pt x="855" y="2128"/>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10606" name="Freeform 14"/>
              <p:cNvSpPr/>
              <p:nvPr/>
            </p:nvSpPr>
            <p:spPr bwMode="hidden">
              <a:xfrm>
                <a:off x="2399" y="0"/>
                <a:ext cx="150" cy="4316"/>
              </a:xfrm>
              <a:custGeom>
                <a:avLst/>
                <a:gdLst/>
                <a:ahLst/>
                <a:cxnLst>
                  <a:cxn ang="0">
                    <a:pos x="18" y="1942"/>
                  </a:cxn>
                  <a:cxn ang="0">
                    <a:pos x="30" y="1630"/>
                  </a:cxn>
                  <a:cxn ang="0">
                    <a:pos x="42" y="1331"/>
                  </a:cxn>
                  <a:cxn ang="0">
                    <a:pos x="59" y="1055"/>
                  </a:cxn>
                  <a:cxn ang="0">
                    <a:pos x="77" y="791"/>
                  </a:cxn>
                  <a:cxn ang="0">
                    <a:pos x="83" y="671"/>
                  </a:cxn>
                  <a:cxn ang="0">
                    <a:pos x="95" y="557"/>
                  </a:cxn>
                  <a:cxn ang="0">
                    <a:pos x="107" y="444"/>
                  </a:cxn>
                  <a:cxn ang="0">
                    <a:pos x="113" y="342"/>
                  </a:cxn>
                  <a:cxn ang="0">
                    <a:pos x="125" y="246"/>
                  </a:cxn>
                  <a:cxn ang="0">
                    <a:pos x="131" y="156"/>
                  </a:cxn>
                  <a:cxn ang="0">
                    <a:pos x="143" y="72"/>
                  </a:cxn>
                  <a:cxn ang="0">
                    <a:pos x="149" y="0"/>
                  </a:cxn>
                  <a:cxn ang="0">
                    <a:pos x="137" y="0"/>
                  </a:cxn>
                  <a:cxn ang="0">
                    <a:pos x="131" y="72"/>
                  </a:cxn>
                  <a:cxn ang="0">
                    <a:pos x="119" y="156"/>
                  </a:cxn>
                  <a:cxn ang="0">
                    <a:pos x="113" y="246"/>
                  </a:cxn>
                  <a:cxn ang="0">
                    <a:pos x="101" y="342"/>
                  </a:cxn>
                  <a:cxn ang="0">
                    <a:pos x="95" y="444"/>
                  </a:cxn>
                  <a:cxn ang="0">
                    <a:pos x="83" y="557"/>
                  </a:cxn>
                  <a:cxn ang="0">
                    <a:pos x="71" y="671"/>
                  </a:cxn>
                  <a:cxn ang="0">
                    <a:pos x="65" y="791"/>
                  </a:cxn>
                  <a:cxn ang="0">
                    <a:pos x="48" y="1055"/>
                  </a:cxn>
                  <a:cxn ang="0">
                    <a:pos x="30" y="1331"/>
                  </a:cxn>
                  <a:cxn ang="0">
                    <a:pos x="18" y="1630"/>
                  </a:cxn>
                  <a:cxn ang="0">
                    <a:pos x="6" y="1942"/>
                  </a:cxn>
                  <a:cxn ang="0">
                    <a:pos x="0" y="2278"/>
                  </a:cxn>
                  <a:cxn ang="0">
                    <a:pos x="6" y="2602"/>
                  </a:cxn>
                  <a:cxn ang="0">
                    <a:pos x="12" y="2919"/>
                  </a:cxn>
                  <a:cxn ang="0">
                    <a:pos x="24" y="3219"/>
                  </a:cxn>
                  <a:cxn ang="0">
                    <a:pos x="36" y="3513"/>
                  </a:cxn>
                  <a:cxn ang="0">
                    <a:pos x="59" y="3794"/>
                  </a:cxn>
                  <a:cxn ang="0">
                    <a:pos x="89" y="4058"/>
                  </a:cxn>
                  <a:cxn ang="0">
                    <a:pos x="125" y="4316"/>
                  </a:cxn>
                  <a:cxn ang="0">
                    <a:pos x="137" y="4316"/>
                  </a:cxn>
                  <a:cxn ang="0">
                    <a:pos x="101" y="4058"/>
                  </a:cxn>
                  <a:cxn ang="0">
                    <a:pos x="71" y="3794"/>
                  </a:cxn>
                  <a:cxn ang="0">
                    <a:pos x="48" y="3513"/>
                  </a:cxn>
                  <a:cxn ang="0">
                    <a:pos x="36" y="3225"/>
                  </a:cxn>
                  <a:cxn ang="0">
                    <a:pos x="24" y="2919"/>
                  </a:cxn>
                  <a:cxn ang="0">
                    <a:pos x="18" y="2608"/>
                  </a:cxn>
                  <a:cxn ang="0">
                    <a:pos x="12" y="2278"/>
                  </a:cxn>
                  <a:cxn ang="0">
                    <a:pos x="18" y="1942"/>
                  </a:cxn>
                  <a:cxn ang="0">
                    <a:pos x="18" y="1942"/>
                  </a:cxn>
                </a:cxnLst>
                <a:rect l="0" t="0" r="r" b="b"/>
                <a:pathLst>
                  <a:path w="149" h="4316">
                    <a:moveTo>
                      <a:pt x="18" y="1942"/>
                    </a:moveTo>
                    <a:lnTo>
                      <a:pt x="30" y="1630"/>
                    </a:lnTo>
                    <a:lnTo>
                      <a:pt x="42" y="1331"/>
                    </a:lnTo>
                    <a:lnTo>
                      <a:pt x="59" y="1055"/>
                    </a:lnTo>
                    <a:lnTo>
                      <a:pt x="77" y="791"/>
                    </a:lnTo>
                    <a:lnTo>
                      <a:pt x="83" y="671"/>
                    </a:lnTo>
                    <a:lnTo>
                      <a:pt x="95" y="557"/>
                    </a:lnTo>
                    <a:lnTo>
                      <a:pt x="107" y="444"/>
                    </a:lnTo>
                    <a:lnTo>
                      <a:pt x="113" y="342"/>
                    </a:lnTo>
                    <a:lnTo>
                      <a:pt x="125" y="246"/>
                    </a:lnTo>
                    <a:lnTo>
                      <a:pt x="131" y="156"/>
                    </a:lnTo>
                    <a:lnTo>
                      <a:pt x="143" y="72"/>
                    </a:lnTo>
                    <a:lnTo>
                      <a:pt x="149" y="0"/>
                    </a:lnTo>
                    <a:lnTo>
                      <a:pt x="137" y="0"/>
                    </a:lnTo>
                    <a:lnTo>
                      <a:pt x="131" y="72"/>
                    </a:lnTo>
                    <a:lnTo>
                      <a:pt x="119" y="156"/>
                    </a:lnTo>
                    <a:lnTo>
                      <a:pt x="113" y="246"/>
                    </a:lnTo>
                    <a:lnTo>
                      <a:pt x="101" y="342"/>
                    </a:lnTo>
                    <a:lnTo>
                      <a:pt x="95" y="444"/>
                    </a:lnTo>
                    <a:lnTo>
                      <a:pt x="83" y="557"/>
                    </a:lnTo>
                    <a:lnTo>
                      <a:pt x="71" y="671"/>
                    </a:lnTo>
                    <a:lnTo>
                      <a:pt x="65" y="791"/>
                    </a:lnTo>
                    <a:lnTo>
                      <a:pt x="48" y="1055"/>
                    </a:lnTo>
                    <a:lnTo>
                      <a:pt x="30" y="1331"/>
                    </a:lnTo>
                    <a:lnTo>
                      <a:pt x="18" y="1630"/>
                    </a:lnTo>
                    <a:lnTo>
                      <a:pt x="6" y="1942"/>
                    </a:lnTo>
                    <a:lnTo>
                      <a:pt x="0" y="2278"/>
                    </a:lnTo>
                    <a:lnTo>
                      <a:pt x="6" y="2602"/>
                    </a:lnTo>
                    <a:lnTo>
                      <a:pt x="12" y="2919"/>
                    </a:lnTo>
                    <a:lnTo>
                      <a:pt x="24" y="3219"/>
                    </a:lnTo>
                    <a:lnTo>
                      <a:pt x="36" y="3513"/>
                    </a:lnTo>
                    <a:lnTo>
                      <a:pt x="59" y="3794"/>
                    </a:lnTo>
                    <a:lnTo>
                      <a:pt x="89" y="4058"/>
                    </a:lnTo>
                    <a:lnTo>
                      <a:pt x="125" y="4316"/>
                    </a:lnTo>
                    <a:lnTo>
                      <a:pt x="137" y="4316"/>
                    </a:lnTo>
                    <a:lnTo>
                      <a:pt x="101" y="4058"/>
                    </a:lnTo>
                    <a:lnTo>
                      <a:pt x="71" y="3794"/>
                    </a:lnTo>
                    <a:lnTo>
                      <a:pt x="48" y="3513"/>
                    </a:lnTo>
                    <a:lnTo>
                      <a:pt x="36" y="3225"/>
                    </a:lnTo>
                    <a:lnTo>
                      <a:pt x="24" y="2919"/>
                    </a:lnTo>
                    <a:lnTo>
                      <a:pt x="18" y="2608"/>
                    </a:lnTo>
                    <a:lnTo>
                      <a:pt x="12" y="2278"/>
                    </a:lnTo>
                    <a:lnTo>
                      <a:pt x="18" y="1942"/>
                    </a:lnTo>
                    <a:lnTo>
                      <a:pt x="18" y="1942"/>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10607" name="Freeform 15"/>
              <p:cNvSpPr/>
              <p:nvPr/>
            </p:nvSpPr>
            <p:spPr bwMode="hidden">
              <a:xfrm>
                <a:off x="1967" y="0"/>
                <a:ext cx="300" cy="4316"/>
              </a:xfrm>
              <a:custGeom>
                <a:avLst/>
                <a:gdLst/>
                <a:ahLst/>
                <a:cxnLst>
                  <a:cxn ang="0">
                    <a:pos x="18" y="2062"/>
                  </a:cxn>
                  <a:cxn ang="0">
                    <a:pos x="30" y="1750"/>
                  </a:cxn>
                  <a:cxn ang="0">
                    <a:pos x="54" y="1451"/>
                  </a:cxn>
                  <a:cxn ang="0">
                    <a:pos x="84" y="1169"/>
                  </a:cxn>
                  <a:cxn ang="0">
                    <a:pos x="126" y="899"/>
                  </a:cxn>
                  <a:cxn ang="0">
                    <a:pos x="162" y="641"/>
                  </a:cxn>
                  <a:cxn ang="0">
                    <a:pos x="209" y="408"/>
                  </a:cxn>
                  <a:cxn ang="0">
                    <a:pos x="251" y="192"/>
                  </a:cxn>
                  <a:cxn ang="0">
                    <a:pos x="299" y="0"/>
                  </a:cxn>
                  <a:cxn ang="0">
                    <a:pos x="287" y="0"/>
                  </a:cxn>
                  <a:cxn ang="0">
                    <a:pos x="239" y="192"/>
                  </a:cxn>
                  <a:cxn ang="0">
                    <a:pos x="198" y="408"/>
                  </a:cxn>
                  <a:cxn ang="0">
                    <a:pos x="156" y="641"/>
                  </a:cxn>
                  <a:cxn ang="0">
                    <a:pos x="114" y="899"/>
                  </a:cxn>
                  <a:cxn ang="0">
                    <a:pos x="78" y="1169"/>
                  </a:cxn>
                  <a:cxn ang="0">
                    <a:pos x="48" y="1451"/>
                  </a:cxn>
                  <a:cxn ang="0">
                    <a:pos x="24" y="1750"/>
                  </a:cxn>
                  <a:cxn ang="0">
                    <a:pos x="6" y="2062"/>
                  </a:cxn>
                  <a:cxn ang="0">
                    <a:pos x="0" y="2374"/>
                  </a:cxn>
                  <a:cxn ang="0">
                    <a:pos x="12" y="2674"/>
                  </a:cxn>
                  <a:cxn ang="0">
                    <a:pos x="30" y="2973"/>
                  </a:cxn>
                  <a:cxn ang="0">
                    <a:pos x="54" y="3255"/>
                  </a:cxn>
                  <a:cxn ang="0">
                    <a:pos x="96" y="3537"/>
                  </a:cxn>
                  <a:cxn ang="0">
                    <a:pos x="144" y="3806"/>
                  </a:cxn>
                  <a:cxn ang="0">
                    <a:pos x="203" y="4064"/>
                  </a:cxn>
                  <a:cxn ang="0">
                    <a:pos x="275" y="4316"/>
                  </a:cxn>
                  <a:cxn ang="0">
                    <a:pos x="287" y="4316"/>
                  </a:cxn>
                  <a:cxn ang="0">
                    <a:pos x="215" y="4064"/>
                  </a:cxn>
                  <a:cxn ang="0">
                    <a:pos x="156" y="3806"/>
                  </a:cxn>
                  <a:cxn ang="0">
                    <a:pos x="108" y="3537"/>
                  </a:cxn>
                  <a:cxn ang="0">
                    <a:pos x="66" y="3261"/>
                  </a:cxn>
                  <a:cxn ang="0">
                    <a:pos x="42" y="2973"/>
                  </a:cxn>
                  <a:cxn ang="0">
                    <a:pos x="24" y="2680"/>
                  </a:cxn>
                  <a:cxn ang="0">
                    <a:pos x="12" y="2374"/>
                  </a:cxn>
                  <a:cxn ang="0">
                    <a:pos x="18" y="2062"/>
                  </a:cxn>
                  <a:cxn ang="0">
                    <a:pos x="18" y="2062"/>
                  </a:cxn>
                </a:cxnLst>
                <a:rect l="0" t="0" r="r" b="b"/>
                <a:pathLst>
                  <a:path w="299" h="4316">
                    <a:moveTo>
                      <a:pt x="18" y="2062"/>
                    </a:moveTo>
                    <a:lnTo>
                      <a:pt x="30" y="1750"/>
                    </a:lnTo>
                    <a:lnTo>
                      <a:pt x="54" y="1451"/>
                    </a:lnTo>
                    <a:lnTo>
                      <a:pt x="84" y="1169"/>
                    </a:lnTo>
                    <a:lnTo>
                      <a:pt x="126" y="899"/>
                    </a:lnTo>
                    <a:lnTo>
                      <a:pt x="162" y="641"/>
                    </a:lnTo>
                    <a:lnTo>
                      <a:pt x="209" y="408"/>
                    </a:lnTo>
                    <a:lnTo>
                      <a:pt x="251" y="192"/>
                    </a:lnTo>
                    <a:lnTo>
                      <a:pt x="299" y="0"/>
                    </a:lnTo>
                    <a:lnTo>
                      <a:pt x="287" y="0"/>
                    </a:lnTo>
                    <a:lnTo>
                      <a:pt x="239" y="192"/>
                    </a:lnTo>
                    <a:lnTo>
                      <a:pt x="198" y="408"/>
                    </a:lnTo>
                    <a:lnTo>
                      <a:pt x="156" y="641"/>
                    </a:lnTo>
                    <a:lnTo>
                      <a:pt x="114" y="899"/>
                    </a:lnTo>
                    <a:lnTo>
                      <a:pt x="78" y="1169"/>
                    </a:lnTo>
                    <a:lnTo>
                      <a:pt x="48" y="1451"/>
                    </a:lnTo>
                    <a:lnTo>
                      <a:pt x="24" y="1750"/>
                    </a:lnTo>
                    <a:lnTo>
                      <a:pt x="6" y="2062"/>
                    </a:lnTo>
                    <a:lnTo>
                      <a:pt x="0" y="2374"/>
                    </a:lnTo>
                    <a:lnTo>
                      <a:pt x="12" y="2674"/>
                    </a:lnTo>
                    <a:lnTo>
                      <a:pt x="30" y="2973"/>
                    </a:lnTo>
                    <a:lnTo>
                      <a:pt x="54" y="3255"/>
                    </a:lnTo>
                    <a:lnTo>
                      <a:pt x="96" y="3537"/>
                    </a:lnTo>
                    <a:lnTo>
                      <a:pt x="144" y="3806"/>
                    </a:lnTo>
                    <a:lnTo>
                      <a:pt x="203" y="4064"/>
                    </a:lnTo>
                    <a:lnTo>
                      <a:pt x="275" y="4316"/>
                    </a:lnTo>
                    <a:lnTo>
                      <a:pt x="287" y="4316"/>
                    </a:lnTo>
                    <a:lnTo>
                      <a:pt x="215" y="4064"/>
                    </a:lnTo>
                    <a:lnTo>
                      <a:pt x="156" y="3806"/>
                    </a:lnTo>
                    <a:lnTo>
                      <a:pt x="108" y="3537"/>
                    </a:lnTo>
                    <a:lnTo>
                      <a:pt x="66" y="3261"/>
                    </a:lnTo>
                    <a:lnTo>
                      <a:pt x="42" y="2973"/>
                    </a:lnTo>
                    <a:lnTo>
                      <a:pt x="24" y="2680"/>
                    </a:lnTo>
                    <a:lnTo>
                      <a:pt x="12" y="2374"/>
                    </a:lnTo>
                    <a:lnTo>
                      <a:pt x="18" y="2062"/>
                    </a:lnTo>
                    <a:lnTo>
                      <a:pt x="18" y="2062"/>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10608" name="Freeform 16"/>
              <p:cNvSpPr/>
              <p:nvPr/>
            </p:nvSpPr>
            <p:spPr bwMode="hidden">
              <a:xfrm>
                <a:off x="1566" y="0"/>
                <a:ext cx="425" cy="4316"/>
              </a:xfrm>
              <a:custGeom>
                <a:avLst/>
                <a:gdLst/>
                <a:ahLst/>
                <a:cxnLst>
                  <a:cxn ang="0">
                    <a:pos x="424" y="0"/>
                  </a:cxn>
                  <a:cxn ang="0">
                    <a:pos x="412" y="0"/>
                  </a:cxn>
                  <a:cxn ang="0">
                    <a:pos x="316" y="222"/>
                  </a:cxn>
                  <a:cxn ang="0">
                    <a:pos x="239" y="462"/>
                  </a:cxn>
                  <a:cxn ang="0">
                    <a:pos x="167" y="707"/>
                  </a:cxn>
                  <a:cxn ang="0">
                    <a:pos x="107" y="971"/>
                  </a:cxn>
                  <a:cxn ang="0">
                    <a:pos x="65" y="1247"/>
                  </a:cxn>
                  <a:cxn ang="0">
                    <a:pos x="29" y="1529"/>
                  </a:cxn>
                  <a:cxn ang="0">
                    <a:pos x="6" y="1822"/>
                  </a:cxn>
                  <a:cxn ang="0">
                    <a:pos x="0" y="2122"/>
                  </a:cxn>
                  <a:cxn ang="0">
                    <a:pos x="6" y="2404"/>
                  </a:cxn>
                  <a:cxn ang="0">
                    <a:pos x="24" y="2686"/>
                  </a:cxn>
                  <a:cxn ang="0">
                    <a:pos x="47" y="2961"/>
                  </a:cxn>
                  <a:cxn ang="0">
                    <a:pos x="89" y="3243"/>
                  </a:cxn>
                  <a:cxn ang="0">
                    <a:pos x="137" y="3519"/>
                  </a:cxn>
                  <a:cxn ang="0">
                    <a:pos x="197" y="3788"/>
                  </a:cxn>
                  <a:cxn ang="0">
                    <a:pos x="269" y="4058"/>
                  </a:cxn>
                  <a:cxn ang="0">
                    <a:pos x="346" y="4316"/>
                  </a:cxn>
                  <a:cxn ang="0">
                    <a:pos x="358" y="4316"/>
                  </a:cxn>
                  <a:cxn ang="0">
                    <a:pos x="281" y="4058"/>
                  </a:cxn>
                  <a:cxn ang="0">
                    <a:pos x="209" y="3788"/>
                  </a:cxn>
                  <a:cxn ang="0">
                    <a:pos x="149" y="3519"/>
                  </a:cxn>
                  <a:cxn ang="0">
                    <a:pos x="101" y="3243"/>
                  </a:cxn>
                  <a:cxn ang="0">
                    <a:pos x="59" y="2961"/>
                  </a:cxn>
                  <a:cxn ang="0">
                    <a:pos x="35" y="2686"/>
                  </a:cxn>
                  <a:cxn ang="0">
                    <a:pos x="18" y="2404"/>
                  </a:cxn>
                  <a:cxn ang="0">
                    <a:pos x="12" y="2122"/>
                  </a:cxn>
                  <a:cxn ang="0">
                    <a:pos x="18" y="1822"/>
                  </a:cxn>
                  <a:cxn ang="0">
                    <a:pos x="41" y="1529"/>
                  </a:cxn>
                  <a:cxn ang="0">
                    <a:pos x="71" y="1247"/>
                  </a:cxn>
                  <a:cxn ang="0">
                    <a:pos x="119" y="971"/>
                  </a:cxn>
                  <a:cxn ang="0">
                    <a:pos x="179" y="707"/>
                  </a:cxn>
                  <a:cxn ang="0">
                    <a:pos x="245" y="462"/>
                  </a:cxn>
                  <a:cxn ang="0">
                    <a:pos x="328" y="222"/>
                  </a:cxn>
                  <a:cxn ang="0">
                    <a:pos x="424" y="0"/>
                  </a:cxn>
                  <a:cxn ang="0">
                    <a:pos x="424" y="0"/>
                  </a:cxn>
                </a:cxnLst>
                <a:rect l="0" t="0" r="r" b="b"/>
                <a:pathLst>
                  <a:path w="424" h="4316">
                    <a:moveTo>
                      <a:pt x="424" y="0"/>
                    </a:moveTo>
                    <a:lnTo>
                      <a:pt x="412" y="0"/>
                    </a:lnTo>
                    <a:lnTo>
                      <a:pt x="316" y="222"/>
                    </a:lnTo>
                    <a:lnTo>
                      <a:pt x="239" y="462"/>
                    </a:lnTo>
                    <a:lnTo>
                      <a:pt x="167" y="707"/>
                    </a:lnTo>
                    <a:lnTo>
                      <a:pt x="107" y="971"/>
                    </a:lnTo>
                    <a:lnTo>
                      <a:pt x="65" y="1247"/>
                    </a:lnTo>
                    <a:lnTo>
                      <a:pt x="29" y="1529"/>
                    </a:lnTo>
                    <a:lnTo>
                      <a:pt x="6" y="1822"/>
                    </a:lnTo>
                    <a:lnTo>
                      <a:pt x="0" y="2122"/>
                    </a:lnTo>
                    <a:lnTo>
                      <a:pt x="6" y="2404"/>
                    </a:lnTo>
                    <a:lnTo>
                      <a:pt x="24" y="2686"/>
                    </a:lnTo>
                    <a:lnTo>
                      <a:pt x="47" y="2961"/>
                    </a:lnTo>
                    <a:lnTo>
                      <a:pt x="89" y="3243"/>
                    </a:lnTo>
                    <a:lnTo>
                      <a:pt x="137" y="3519"/>
                    </a:lnTo>
                    <a:lnTo>
                      <a:pt x="197" y="3788"/>
                    </a:lnTo>
                    <a:lnTo>
                      <a:pt x="269" y="4058"/>
                    </a:lnTo>
                    <a:lnTo>
                      <a:pt x="346" y="4316"/>
                    </a:lnTo>
                    <a:lnTo>
                      <a:pt x="358" y="4316"/>
                    </a:lnTo>
                    <a:lnTo>
                      <a:pt x="281" y="4058"/>
                    </a:lnTo>
                    <a:lnTo>
                      <a:pt x="209" y="3788"/>
                    </a:lnTo>
                    <a:lnTo>
                      <a:pt x="149" y="3519"/>
                    </a:lnTo>
                    <a:lnTo>
                      <a:pt x="101" y="3243"/>
                    </a:lnTo>
                    <a:lnTo>
                      <a:pt x="59" y="2961"/>
                    </a:lnTo>
                    <a:lnTo>
                      <a:pt x="35" y="2686"/>
                    </a:lnTo>
                    <a:lnTo>
                      <a:pt x="18" y="2404"/>
                    </a:lnTo>
                    <a:lnTo>
                      <a:pt x="12" y="2122"/>
                    </a:lnTo>
                    <a:lnTo>
                      <a:pt x="18" y="1822"/>
                    </a:lnTo>
                    <a:lnTo>
                      <a:pt x="41" y="1529"/>
                    </a:lnTo>
                    <a:lnTo>
                      <a:pt x="71" y="1247"/>
                    </a:lnTo>
                    <a:lnTo>
                      <a:pt x="119" y="971"/>
                    </a:lnTo>
                    <a:lnTo>
                      <a:pt x="179" y="707"/>
                    </a:lnTo>
                    <a:lnTo>
                      <a:pt x="245" y="462"/>
                    </a:lnTo>
                    <a:lnTo>
                      <a:pt x="328" y="222"/>
                    </a:lnTo>
                    <a:lnTo>
                      <a:pt x="424" y="0"/>
                    </a:lnTo>
                    <a:lnTo>
                      <a:pt x="424" y="0"/>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10609" name="Freeform 17"/>
              <p:cNvSpPr/>
              <p:nvPr/>
            </p:nvSpPr>
            <p:spPr bwMode="hidden">
              <a:xfrm>
                <a:off x="1128" y="0"/>
                <a:ext cx="575" cy="4316"/>
              </a:xfrm>
              <a:custGeom>
                <a:avLst/>
                <a:gdLst/>
                <a:ahLst/>
                <a:cxnLst>
                  <a:cxn ang="0">
                    <a:pos x="12" y="2146"/>
                  </a:cxn>
                  <a:cxn ang="0">
                    <a:pos x="24" y="1846"/>
                  </a:cxn>
                  <a:cxn ang="0">
                    <a:pos x="54" y="1559"/>
                  </a:cxn>
                  <a:cxn ang="0">
                    <a:pos x="96" y="1277"/>
                  </a:cxn>
                  <a:cxn ang="0">
                    <a:pos x="162" y="1001"/>
                  </a:cxn>
                  <a:cxn ang="0">
                    <a:pos x="239" y="731"/>
                  </a:cxn>
                  <a:cxn ang="0">
                    <a:pos x="335" y="480"/>
                  </a:cxn>
                  <a:cxn ang="0">
                    <a:pos x="449" y="234"/>
                  </a:cxn>
                  <a:cxn ang="0">
                    <a:pos x="574" y="0"/>
                  </a:cxn>
                  <a:cxn ang="0">
                    <a:pos x="562" y="0"/>
                  </a:cxn>
                  <a:cxn ang="0">
                    <a:pos x="437" y="234"/>
                  </a:cxn>
                  <a:cxn ang="0">
                    <a:pos x="323" y="480"/>
                  </a:cxn>
                  <a:cxn ang="0">
                    <a:pos x="227" y="737"/>
                  </a:cxn>
                  <a:cxn ang="0">
                    <a:pos x="150" y="1001"/>
                  </a:cxn>
                  <a:cxn ang="0">
                    <a:pos x="84" y="1277"/>
                  </a:cxn>
                  <a:cxn ang="0">
                    <a:pos x="42" y="1559"/>
                  </a:cxn>
                  <a:cxn ang="0">
                    <a:pos x="12" y="1852"/>
                  </a:cxn>
                  <a:cxn ang="0">
                    <a:pos x="0" y="2146"/>
                  </a:cxn>
                  <a:cxn ang="0">
                    <a:pos x="6" y="2434"/>
                  </a:cxn>
                  <a:cxn ang="0">
                    <a:pos x="30" y="2715"/>
                  </a:cxn>
                  <a:cxn ang="0">
                    <a:pos x="66" y="2997"/>
                  </a:cxn>
                  <a:cxn ang="0">
                    <a:pos x="120" y="3273"/>
                  </a:cxn>
                  <a:cxn ang="0">
                    <a:pos x="191" y="3549"/>
                  </a:cxn>
                  <a:cxn ang="0">
                    <a:pos x="275" y="3812"/>
                  </a:cxn>
                  <a:cxn ang="0">
                    <a:pos x="371" y="4070"/>
                  </a:cxn>
                  <a:cxn ang="0">
                    <a:pos x="484" y="4316"/>
                  </a:cxn>
                  <a:cxn ang="0">
                    <a:pos x="496" y="4316"/>
                  </a:cxn>
                  <a:cxn ang="0">
                    <a:pos x="383" y="4070"/>
                  </a:cxn>
                  <a:cxn ang="0">
                    <a:pos x="287" y="3812"/>
                  </a:cxn>
                  <a:cxn ang="0">
                    <a:pos x="203" y="3549"/>
                  </a:cxn>
                  <a:cxn ang="0">
                    <a:pos x="132" y="3273"/>
                  </a:cxn>
                  <a:cxn ang="0">
                    <a:pos x="78" y="2997"/>
                  </a:cxn>
                  <a:cxn ang="0">
                    <a:pos x="42" y="2715"/>
                  </a:cxn>
                  <a:cxn ang="0">
                    <a:pos x="18" y="2434"/>
                  </a:cxn>
                  <a:cxn ang="0">
                    <a:pos x="12" y="2146"/>
                  </a:cxn>
                  <a:cxn ang="0">
                    <a:pos x="12" y="2146"/>
                  </a:cxn>
                </a:cxnLst>
                <a:rect l="0" t="0" r="r" b="b"/>
                <a:pathLst>
                  <a:path w="574" h="4316">
                    <a:moveTo>
                      <a:pt x="12" y="2146"/>
                    </a:moveTo>
                    <a:lnTo>
                      <a:pt x="24" y="1846"/>
                    </a:lnTo>
                    <a:lnTo>
                      <a:pt x="54" y="1559"/>
                    </a:lnTo>
                    <a:lnTo>
                      <a:pt x="96" y="1277"/>
                    </a:lnTo>
                    <a:lnTo>
                      <a:pt x="162" y="1001"/>
                    </a:lnTo>
                    <a:lnTo>
                      <a:pt x="239" y="731"/>
                    </a:lnTo>
                    <a:lnTo>
                      <a:pt x="335" y="480"/>
                    </a:lnTo>
                    <a:lnTo>
                      <a:pt x="449" y="234"/>
                    </a:lnTo>
                    <a:lnTo>
                      <a:pt x="574" y="0"/>
                    </a:lnTo>
                    <a:lnTo>
                      <a:pt x="562" y="0"/>
                    </a:lnTo>
                    <a:lnTo>
                      <a:pt x="437" y="234"/>
                    </a:lnTo>
                    <a:lnTo>
                      <a:pt x="323" y="480"/>
                    </a:lnTo>
                    <a:lnTo>
                      <a:pt x="227" y="737"/>
                    </a:lnTo>
                    <a:lnTo>
                      <a:pt x="150" y="1001"/>
                    </a:lnTo>
                    <a:lnTo>
                      <a:pt x="84" y="1277"/>
                    </a:lnTo>
                    <a:lnTo>
                      <a:pt x="42" y="1559"/>
                    </a:lnTo>
                    <a:lnTo>
                      <a:pt x="12" y="1852"/>
                    </a:lnTo>
                    <a:lnTo>
                      <a:pt x="0" y="2146"/>
                    </a:lnTo>
                    <a:lnTo>
                      <a:pt x="6" y="2434"/>
                    </a:lnTo>
                    <a:lnTo>
                      <a:pt x="30" y="2715"/>
                    </a:lnTo>
                    <a:lnTo>
                      <a:pt x="66" y="2997"/>
                    </a:lnTo>
                    <a:lnTo>
                      <a:pt x="120" y="3273"/>
                    </a:lnTo>
                    <a:lnTo>
                      <a:pt x="191" y="3549"/>
                    </a:lnTo>
                    <a:lnTo>
                      <a:pt x="275" y="3812"/>
                    </a:lnTo>
                    <a:lnTo>
                      <a:pt x="371" y="4070"/>
                    </a:lnTo>
                    <a:lnTo>
                      <a:pt x="484" y="4316"/>
                    </a:lnTo>
                    <a:lnTo>
                      <a:pt x="496" y="4316"/>
                    </a:lnTo>
                    <a:lnTo>
                      <a:pt x="383" y="4070"/>
                    </a:lnTo>
                    <a:lnTo>
                      <a:pt x="287" y="3812"/>
                    </a:lnTo>
                    <a:lnTo>
                      <a:pt x="203" y="3549"/>
                    </a:lnTo>
                    <a:lnTo>
                      <a:pt x="132" y="3273"/>
                    </a:lnTo>
                    <a:lnTo>
                      <a:pt x="78" y="2997"/>
                    </a:lnTo>
                    <a:lnTo>
                      <a:pt x="42" y="2715"/>
                    </a:lnTo>
                    <a:lnTo>
                      <a:pt x="18" y="2434"/>
                    </a:lnTo>
                    <a:lnTo>
                      <a:pt x="12" y="2146"/>
                    </a:lnTo>
                    <a:lnTo>
                      <a:pt x="12" y="2146"/>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10610" name="Freeform 18"/>
              <p:cNvSpPr/>
              <p:nvPr/>
            </p:nvSpPr>
            <p:spPr bwMode="hidden">
              <a:xfrm>
                <a:off x="702" y="0"/>
                <a:ext cx="737" cy="4316"/>
              </a:xfrm>
              <a:custGeom>
                <a:avLst/>
                <a:gdLst/>
                <a:ahLst/>
                <a:cxnLst>
                  <a:cxn ang="0">
                    <a:pos x="12" y="2098"/>
                  </a:cxn>
                  <a:cxn ang="0">
                    <a:pos x="29" y="1798"/>
                  </a:cxn>
                  <a:cxn ang="0">
                    <a:pos x="71" y="1505"/>
                  </a:cxn>
                  <a:cxn ang="0">
                    <a:pos x="131" y="1223"/>
                  </a:cxn>
                  <a:cxn ang="0">
                    <a:pos x="215" y="941"/>
                  </a:cxn>
                  <a:cxn ang="0">
                    <a:pos x="316" y="689"/>
                  </a:cxn>
                  <a:cxn ang="0">
                    <a:pos x="442" y="444"/>
                  </a:cxn>
                  <a:cxn ang="0">
                    <a:pos x="580" y="216"/>
                  </a:cxn>
                  <a:cxn ang="0">
                    <a:pos x="735" y="0"/>
                  </a:cxn>
                  <a:cxn ang="0">
                    <a:pos x="723" y="0"/>
                  </a:cxn>
                  <a:cxn ang="0">
                    <a:pos x="568" y="210"/>
                  </a:cxn>
                  <a:cxn ang="0">
                    <a:pos x="430" y="438"/>
                  </a:cxn>
                  <a:cxn ang="0">
                    <a:pos x="311" y="683"/>
                  </a:cxn>
                  <a:cxn ang="0">
                    <a:pos x="209" y="941"/>
                  </a:cxn>
                  <a:cxn ang="0">
                    <a:pos x="125" y="1217"/>
                  </a:cxn>
                  <a:cxn ang="0">
                    <a:pos x="59" y="1505"/>
                  </a:cxn>
                  <a:cxn ang="0">
                    <a:pos x="18" y="1798"/>
                  </a:cxn>
                  <a:cxn ang="0">
                    <a:pos x="0" y="2098"/>
                  </a:cxn>
                  <a:cxn ang="0">
                    <a:pos x="6" y="2404"/>
                  </a:cxn>
                  <a:cxn ang="0">
                    <a:pos x="29" y="2709"/>
                  </a:cxn>
                  <a:cxn ang="0">
                    <a:pos x="77" y="3015"/>
                  </a:cxn>
                  <a:cxn ang="0">
                    <a:pos x="149" y="3315"/>
                  </a:cxn>
                  <a:cxn ang="0">
                    <a:pos x="227" y="3573"/>
                  </a:cxn>
                  <a:cxn ang="0">
                    <a:pos x="316" y="3824"/>
                  </a:cxn>
                  <a:cxn ang="0">
                    <a:pos x="424" y="4076"/>
                  </a:cxn>
                  <a:cxn ang="0">
                    <a:pos x="544" y="4316"/>
                  </a:cxn>
                  <a:cxn ang="0">
                    <a:pos x="556" y="4316"/>
                  </a:cxn>
                  <a:cxn ang="0">
                    <a:pos x="436" y="4076"/>
                  </a:cxn>
                  <a:cxn ang="0">
                    <a:pos x="328" y="3824"/>
                  </a:cxn>
                  <a:cxn ang="0">
                    <a:pos x="239" y="3573"/>
                  </a:cxn>
                  <a:cxn ang="0">
                    <a:pos x="161" y="3315"/>
                  </a:cxn>
                  <a:cxn ang="0">
                    <a:pos x="89" y="3015"/>
                  </a:cxn>
                  <a:cxn ang="0">
                    <a:pos x="41" y="2709"/>
                  </a:cxn>
                  <a:cxn ang="0">
                    <a:pos x="18" y="2404"/>
                  </a:cxn>
                  <a:cxn ang="0">
                    <a:pos x="12" y="2098"/>
                  </a:cxn>
                  <a:cxn ang="0">
                    <a:pos x="12" y="2098"/>
                  </a:cxn>
                </a:cxnLst>
                <a:rect l="0" t="0" r="r" b="b"/>
                <a:pathLst>
                  <a:path w="735" h="4316">
                    <a:moveTo>
                      <a:pt x="12" y="2098"/>
                    </a:moveTo>
                    <a:lnTo>
                      <a:pt x="29" y="1798"/>
                    </a:lnTo>
                    <a:lnTo>
                      <a:pt x="71" y="1505"/>
                    </a:lnTo>
                    <a:lnTo>
                      <a:pt x="131" y="1223"/>
                    </a:lnTo>
                    <a:lnTo>
                      <a:pt x="215" y="941"/>
                    </a:lnTo>
                    <a:lnTo>
                      <a:pt x="316" y="689"/>
                    </a:lnTo>
                    <a:lnTo>
                      <a:pt x="442" y="444"/>
                    </a:lnTo>
                    <a:lnTo>
                      <a:pt x="580" y="216"/>
                    </a:lnTo>
                    <a:lnTo>
                      <a:pt x="735" y="0"/>
                    </a:lnTo>
                    <a:lnTo>
                      <a:pt x="723" y="0"/>
                    </a:lnTo>
                    <a:lnTo>
                      <a:pt x="568" y="210"/>
                    </a:lnTo>
                    <a:lnTo>
                      <a:pt x="430" y="438"/>
                    </a:lnTo>
                    <a:lnTo>
                      <a:pt x="311" y="683"/>
                    </a:lnTo>
                    <a:lnTo>
                      <a:pt x="209" y="941"/>
                    </a:lnTo>
                    <a:lnTo>
                      <a:pt x="125" y="1217"/>
                    </a:lnTo>
                    <a:lnTo>
                      <a:pt x="59" y="1505"/>
                    </a:lnTo>
                    <a:lnTo>
                      <a:pt x="18" y="1798"/>
                    </a:lnTo>
                    <a:lnTo>
                      <a:pt x="0" y="2098"/>
                    </a:lnTo>
                    <a:lnTo>
                      <a:pt x="6" y="2404"/>
                    </a:lnTo>
                    <a:lnTo>
                      <a:pt x="29" y="2709"/>
                    </a:lnTo>
                    <a:lnTo>
                      <a:pt x="77" y="3015"/>
                    </a:lnTo>
                    <a:lnTo>
                      <a:pt x="149" y="3315"/>
                    </a:lnTo>
                    <a:lnTo>
                      <a:pt x="227" y="3573"/>
                    </a:lnTo>
                    <a:lnTo>
                      <a:pt x="316" y="3824"/>
                    </a:lnTo>
                    <a:lnTo>
                      <a:pt x="424" y="4076"/>
                    </a:lnTo>
                    <a:lnTo>
                      <a:pt x="544" y="4316"/>
                    </a:lnTo>
                    <a:lnTo>
                      <a:pt x="556" y="4316"/>
                    </a:lnTo>
                    <a:lnTo>
                      <a:pt x="436" y="4076"/>
                    </a:lnTo>
                    <a:lnTo>
                      <a:pt x="328" y="3824"/>
                    </a:lnTo>
                    <a:lnTo>
                      <a:pt x="239" y="3573"/>
                    </a:lnTo>
                    <a:lnTo>
                      <a:pt x="161" y="3315"/>
                    </a:lnTo>
                    <a:lnTo>
                      <a:pt x="89" y="3015"/>
                    </a:lnTo>
                    <a:lnTo>
                      <a:pt x="41" y="2709"/>
                    </a:lnTo>
                    <a:lnTo>
                      <a:pt x="18" y="2404"/>
                    </a:lnTo>
                    <a:lnTo>
                      <a:pt x="12" y="2098"/>
                    </a:lnTo>
                    <a:lnTo>
                      <a:pt x="12" y="2098"/>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10611" name="Freeform 19"/>
              <p:cNvSpPr/>
              <p:nvPr/>
            </p:nvSpPr>
            <p:spPr bwMode="hidden">
              <a:xfrm>
                <a:off x="288" y="0"/>
                <a:ext cx="840" cy="4316"/>
              </a:xfrm>
              <a:custGeom>
                <a:avLst/>
                <a:gdLst/>
                <a:ahLst/>
                <a:cxnLst>
                  <a:cxn ang="0">
                    <a:pos x="18" y="1948"/>
                  </a:cxn>
                  <a:cxn ang="0">
                    <a:pos x="48" y="1708"/>
                  </a:cxn>
                  <a:cxn ang="0">
                    <a:pos x="96" y="1475"/>
                  </a:cxn>
                  <a:cxn ang="0">
                    <a:pos x="161" y="1235"/>
                  </a:cxn>
                  <a:cxn ang="0">
                    <a:pos x="251" y="995"/>
                  </a:cxn>
                  <a:cxn ang="0">
                    <a:pos x="365" y="755"/>
                  </a:cxn>
                  <a:cxn ang="0">
                    <a:pos x="496" y="510"/>
                  </a:cxn>
                  <a:cxn ang="0">
                    <a:pos x="658" y="258"/>
                  </a:cxn>
                  <a:cxn ang="0">
                    <a:pos x="741" y="132"/>
                  </a:cxn>
                  <a:cxn ang="0">
                    <a:pos x="837" y="0"/>
                  </a:cxn>
                  <a:cxn ang="0">
                    <a:pos x="825" y="0"/>
                  </a:cxn>
                  <a:cxn ang="0">
                    <a:pos x="729" y="132"/>
                  </a:cxn>
                  <a:cxn ang="0">
                    <a:pos x="640" y="258"/>
                  </a:cxn>
                  <a:cxn ang="0">
                    <a:pos x="562" y="384"/>
                  </a:cxn>
                  <a:cxn ang="0">
                    <a:pos x="484" y="510"/>
                  </a:cxn>
                  <a:cxn ang="0">
                    <a:pos x="353" y="755"/>
                  </a:cxn>
                  <a:cxn ang="0">
                    <a:pos x="239" y="995"/>
                  </a:cxn>
                  <a:cxn ang="0">
                    <a:pos x="150" y="1235"/>
                  </a:cxn>
                  <a:cxn ang="0">
                    <a:pos x="84" y="1469"/>
                  </a:cxn>
                  <a:cxn ang="0">
                    <a:pos x="36" y="1702"/>
                  </a:cxn>
                  <a:cxn ang="0">
                    <a:pos x="6" y="1942"/>
                  </a:cxn>
                  <a:cxn ang="0">
                    <a:pos x="0" y="2200"/>
                  </a:cxn>
                  <a:cxn ang="0">
                    <a:pos x="12" y="2470"/>
                  </a:cxn>
                  <a:cxn ang="0">
                    <a:pos x="48" y="2739"/>
                  </a:cxn>
                  <a:cxn ang="0">
                    <a:pos x="114" y="3027"/>
                  </a:cxn>
                  <a:cxn ang="0">
                    <a:pos x="150" y="3171"/>
                  </a:cxn>
                  <a:cxn ang="0">
                    <a:pos x="197" y="3321"/>
                  </a:cxn>
                  <a:cxn ang="0">
                    <a:pos x="245" y="3477"/>
                  </a:cxn>
                  <a:cxn ang="0">
                    <a:pos x="305" y="3639"/>
                  </a:cxn>
                  <a:cxn ang="0">
                    <a:pos x="365" y="3800"/>
                  </a:cxn>
                  <a:cxn ang="0">
                    <a:pos x="437" y="3968"/>
                  </a:cxn>
                  <a:cxn ang="0">
                    <a:pos x="508" y="4136"/>
                  </a:cxn>
                  <a:cxn ang="0">
                    <a:pos x="592" y="4316"/>
                  </a:cxn>
                  <a:cxn ang="0">
                    <a:pos x="604" y="4316"/>
                  </a:cxn>
                  <a:cxn ang="0">
                    <a:pos x="520" y="4136"/>
                  </a:cxn>
                  <a:cxn ang="0">
                    <a:pos x="448" y="3968"/>
                  </a:cxn>
                  <a:cxn ang="0">
                    <a:pos x="377" y="3800"/>
                  </a:cxn>
                  <a:cxn ang="0">
                    <a:pos x="317" y="3639"/>
                  </a:cxn>
                  <a:cxn ang="0">
                    <a:pos x="257" y="3477"/>
                  </a:cxn>
                  <a:cxn ang="0">
                    <a:pos x="209" y="3327"/>
                  </a:cxn>
                  <a:cxn ang="0">
                    <a:pos x="161" y="3171"/>
                  </a:cxn>
                  <a:cxn ang="0">
                    <a:pos x="126" y="3027"/>
                  </a:cxn>
                  <a:cxn ang="0">
                    <a:pos x="60" y="2739"/>
                  </a:cxn>
                  <a:cxn ang="0">
                    <a:pos x="24" y="2470"/>
                  </a:cxn>
                  <a:cxn ang="0">
                    <a:pos x="12" y="2206"/>
                  </a:cxn>
                  <a:cxn ang="0">
                    <a:pos x="18" y="1948"/>
                  </a:cxn>
                  <a:cxn ang="0">
                    <a:pos x="18" y="1948"/>
                  </a:cxn>
                </a:cxnLst>
                <a:rect l="0" t="0" r="r" b="b"/>
                <a:pathLst>
                  <a:path w="837" h="4316">
                    <a:moveTo>
                      <a:pt x="18" y="1948"/>
                    </a:moveTo>
                    <a:lnTo>
                      <a:pt x="48" y="1708"/>
                    </a:lnTo>
                    <a:lnTo>
                      <a:pt x="96" y="1475"/>
                    </a:lnTo>
                    <a:lnTo>
                      <a:pt x="161" y="1235"/>
                    </a:lnTo>
                    <a:lnTo>
                      <a:pt x="251" y="995"/>
                    </a:lnTo>
                    <a:lnTo>
                      <a:pt x="365" y="755"/>
                    </a:lnTo>
                    <a:lnTo>
                      <a:pt x="496" y="510"/>
                    </a:lnTo>
                    <a:lnTo>
                      <a:pt x="658" y="258"/>
                    </a:lnTo>
                    <a:lnTo>
                      <a:pt x="741" y="132"/>
                    </a:lnTo>
                    <a:lnTo>
                      <a:pt x="837" y="0"/>
                    </a:lnTo>
                    <a:lnTo>
                      <a:pt x="825" y="0"/>
                    </a:lnTo>
                    <a:lnTo>
                      <a:pt x="729" y="132"/>
                    </a:lnTo>
                    <a:lnTo>
                      <a:pt x="640" y="258"/>
                    </a:lnTo>
                    <a:lnTo>
                      <a:pt x="562" y="384"/>
                    </a:lnTo>
                    <a:lnTo>
                      <a:pt x="484" y="510"/>
                    </a:lnTo>
                    <a:lnTo>
                      <a:pt x="353" y="755"/>
                    </a:lnTo>
                    <a:lnTo>
                      <a:pt x="239" y="995"/>
                    </a:lnTo>
                    <a:lnTo>
                      <a:pt x="150" y="1235"/>
                    </a:lnTo>
                    <a:lnTo>
                      <a:pt x="84" y="1469"/>
                    </a:lnTo>
                    <a:lnTo>
                      <a:pt x="36" y="1702"/>
                    </a:lnTo>
                    <a:lnTo>
                      <a:pt x="6" y="1942"/>
                    </a:lnTo>
                    <a:lnTo>
                      <a:pt x="0" y="2200"/>
                    </a:lnTo>
                    <a:lnTo>
                      <a:pt x="12" y="2470"/>
                    </a:lnTo>
                    <a:lnTo>
                      <a:pt x="48" y="2739"/>
                    </a:lnTo>
                    <a:lnTo>
                      <a:pt x="114" y="3027"/>
                    </a:lnTo>
                    <a:lnTo>
                      <a:pt x="150" y="3171"/>
                    </a:lnTo>
                    <a:lnTo>
                      <a:pt x="197" y="3321"/>
                    </a:lnTo>
                    <a:lnTo>
                      <a:pt x="245" y="3477"/>
                    </a:lnTo>
                    <a:lnTo>
                      <a:pt x="305" y="3639"/>
                    </a:lnTo>
                    <a:lnTo>
                      <a:pt x="365" y="3800"/>
                    </a:lnTo>
                    <a:lnTo>
                      <a:pt x="437" y="3968"/>
                    </a:lnTo>
                    <a:lnTo>
                      <a:pt x="508" y="4136"/>
                    </a:lnTo>
                    <a:lnTo>
                      <a:pt x="592" y="4316"/>
                    </a:lnTo>
                    <a:lnTo>
                      <a:pt x="604" y="4316"/>
                    </a:lnTo>
                    <a:lnTo>
                      <a:pt x="520" y="4136"/>
                    </a:lnTo>
                    <a:lnTo>
                      <a:pt x="448" y="3968"/>
                    </a:lnTo>
                    <a:lnTo>
                      <a:pt x="377" y="3800"/>
                    </a:lnTo>
                    <a:lnTo>
                      <a:pt x="317" y="3639"/>
                    </a:lnTo>
                    <a:lnTo>
                      <a:pt x="257" y="3477"/>
                    </a:lnTo>
                    <a:lnTo>
                      <a:pt x="209" y="3327"/>
                    </a:lnTo>
                    <a:lnTo>
                      <a:pt x="161" y="3171"/>
                    </a:lnTo>
                    <a:lnTo>
                      <a:pt x="126" y="3027"/>
                    </a:lnTo>
                    <a:lnTo>
                      <a:pt x="60" y="2739"/>
                    </a:lnTo>
                    <a:lnTo>
                      <a:pt x="24" y="2470"/>
                    </a:lnTo>
                    <a:lnTo>
                      <a:pt x="12" y="2206"/>
                    </a:lnTo>
                    <a:lnTo>
                      <a:pt x="18" y="1948"/>
                    </a:lnTo>
                    <a:lnTo>
                      <a:pt x="18" y="1948"/>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grpSp>
        <p:sp>
          <p:nvSpPr>
            <p:cNvPr id="110612" name="Freeform 20"/>
            <p:cNvSpPr/>
            <p:nvPr/>
          </p:nvSpPr>
          <p:spPr bwMode="hidden">
            <a:xfrm>
              <a:off x="6" y="2901"/>
              <a:ext cx="606" cy="1415"/>
            </a:xfrm>
            <a:custGeom>
              <a:avLst/>
              <a:gdLst/>
              <a:ahLst/>
              <a:cxnLst>
                <a:cxn ang="0">
                  <a:pos x="0" y="54"/>
                </a:cxn>
                <a:cxn ang="0">
                  <a:pos x="42" y="228"/>
                </a:cxn>
                <a:cxn ang="0">
                  <a:pos x="96" y="402"/>
                </a:cxn>
                <a:cxn ang="0">
                  <a:pos x="161" y="576"/>
                </a:cxn>
                <a:cxn ang="0">
                  <a:pos x="227" y="744"/>
                </a:cxn>
                <a:cxn ang="0">
                  <a:pos x="305" y="917"/>
                </a:cxn>
                <a:cxn ang="0">
                  <a:pos x="389" y="1085"/>
                </a:cxn>
                <a:cxn ang="0">
                  <a:pos x="484" y="1253"/>
                </a:cxn>
                <a:cxn ang="0">
                  <a:pos x="586" y="1415"/>
                </a:cxn>
                <a:cxn ang="0">
                  <a:pos x="604" y="1415"/>
                </a:cxn>
                <a:cxn ang="0">
                  <a:pos x="496" y="1247"/>
                </a:cxn>
                <a:cxn ang="0">
                  <a:pos x="401" y="1073"/>
                </a:cxn>
                <a:cxn ang="0">
                  <a:pos x="311" y="899"/>
                </a:cxn>
                <a:cxn ang="0">
                  <a:pos x="233" y="720"/>
                </a:cxn>
                <a:cxn ang="0">
                  <a:pos x="161" y="546"/>
                </a:cxn>
                <a:cxn ang="0">
                  <a:pos x="102" y="366"/>
                </a:cxn>
                <a:cxn ang="0">
                  <a:pos x="48" y="180"/>
                </a:cxn>
                <a:cxn ang="0">
                  <a:pos x="0" y="0"/>
                </a:cxn>
                <a:cxn ang="0">
                  <a:pos x="0" y="54"/>
                </a:cxn>
                <a:cxn ang="0">
                  <a:pos x="0" y="54"/>
                </a:cxn>
              </a:cxnLst>
              <a:rect l="0" t="0" r="r" b="b"/>
              <a:pathLst>
                <a:path w="604" h="1415">
                  <a:moveTo>
                    <a:pt x="0" y="54"/>
                  </a:moveTo>
                  <a:lnTo>
                    <a:pt x="42" y="228"/>
                  </a:lnTo>
                  <a:lnTo>
                    <a:pt x="96" y="402"/>
                  </a:lnTo>
                  <a:lnTo>
                    <a:pt x="161" y="576"/>
                  </a:lnTo>
                  <a:lnTo>
                    <a:pt x="227" y="744"/>
                  </a:lnTo>
                  <a:lnTo>
                    <a:pt x="305" y="917"/>
                  </a:lnTo>
                  <a:lnTo>
                    <a:pt x="389" y="1085"/>
                  </a:lnTo>
                  <a:lnTo>
                    <a:pt x="484" y="1253"/>
                  </a:lnTo>
                  <a:lnTo>
                    <a:pt x="586" y="1415"/>
                  </a:lnTo>
                  <a:lnTo>
                    <a:pt x="604" y="1415"/>
                  </a:lnTo>
                  <a:lnTo>
                    <a:pt x="496" y="1247"/>
                  </a:lnTo>
                  <a:lnTo>
                    <a:pt x="401" y="1073"/>
                  </a:lnTo>
                  <a:lnTo>
                    <a:pt x="311" y="899"/>
                  </a:lnTo>
                  <a:lnTo>
                    <a:pt x="233" y="720"/>
                  </a:lnTo>
                  <a:lnTo>
                    <a:pt x="161" y="546"/>
                  </a:lnTo>
                  <a:lnTo>
                    <a:pt x="102" y="366"/>
                  </a:lnTo>
                  <a:lnTo>
                    <a:pt x="48" y="180"/>
                  </a:lnTo>
                  <a:lnTo>
                    <a:pt x="0" y="0"/>
                  </a:lnTo>
                  <a:lnTo>
                    <a:pt x="0" y="54"/>
                  </a:lnTo>
                  <a:lnTo>
                    <a:pt x="0" y="54"/>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10613" name="Freeform 21"/>
            <p:cNvSpPr/>
            <p:nvPr/>
          </p:nvSpPr>
          <p:spPr bwMode="hidden">
            <a:xfrm>
              <a:off x="6" y="3890"/>
              <a:ext cx="228" cy="426"/>
            </a:xfrm>
            <a:custGeom>
              <a:avLst/>
              <a:gdLst/>
              <a:ahLst/>
              <a:cxnLst>
                <a:cxn ang="0">
                  <a:pos x="0" y="30"/>
                </a:cxn>
                <a:cxn ang="0">
                  <a:pos x="108" y="240"/>
                </a:cxn>
                <a:cxn ang="0">
                  <a:pos x="215" y="426"/>
                </a:cxn>
                <a:cxn ang="0">
                  <a:pos x="227" y="426"/>
                </a:cxn>
                <a:cxn ang="0">
                  <a:pos x="167" y="330"/>
                </a:cxn>
                <a:cxn ang="0">
                  <a:pos x="114" y="222"/>
                </a:cxn>
                <a:cxn ang="0">
                  <a:pos x="0" y="0"/>
                </a:cxn>
                <a:cxn ang="0">
                  <a:pos x="0" y="30"/>
                </a:cxn>
                <a:cxn ang="0">
                  <a:pos x="0" y="30"/>
                </a:cxn>
              </a:cxnLst>
              <a:rect l="0" t="0" r="r" b="b"/>
              <a:pathLst>
                <a:path w="227" h="426">
                  <a:moveTo>
                    <a:pt x="0" y="30"/>
                  </a:moveTo>
                  <a:lnTo>
                    <a:pt x="108" y="240"/>
                  </a:lnTo>
                  <a:lnTo>
                    <a:pt x="215" y="426"/>
                  </a:lnTo>
                  <a:lnTo>
                    <a:pt x="227" y="426"/>
                  </a:lnTo>
                  <a:lnTo>
                    <a:pt x="167" y="330"/>
                  </a:lnTo>
                  <a:lnTo>
                    <a:pt x="114" y="222"/>
                  </a:lnTo>
                  <a:lnTo>
                    <a:pt x="0" y="0"/>
                  </a:lnTo>
                  <a:lnTo>
                    <a:pt x="0" y="30"/>
                  </a:lnTo>
                  <a:lnTo>
                    <a:pt x="0" y="30"/>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10614" name="Freeform 22"/>
            <p:cNvSpPr/>
            <p:nvPr/>
          </p:nvSpPr>
          <p:spPr bwMode="hidden">
            <a:xfrm>
              <a:off x="4776" y="0"/>
              <a:ext cx="984" cy="1786"/>
            </a:xfrm>
            <a:custGeom>
              <a:avLst/>
              <a:gdLst/>
              <a:ahLst/>
              <a:cxnLst>
                <a:cxn ang="0">
                  <a:pos x="981" y="1786"/>
                </a:cxn>
                <a:cxn ang="0">
                  <a:pos x="981" y="1720"/>
                </a:cxn>
                <a:cxn ang="0">
                  <a:pos x="969" y="1666"/>
                </a:cxn>
                <a:cxn ang="0">
                  <a:pos x="957" y="1613"/>
                </a:cxn>
                <a:cxn ang="0">
                  <a:pos x="921" y="1487"/>
                </a:cxn>
                <a:cxn ang="0">
                  <a:pos x="885" y="1361"/>
                </a:cxn>
                <a:cxn ang="0">
                  <a:pos x="796" y="1121"/>
                </a:cxn>
                <a:cxn ang="0">
                  <a:pos x="682" y="899"/>
                </a:cxn>
                <a:cxn ang="0">
                  <a:pos x="562" y="689"/>
                </a:cxn>
                <a:cxn ang="0">
                  <a:pos x="431" y="498"/>
                </a:cxn>
                <a:cxn ang="0">
                  <a:pos x="293" y="318"/>
                </a:cxn>
                <a:cxn ang="0">
                  <a:pos x="150" y="150"/>
                </a:cxn>
                <a:cxn ang="0">
                  <a:pos x="12" y="0"/>
                </a:cxn>
                <a:cxn ang="0">
                  <a:pos x="0" y="0"/>
                </a:cxn>
                <a:cxn ang="0">
                  <a:pos x="138" y="150"/>
                </a:cxn>
                <a:cxn ang="0">
                  <a:pos x="275" y="318"/>
                </a:cxn>
                <a:cxn ang="0">
                  <a:pos x="413" y="498"/>
                </a:cxn>
                <a:cxn ang="0">
                  <a:pos x="545" y="689"/>
                </a:cxn>
                <a:cxn ang="0">
                  <a:pos x="670" y="899"/>
                </a:cxn>
                <a:cxn ang="0">
                  <a:pos x="778" y="1121"/>
                </a:cxn>
                <a:cxn ang="0">
                  <a:pos x="873" y="1361"/>
                </a:cxn>
                <a:cxn ang="0">
                  <a:pos x="909" y="1487"/>
                </a:cxn>
                <a:cxn ang="0">
                  <a:pos x="945" y="1619"/>
                </a:cxn>
                <a:cxn ang="0">
                  <a:pos x="963" y="1702"/>
                </a:cxn>
                <a:cxn ang="0">
                  <a:pos x="981" y="1786"/>
                </a:cxn>
                <a:cxn ang="0">
                  <a:pos x="981" y="1786"/>
                </a:cxn>
              </a:cxnLst>
              <a:rect l="0" t="0" r="r" b="b"/>
              <a:pathLst>
                <a:path w="981" h="1786">
                  <a:moveTo>
                    <a:pt x="981" y="1786"/>
                  </a:moveTo>
                  <a:lnTo>
                    <a:pt x="981" y="1720"/>
                  </a:lnTo>
                  <a:lnTo>
                    <a:pt x="969" y="1666"/>
                  </a:lnTo>
                  <a:lnTo>
                    <a:pt x="957" y="1613"/>
                  </a:lnTo>
                  <a:lnTo>
                    <a:pt x="921" y="1487"/>
                  </a:lnTo>
                  <a:lnTo>
                    <a:pt x="885" y="1361"/>
                  </a:lnTo>
                  <a:lnTo>
                    <a:pt x="796" y="1121"/>
                  </a:lnTo>
                  <a:lnTo>
                    <a:pt x="682" y="899"/>
                  </a:lnTo>
                  <a:lnTo>
                    <a:pt x="562" y="689"/>
                  </a:lnTo>
                  <a:lnTo>
                    <a:pt x="431" y="498"/>
                  </a:lnTo>
                  <a:lnTo>
                    <a:pt x="293" y="318"/>
                  </a:lnTo>
                  <a:lnTo>
                    <a:pt x="150" y="150"/>
                  </a:lnTo>
                  <a:lnTo>
                    <a:pt x="12" y="0"/>
                  </a:lnTo>
                  <a:lnTo>
                    <a:pt x="0" y="0"/>
                  </a:lnTo>
                  <a:lnTo>
                    <a:pt x="138" y="150"/>
                  </a:lnTo>
                  <a:lnTo>
                    <a:pt x="275" y="318"/>
                  </a:lnTo>
                  <a:lnTo>
                    <a:pt x="413" y="498"/>
                  </a:lnTo>
                  <a:lnTo>
                    <a:pt x="545" y="689"/>
                  </a:lnTo>
                  <a:lnTo>
                    <a:pt x="670" y="899"/>
                  </a:lnTo>
                  <a:lnTo>
                    <a:pt x="778" y="1121"/>
                  </a:lnTo>
                  <a:lnTo>
                    <a:pt x="873" y="1361"/>
                  </a:lnTo>
                  <a:lnTo>
                    <a:pt x="909" y="1487"/>
                  </a:lnTo>
                  <a:lnTo>
                    <a:pt x="945" y="1619"/>
                  </a:lnTo>
                  <a:lnTo>
                    <a:pt x="963" y="1702"/>
                  </a:lnTo>
                  <a:lnTo>
                    <a:pt x="981" y="1786"/>
                  </a:lnTo>
                  <a:lnTo>
                    <a:pt x="981" y="1786"/>
                  </a:lnTo>
                  <a:close/>
                </a:path>
              </a:pathLst>
            </a:custGeom>
            <a:gradFill rotWithShape="0">
              <a:gsLst>
                <a:gs pos="0">
                  <a:schemeClr val="bg1"/>
                </a:gs>
                <a:gs pos="100000">
                  <a:schemeClr val="bg1">
                    <a:gamma/>
                    <a:shade val="94118"/>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39" name="Freeform 23"/>
            <p:cNvSpPr/>
            <p:nvPr/>
          </p:nvSpPr>
          <p:spPr>
            <a:xfrm>
              <a:off x="5041" y="0"/>
              <a:ext cx="719" cy="845"/>
            </a:xfrm>
            <a:custGeom>
              <a:avLst/>
              <a:gdLst/>
              <a:ahLst/>
              <a:cxnLst>
                <a:cxn ang="0">
                  <a:pos x="897" y="845"/>
                </a:cxn>
                <a:cxn ang="0">
                  <a:pos x="897" y="821"/>
                </a:cxn>
                <a:cxn ang="0">
                  <a:pos x="754" y="605"/>
                </a:cxn>
                <a:cxn ang="0">
                  <a:pos x="496" y="396"/>
                </a:cxn>
                <a:cxn ang="0">
                  <a:pos x="311" y="192"/>
                </a:cxn>
                <a:cxn ang="0">
                  <a:pos x="17" y="0"/>
                </a:cxn>
                <a:cxn ang="0">
                  <a:pos x="0" y="0"/>
                </a:cxn>
                <a:cxn ang="0">
                  <a:pos x="299" y="198"/>
                </a:cxn>
                <a:cxn ang="0">
                  <a:pos x="490" y="408"/>
                </a:cxn>
                <a:cxn ang="0">
                  <a:pos x="748" y="623"/>
                </a:cxn>
                <a:cxn ang="0">
                  <a:pos x="897" y="845"/>
                </a:cxn>
                <a:cxn ang="0">
                  <a:pos x="897" y="845"/>
                </a:cxn>
              </a:cxnLst>
              <a:pathLst>
                <a:path w="717" h="845">
                  <a:moveTo>
                    <a:pt x="717" y="845"/>
                  </a:moveTo>
                  <a:lnTo>
                    <a:pt x="717" y="821"/>
                  </a:lnTo>
                  <a:lnTo>
                    <a:pt x="574" y="605"/>
                  </a:lnTo>
                  <a:lnTo>
                    <a:pt x="406" y="396"/>
                  </a:lnTo>
                  <a:lnTo>
                    <a:pt x="221" y="192"/>
                  </a:lnTo>
                  <a:lnTo>
                    <a:pt x="17" y="0"/>
                  </a:lnTo>
                  <a:lnTo>
                    <a:pt x="0" y="0"/>
                  </a:lnTo>
                  <a:lnTo>
                    <a:pt x="209" y="198"/>
                  </a:lnTo>
                  <a:lnTo>
                    <a:pt x="400" y="408"/>
                  </a:lnTo>
                  <a:lnTo>
                    <a:pt x="568" y="623"/>
                  </a:lnTo>
                  <a:lnTo>
                    <a:pt x="717" y="845"/>
                  </a:lnTo>
                  <a:close/>
                </a:path>
              </a:pathLst>
            </a:custGeom>
            <a:solidFill>
              <a:schemeClr val="bg1">
                <a:alpha val="100000"/>
              </a:schemeClr>
            </a:solidFill>
            <a:ln w="9525">
              <a:noFill/>
            </a:ln>
          </p:spPr>
          <p:txBody>
            <a:bodyPr/>
            <a:p>
              <a:endParaRPr lang="zh-CN" altLang="en-US"/>
            </a:p>
          </p:txBody>
        </p:sp>
        <p:sp>
          <p:nvSpPr>
            <p:cNvPr id="1040" name="Freeform 24"/>
            <p:cNvSpPr/>
            <p:nvPr/>
          </p:nvSpPr>
          <p:spPr>
            <a:xfrm>
              <a:off x="5352" y="0"/>
              <a:ext cx="408" cy="414"/>
            </a:xfrm>
            <a:custGeom>
              <a:avLst/>
              <a:gdLst/>
              <a:ahLst/>
              <a:cxnLst>
                <a:cxn ang="0">
                  <a:pos x="497" y="414"/>
                </a:cxn>
                <a:cxn ang="0">
                  <a:pos x="497" y="396"/>
                </a:cxn>
                <a:cxn ang="0">
                  <a:pos x="312" y="192"/>
                </a:cxn>
                <a:cxn ang="0">
                  <a:pos x="12" y="0"/>
                </a:cxn>
                <a:cxn ang="0">
                  <a:pos x="0" y="0"/>
                </a:cxn>
                <a:cxn ang="0">
                  <a:pos x="108" y="102"/>
                </a:cxn>
                <a:cxn ang="0">
                  <a:pos x="306" y="204"/>
                </a:cxn>
                <a:cxn ang="0">
                  <a:pos x="497" y="414"/>
                </a:cxn>
                <a:cxn ang="0">
                  <a:pos x="497" y="414"/>
                </a:cxn>
              </a:cxnLst>
              <a:pathLst>
                <a:path w="407" h="414">
                  <a:moveTo>
                    <a:pt x="407" y="414"/>
                  </a:moveTo>
                  <a:lnTo>
                    <a:pt x="407" y="396"/>
                  </a:lnTo>
                  <a:lnTo>
                    <a:pt x="222" y="192"/>
                  </a:lnTo>
                  <a:lnTo>
                    <a:pt x="12" y="0"/>
                  </a:lnTo>
                  <a:lnTo>
                    <a:pt x="0" y="0"/>
                  </a:lnTo>
                  <a:lnTo>
                    <a:pt x="108" y="102"/>
                  </a:lnTo>
                  <a:lnTo>
                    <a:pt x="216" y="204"/>
                  </a:lnTo>
                  <a:lnTo>
                    <a:pt x="407" y="414"/>
                  </a:lnTo>
                  <a:close/>
                </a:path>
              </a:pathLst>
            </a:custGeom>
            <a:solidFill>
              <a:schemeClr val="bg1">
                <a:alpha val="100000"/>
              </a:schemeClr>
            </a:solidFill>
            <a:ln w="9525">
              <a:noFill/>
            </a:ln>
          </p:spPr>
          <p:txBody>
            <a:bodyPr/>
            <a:p>
              <a:endParaRPr lang="zh-CN" altLang="en-US"/>
            </a:p>
          </p:txBody>
        </p:sp>
        <p:sp>
          <p:nvSpPr>
            <p:cNvPr id="110617" name="Freeform 25"/>
            <p:cNvSpPr/>
            <p:nvPr/>
          </p:nvSpPr>
          <p:spPr bwMode="hidden">
            <a:xfrm>
              <a:off x="6" y="0"/>
              <a:ext cx="858" cy="1409"/>
            </a:xfrm>
            <a:custGeom>
              <a:avLst/>
              <a:gdLst/>
              <a:ahLst/>
              <a:cxnLst>
                <a:cxn ang="0">
                  <a:pos x="0" y="1361"/>
                </a:cxn>
                <a:cxn ang="0">
                  <a:pos x="0" y="1409"/>
                </a:cxn>
                <a:cxn ang="0">
                  <a:pos x="54" y="1211"/>
                </a:cxn>
                <a:cxn ang="0">
                  <a:pos x="126" y="1013"/>
                </a:cxn>
                <a:cxn ang="0">
                  <a:pos x="215" y="827"/>
                </a:cxn>
                <a:cxn ang="0">
                  <a:pos x="311" y="647"/>
                </a:cxn>
                <a:cxn ang="0">
                  <a:pos x="431" y="474"/>
                </a:cxn>
                <a:cxn ang="0">
                  <a:pos x="556" y="312"/>
                </a:cxn>
                <a:cxn ang="0">
                  <a:pos x="700" y="150"/>
                </a:cxn>
                <a:cxn ang="0">
                  <a:pos x="855" y="0"/>
                </a:cxn>
                <a:cxn ang="0">
                  <a:pos x="837" y="0"/>
                </a:cxn>
                <a:cxn ang="0">
                  <a:pos x="688" y="144"/>
                </a:cxn>
                <a:cxn ang="0">
                  <a:pos x="550" y="300"/>
                </a:cxn>
                <a:cxn ang="0">
                  <a:pos x="425" y="462"/>
                </a:cxn>
                <a:cxn ang="0">
                  <a:pos x="311" y="629"/>
                </a:cxn>
                <a:cxn ang="0">
                  <a:pos x="215" y="803"/>
                </a:cxn>
                <a:cxn ang="0">
                  <a:pos x="132" y="983"/>
                </a:cxn>
                <a:cxn ang="0">
                  <a:pos x="60" y="1169"/>
                </a:cxn>
                <a:cxn ang="0">
                  <a:pos x="0" y="1361"/>
                </a:cxn>
                <a:cxn ang="0">
                  <a:pos x="0" y="1361"/>
                </a:cxn>
              </a:cxnLst>
              <a:rect l="0" t="0" r="r" b="b"/>
              <a:pathLst>
                <a:path w="855" h="1409">
                  <a:moveTo>
                    <a:pt x="0" y="1361"/>
                  </a:moveTo>
                  <a:lnTo>
                    <a:pt x="0" y="1409"/>
                  </a:lnTo>
                  <a:lnTo>
                    <a:pt x="54" y="1211"/>
                  </a:lnTo>
                  <a:lnTo>
                    <a:pt x="126" y="1013"/>
                  </a:lnTo>
                  <a:lnTo>
                    <a:pt x="215" y="827"/>
                  </a:lnTo>
                  <a:lnTo>
                    <a:pt x="311" y="647"/>
                  </a:lnTo>
                  <a:lnTo>
                    <a:pt x="431" y="474"/>
                  </a:lnTo>
                  <a:lnTo>
                    <a:pt x="556" y="312"/>
                  </a:lnTo>
                  <a:lnTo>
                    <a:pt x="700" y="150"/>
                  </a:lnTo>
                  <a:lnTo>
                    <a:pt x="855" y="0"/>
                  </a:lnTo>
                  <a:lnTo>
                    <a:pt x="837" y="0"/>
                  </a:lnTo>
                  <a:lnTo>
                    <a:pt x="688" y="144"/>
                  </a:lnTo>
                  <a:lnTo>
                    <a:pt x="550" y="300"/>
                  </a:lnTo>
                  <a:lnTo>
                    <a:pt x="425" y="462"/>
                  </a:lnTo>
                  <a:lnTo>
                    <a:pt x="311" y="629"/>
                  </a:lnTo>
                  <a:lnTo>
                    <a:pt x="215" y="803"/>
                  </a:lnTo>
                  <a:lnTo>
                    <a:pt x="132" y="983"/>
                  </a:lnTo>
                  <a:lnTo>
                    <a:pt x="60" y="1169"/>
                  </a:lnTo>
                  <a:lnTo>
                    <a:pt x="0" y="1361"/>
                  </a:lnTo>
                  <a:lnTo>
                    <a:pt x="0" y="1361"/>
                  </a:lnTo>
                  <a:close/>
                </a:path>
              </a:pathLst>
            </a:custGeom>
            <a:gradFill rotWithShape="0">
              <a:gsLst>
                <a:gs pos="0">
                  <a:schemeClr val="bg1"/>
                </a:gs>
                <a:gs pos="100000">
                  <a:schemeClr val="bg1">
                    <a:gamma/>
                    <a:shade val="94118"/>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42" name="Freeform 26"/>
            <p:cNvSpPr/>
            <p:nvPr/>
          </p:nvSpPr>
          <p:spPr>
            <a:xfrm>
              <a:off x="6" y="0"/>
              <a:ext cx="588" cy="599"/>
            </a:xfrm>
            <a:custGeom>
              <a:avLst/>
              <a:gdLst/>
              <a:ahLst/>
              <a:cxnLst>
                <a:cxn ang="0">
                  <a:pos x="782" y="0"/>
                </a:cxn>
                <a:cxn ang="0">
                  <a:pos x="755" y="0"/>
                </a:cxn>
                <a:cxn ang="0">
                  <a:pos x="554" y="132"/>
                </a:cxn>
                <a:cxn ang="0">
                  <a:pos x="347" y="270"/>
                </a:cxn>
                <a:cxn ang="0">
                  <a:pos x="120" y="420"/>
                </a:cxn>
                <a:cxn ang="0">
                  <a:pos x="0" y="575"/>
                </a:cxn>
                <a:cxn ang="0">
                  <a:pos x="0" y="599"/>
                </a:cxn>
                <a:cxn ang="0">
                  <a:pos x="120" y="432"/>
                </a:cxn>
                <a:cxn ang="0">
                  <a:pos x="347" y="282"/>
                </a:cxn>
                <a:cxn ang="0">
                  <a:pos x="566" y="138"/>
                </a:cxn>
                <a:cxn ang="0">
                  <a:pos x="782" y="0"/>
                </a:cxn>
                <a:cxn ang="0">
                  <a:pos x="782" y="0"/>
                </a:cxn>
              </a:cxnLst>
              <a:pathLst>
                <a:path w="586" h="599">
                  <a:moveTo>
                    <a:pt x="586" y="0"/>
                  </a:moveTo>
                  <a:lnTo>
                    <a:pt x="568" y="0"/>
                  </a:lnTo>
                  <a:lnTo>
                    <a:pt x="407" y="132"/>
                  </a:lnTo>
                  <a:lnTo>
                    <a:pt x="257" y="270"/>
                  </a:lnTo>
                  <a:lnTo>
                    <a:pt x="120" y="420"/>
                  </a:lnTo>
                  <a:lnTo>
                    <a:pt x="0" y="575"/>
                  </a:lnTo>
                  <a:lnTo>
                    <a:pt x="0" y="599"/>
                  </a:lnTo>
                  <a:lnTo>
                    <a:pt x="120" y="432"/>
                  </a:lnTo>
                  <a:lnTo>
                    <a:pt x="257" y="282"/>
                  </a:lnTo>
                  <a:lnTo>
                    <a:pt x="413" y="138"/>
                  </a:lnTo>
                  <a:lnTo>
                    <a:pt x="586" y="0"/>
                  </a:lnTo>
                  <a:close/>
                </a:path>
              </a:pathLst>
            </a:custGeom>
            <a:solidFill>
              <a:schemeClr val="bg1">
                <a:alpha val="100000"/>
              </a:schemeClr>
            </a:solidFill>
            <a:ln w="9525">
              <a:noFill/>
            </a:ln>
          </p:spPr>
          <p:txBody>
            <a:bodyPr/>
            <a:p>
              <a:endParaRPr lang="zh-CN" altLang="en-US"/>
            </a:p>
          </p:txBody>
        </p:sp>
        <p:sp>
          <p:nvSpPr>
            <p:cNvPr id="1043" name="Freeform 27"/>
            <p:cNvSpPr/>
            <p:nvPr/>
          </p:nvSpPr>
          <p:spPr>
            <a:xfrm>
              <a:off x="6" y="0"/>
              <a:ext cx="270" cy="252"/>
            </a:xfrm>
            <a:custGeom>
              <a:avLst/>
              <a:gdLst/>
              <a:ahLst/>
              <a:cxnLst>
                <a:cxn ang="0">
                  <a:pos x="359" y="0"/>
                </a:cxn>
                <a:cxn ang="0">
                  <a:pos x="341" y="0"/>
                </a:cxn>
                <a:cxn ang="0">
                  <a:pos x="120" y="114"/>
                </a:cxn>
                <a:cxn ang="0">
                  <a:pos x="60" y="174"/>
                </a:cxn>
                <a:cxn ang="0">
                  <a:pos x="0" y="234"/>
                </a:cxn>
                <a:cxn ang="0">
                  <a:pos x="0" y="252"/>
                </a:cxn>
                <a:cxn ang="0">
                  <a:pos x="126" y="120"/>
                </a:cxn>
                <a:cxn ang="0">
                  <a:pos x="359" y="0"/>
                </a:cxn>
                <a:cxn ang="0">
                  <a:pos x="359" y="0"/>
                </a:cxn>
              </a:cxnLst>
              <a:pathLst>
                <a:path w="269" h="252">
                  <a:moveTo>
                    <a:pt x="269" y="0"/>
                  </a:moveTo>
                  <a:lnTo>
                    <a:pt x="251" y="0"/>
                  </a:lnTo>
                  <a:lnTo>
                    <a:pt x="120" y="114"/>
                  </a:lnTo>
                  <a:lnTo>
                    <a:pt x="60" y="174"/>
                  </a:lnTo>
                  <a:lnTo>
                    <a:pt x="0" y="234"/>
                  </a:lnTo>
                  <a:lnTo>
                    <a:pt x="0" y="252"/>
                  </a:lnTo>
                  <a:lnTo>
                    <a:pt x="126" y="120"/>
                  </a:lnTo>
                  <a:lnTo>
                    <a:pt x="269" y="0"/>
                  </a:lnTo>
                  <a:close/>
                </a:path>
              </a:pathLst>
            </a:custGeom>
            <a:solidFill>
              <a:schemeClr val="bg1">
                <a:alpha val="100000"/>
              </a:schemeClr>
            </a:solidFill>
            <a:ln w="9525">
              <a:noFill/>
            </a:ln>
          </p:spPr>
          <p:txBody>
            <a:bodyPr/>
            <a:p>
              <a:endParaRPr lang="zh-CN" altLang="en-US"/>
            </a:p>
          </p:txBody>
        </p:sp>
        <p:sp>
          <p:nvSpPr>
            <p:cNvPr id="1044" name="Line 28"/>
            <p:cNvSpPr/>
            <p:nvPr/>
          </p:nvSpPr>
          <p:spPr>
            <a:xfrm>
              <a:off x="1" y="2749"/>
              <a:ext cx="5758" cy="0"/>
            </a:xfrm>
            <a:prstGeom prst="line">
              <a:avLst/>
            </a:prstGeom>
            <a:ln w="15875" cap="flat" cmpd="sng">
              <a:solidFill>
                <a:schemeClr val="bg1"/>
              </a:solidFill>
              <a:prstDash val="solid"/>
              <a:headEnd type="none" w="med" len="med"/>
              <a:tailEnd type="none" w="med" len="med"/>
            </a:ln>
          </p:spPr>
        </p:sp>
        <p:sp>
          <p:nvSpPr>
            <p:cNvPr id="1045" name="Line 29"/>
            <p:cNvSpPr/>
            <p:nvPr/>
          </p:nvSpPr>
          <p:spPr>
            <a:xfrm>
              <a:off x="1" y="2356"/>
              <a:ext cx="5758" cy="0"/>
            </a:xfrm>
            <a:prstGeom prst="line">
              <a:avLst/>
            </a:prstGeom>
            <a:ln w="15875" cap="flat" cmpd="sng">
              <a:solidFill>
                <a:schemeClr val="bg1"/>
              </a:solidFill>
              <a:prstDash val="solid"/>
              <a:headEnd type="none" w="med" len="med"/>
              <a:tailEnd type="none" w="med" len="med"/>
            </a:ln>
          </p:spPr>
        </p:sp>
        <p:sp>
          <p:nvSpPr>
            <p:cNvPr id="1046" name="Line 30"/>
            <p:cNvSpPr/>
            <p:nvPr/>
          </p:nvSpPr>
          <p:spPr>
            <a:xfrm>
              <a:off x="1" y="3142"/>
              <a:ext cx="5758" cy="0"/>
            </a:xfrm>
            <a:prstGeom prst="line">
              <a:avLst/>
            </a:prstGeom>
            <a:ln w="15875" cap="flat" cmpd="sng">
              <a:solidFill>
                <a:schemeClr val="bg2"/>
              </a:solidFill>
              <a:prstDash val="solid"/>
              <a:headEnd type="none" w="med" len="med"/>
              <a:tailEnd type="none" w="med" len="med"/>
            </a:ln>
          </p:spPr>
        </p:sp>
        <p:grpSp>
          <p:nvGrpSpPr>
            <p:cNvPr id="1047" name="Group 31"/>
            <p:cNvGrpSpPr/>
            <p:nvPr/>
          </p:nvGrpSpPr>
          <p:grpSpPr>
            <a:xfrm>
              <a:off x="1" y="392"/>
              <a:ext cx="5758" cy="1571"/>
              <a:chOff x="1" y="392"/>
              <a:chExt cx="5758" cy="1571"/>
            </a:xfrm>
          </p:grpSpPr>
          <p:sp>
            <p:nvSpPr>
              <p:cNvPr id="1050" name="Line 32"/>
              <p:cNvSpPr/>
              <p:nvPr userDrawn="1"/>
            </p:nvSpPr>
            <p:spPr>
              <a:xfrm>
                <a:off x="1" y="784"/>
                <a:ext cx="5758" cy="0"/>
              </a:xfrm>
              <a:prstGeom prst="line">
                <a:avLst/>
              </a:prstGeom>
              <a:ln w="15875" cap="flat" cmpd="sng">
                <a:solidFill>
                  <a:schemeClr val="bg1"/>
                </a:solidFill>
                <a:prstDash val="solid"/>
                <a:headEnd type="none" w="med" len="med"/>
                <a:tailEnd type="none" w="med" len="med"/>
              </a:ln>
            </p:spPr>
          </p:sp>
          <p:sp>
            <p:nvSpPr>
              <p:cNvPr id="1051" name="Line 33"/>
              <p:cNvSpPr/>
              <p:nvPr userDrawn="1"/>
            </p:nvSpPr>
            <p:spPr>
              <a:xfrm>
                <a:off x="1" y="1963"/>
                <a:ext cx="5758" cy="0"/>
              </a:xfrm>
              <a:prstGeom prst="line">
                <a:avLst/>
              </a:prstGeom>
              <a:ln w="15875" cap="flat" cmpd="sng">
                <a:solidFill>
                  <a:schemeClr val="bg1"/>
                </a:solidFill>
                <a:prstDash val="solid"/>
                <a:headEnd type="none" w="med" len="med"/>
                <a:tailEnd type="none" w="med" len="med"/>
              </a:ln>
            </p:spPr>
          </p:sp>
          <p:sp>
            <p:nvSpPr>
              <p:cNvPr id="1052" name="Line 34"/>
              <p:cNvSpPr/>
              <p:nvPr userDrawn="1"/>
            </p:nvSpPr>
            <p:spPr>
              <a:xfrm>
                <a:off x="1" y="1570"/>
                <a:ext cx="5758" cy="0"/>
              </a:xfrm>
              <a:prstGeom prst="line">
                <a:avLst/>
              </a:prstGeom>
              <a:ln w="15875" cap="flat" cmpd="sng">
                <a:solidFill>
                  <a:schemeClr val="bg1"/>
                </a:solidFill>
                <a:prstDash val="solid"/>
                <a:headEnd type="none" w="med" len="med"/>
                <a:tailEnd type="none" w="med" len="med"/>
              </a:ln>
            </p:spPr>
          </p:sp>
          <p:sp>
            <p:nvSpPr>
              <p:cNvPr id="1053" name="Line 35"/>
              <p:cNvSpPr/>
              <p:nvPr userDrawn="1"/>
            </p:nvSpPr>
            <p:spPr>
              <a:xfrm>
                <a:off x="1" y="1177"/>
                <a:ext cx="5758" cy="0"/>
              </a:xfrm>
              <a:prstGeom prst="line">
                <a:avLst/>
              </a:prstGeom>
              <a:ln w="15875" cap="flat" cmpd="sng">
                <a:solidFill>
                  <a:schemeClr val="bg1"/>
                </a:solidFill>
                <a:prstDash val="solid"/>
                <a:headEnd type="none" w="med" len="med"/>
                <a:tailEnd type="none" w="med" len="med"/>
              </a:ln>
            </p:spPr>
          </p:sp>
          <p:sp>
            <p:nvSpPr>
              <p:cNvPr id="1054" name="Line 36"/>
              <p:cNvSpPr/>
              <p:nvPr userDrawn="1"/>
            </p:nvSpPr>
            <p:spPr>
              <a:xfrm>
                <a:off x="1" y="392"/>
                <a:ext cx="5758" cy="0"/>
              </a:xfrm>
              <a:prstGeom prst="line">
                <a:avLst/>
              </a:prstGeom>
              <a:ln w="15875" cap="flat" cmpd="sng">
                <a:solidFill>
                  <a:schemeClr val="bg1"/>
                </a:solidFill>
                <a:prstDash val="solid"/>
                <a:headEnd type="none" w="med" len="med"/>
                <a:tailEnd type="none" w="med" len="med"/>
              </a:ln>
            </p:spPr>
          </p:sp>
        </p:grpSp>
        <p:sp>
          <p:nvSpPr>
            <p:cNvPr id="1048" name="Line 37"/>
            <p:cNvSpPr/>
            <p:nvPr/>
          </p:nvSpPr>
          <p:spPr>
            <a:xfrm>
              <a:off x="1" y="3928"/>
              <a:ext cx="5758" cy="0"/>
            </a:xfrm>
            <a:prstGeom prst="line">
              <a:avLst/>
            </a:prstGeom>
            <a:ln w="15875" cap="flat" cmpd="sng">
              <a:solidFill>
                <a:schemeClr val="bg2"/>
              </a:solidFill>
              <a:prstDash val="solid"/>
              <a:headEnd type="none" w="med" len="med"/>
              <a:tailEnd type="none" w="med" len="med"/>
            </a:ln>
          </p:spPr>
        </p:sp>
        <p:sp>
          <p:nvSpPr>
            <p:cNvPr id="1049" name="Line 38"/>
            <p:cNvSpPr/>
            <p:nvPr/>
          </p:nvSpPr>
          <p:spPr>
            <a:xfrm>
              <a:off x="1" y="3535"/>
              <a:ext cx="5758" cy="0"/>
            </a:xfrm>
            <a:prstGeom prst="line">
              <a:avLst/>
            </a:prstGeom>
            <a:ln w="15875" cap="flat" cmpd="sng">
              <a:solidFill>
                <a:schemeClr val="bg2"/>
              </a:solidFill>
              <a:prstDash val="solid"/>
              <a:headEnd type="none" w="med" len="med"/>
              <a:tailEnd type="none" w="med" len="med"/>
            </a:ln>
          </p:spPr>
        </p:sp>
      </p:grpSp>
      <p:sp>
        <p:nvSpPr>
          <p:cNvPr id="110631" name="Rectangle 39"/>
          <p:cNvSpPr>
            <a:spLocks noGrp="1" noChangeArrowheads="1"/>
          </p:cNvSpPr>
          <p:nvPr>
            <p:ph type="title"/>
          </p:nvPr>
        </p:nvSpPr>
        <p:spPr bwMode="auto">
          <a:xfrm>
            <a:off x="457200" y="277813"/>
            <a:ext cx="8229600" cy="1139825"/>
          </a:xfrm>
          <a:prstGeom prst="rect">
            <a:avLst/>
          </a:prstGeom>
          <a:noFill/>
          <a:ln w="9525">
            <a:noFill/>
            <a:miter lim="800000"/>
          </a:ln>
          <a:effectLst/>
        </p:spPr>
        <p:txBody>
          <a:bodyPr vert="horz" wrap="square" lIns="91440" tIns="45720" rIns="91440" bIns="45720" numCol="1" anchor="ctr" anchorCtr="1" compatLnSpc="1"/>
          <a:lstStyle/>
          <a:p>
            <a:pPr lvl="0"/>
            <a:r>
              <a:rPr lang="zh-CN" altLang="en-US" smtClean="0"/>
              <a:t>单击此处编辑母版标题样式</a:t>
            </a:r>
            <a:endParaRPr lang="zh-CN" altLang="en-US" smtClean="0"/>
          </a:p>
        </p:txBody>
      </p:sp>
      <p:sp>
        <p:nvSpPr>
          <p:cNvPr id="110632" name="Rectangle 40"/>
          <p:cNvSpPr>
            <a:spLocks noGrp="1" noChangeArrowheads="1"/>
          </p:cNvSpPr>
          <p:nvPr>
            <p:ph type="dt" sz="half" idx="2"/>
          </p:nvPr>
        </p:nvSpPr>
        <p:spPr bwMode="auto">
          <a:xfrm>
            <a:off x="457200" y="6243638"/>
            <a:ext cx="21336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000">
                <a:effectLst>
                  <a:outerShdw blurRad="38100" dist="38100" dir="2700000" algn="tl">
                    <a:srgbClr val="000000"/>
                  </a:outerShdw>
                </a:effectLst>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110633" name="Rectangle 41"/>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000">
                <a:effectLst>
                  <a:outerShdw blurRad="38100" dist="38100" dir="2700000" algn="tl">
                    <a:srgbClr val="000000"/>
                  </a:outerShdw>
                </a:effectLst>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110634" name="Rectangle 42"/>
          <p:cNvSpPr>
            <a:spLocks noGrp="1" noChangeArrowheads="1"/>
          </p:cNvSpPr>
          <p:nvPr>
            <p:ph type="sldNum" sz="quarter" idx="4"/>
          </p:nvPr>
        </p:nvSpPr>
        <p:spPr bwMode="auto">
          <a:xfrm>
            <a:off x="6553200" y="6243638"/>
            <a:ext cx="21336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000">
                <a:effectLst>
                  <a:outerShdw blurRad="38100" dist="38100" dir="2700000" algn="tl">
                    <a:srgbClr val="000000"/>
                  </a:outerShdw>
                </a:effectLst>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AA263ED2-D617-4DBB-8247-62EC137383DB}"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110635" name="Rectangle 43"/>
          <p:cNvSpPr>
            <a:spLocks noGrp="1" noChangeArrowheads="1"/>
          </p:cNvSpPr>
          <p:nvPr>
            <p:ph type="body" idx="1"/>
          </p:nvPr>
        </p:nvSpPr>
        <p:spPr bwMode="auto">
          <a:xfrm>
            <a:off x="457200" y="1600200"/>
            <a:ext cx="8229600" cy="4530725"/>
          </a:xfrm>
          <a:prstGeom prst="rect">
            <a:avLst/>
          </a:prstGeom>
          <a:noFill/>
          <a:ln w="9525">
            <a:noFill/>
            <a:miter lim="800000"/>
          </a:ln>
          <a:effec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hf sldNum="0" hdr="0" ftr="0" dt="0"/>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0" name="Rectangle 2"/>
          <p:cNvSpPr>
            <a:spLocks noGrp="1" noChangeArrowheads="1"/>
          </p:cNvSpPr>
          <p:nvPr>
            <p:ph type="ctrTitle" sz="quarter"/>
          </p:nvPr>
        </p:nvSpPr>
        <p:spPr>
          <a:xfrm>
            <a:off x="685800" y="1692275"/>
            <a:ext cx="7772400" cy="1952625"/>
          </a:xfrm>
        </p:spPr>
        <p:txBody>
          <a:bodyPr vert="horz" wrap="square" lIns="91440" tIns="45720" rIns="91440" bIns="45720" numCol="1" anchor="b" anchorCtr="1" compatLnSpc="1"/>
          <a:lstStyle/>
          <a:p>
            <a:pPr marL="0" marR="0" lvl="0" indent="0" algn="ctr" defTabSz="914400" rtl="0" eaLnBrk="1" fontAlgn="base" latinLnBrk="0" hangingPunct="1">
              <a:lnSpc>
                <a:spcPct val="150000"/>
              </a:lnSpc>
              <a:spcBef>
                <a:spcPct val="0"/>
              </a:spcBef>
              <a:spcAft>
                <a:spcPct val="0"/>
              </a:spcAft>
              <a:buClrTx/>
              <a:buSzTx/>
              <a:buFontTx/>
              <a:buNone/>
              <a:defRPr/>
            </a:pPr>
            <a:r>
              <a:rPr kumimoji="0" lang="en-US" altLang="zh-CN" sz="5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C</a:t>
            </a:r>
            <a:r>
              <a:rPr kumimoji="0" lang="en-US" altLang="zh-CN" sz="5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a:t>
            </a:r>
            <a:r>
              <a:rPr kumimoji="0" lang="zh-CN" altLang="en-US" sz="5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对</a:t>
            </a:r>
            <a:r>
              <a:rPr kumimoji="0" lang="en-US" altLang="zh-CN" sz="5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C</a:t>
            </a:r>
            <a:r>
              <a:rPr kumimoji="0" lang="zh-CN" altLang="en-US" sz="5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的基本扩充</a:t>
            </a:r>
            <a:endParaRPr kumimoji="0" lang="zh-CN" altLang="en-US" sz="44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j-lt"/>
              <a:ea typeface="+mj-ea"/>
              <a:cs typeface="+mj-cs"/>
            </a:endParaRPr>
          </a:p>
        </p:txBody>
      </p:sp>
      <p:sp>
        <p:nvSpPr>
          <p:cNvPr id="2051" name="Rectangle 3"/>
          <p:cNvSpPr>
            <a:spLocks noGrp="1" noChangeArrowheads="1"/>
          </p:cNvSpPr>
          <p:nvPr>
            <p:ph type="subTitle" sz="quarter" idx="1"/>
          </p:nvPr>
        </p:nvSpPr>
        <p:spPr>
          <a:xfrm>
            <a:off x="611188" y="4437063"/>
            <a:ext cx="8137525" cy="1512888"/>
          </a:xfrm>
        </p:spPr>
        <p:txBody>
          <a:bodyPr vert="horz" wrap="square" lIns="91440" tIns="45720" rIns="91440" bIns="45720" numCol="1" anchor="t" anchorCtr="0" compatLnSpc="1">
            <a:normAutofit/>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defRPr/>
            </a:pP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C++</a:t>
            </a: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对</a:t>
            </a:r>
            <a:r>
              <a:rPr kumimoji="0" lang="en-US" altLang="zh-CN"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C</a:t>
            </a: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的扩充</a:t>
            </a:r>
            <a:endPar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 name="内容占位符 2"/>
          <p:cNvSpPr>
            <a:spLocks noGrp="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包含了</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的所有成分。</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在</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的基础上增加了一些新的语言机制：</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更好地支持过程式编程，提高与类型相关的安全性。（</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基本扩充</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支持面向对象编程。</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支持泛型编程。</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Rectangle 2"/>
          <p:cNvSpPr>
            <a:spLocks noGrp="1" noChangeArrowheads="1"/>
          </p:cNvSpPr>
          <p:nvPr>
            <p:ph type="title"/>
          </p:nvPr>
        </p:nvSpPr>
        <p:spPr>
          <a:xfrm>
            <a:off x="457200" y="44450"/>
            <a:ext cx="8229600" cy="1139825"/>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C++</a:t>
            </a: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对</a:t>
            </a:r>
            <a:r>
              <a:rPr kumimoji="0" lang="en-US" altLang="zh-CN"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C</a:t>
            </a: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的基本扩充</a:t>
            </a:r>
            <a:endPar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075" name="Rectangle 3"/>
          <p:cNvSpPr>
            <a:spLocks noGrp="1" noChangeArrowheads="1"/>
          </p:cNvSpPr>
          <p:nvPr>
            <p:ph idx="1"/>
          </p:nvPr>
        </p:nvSpPr>
        <p:spPr>
          <a:xfrm>
            <a:off x="457200" y="1268413"/>
            <a:ext cx="8435975" cy="5400675"/>
          </a:xfrm>
        </p:spPr>
        <p:txBody>
          <a:bodyPr vert="horz" wrap="square" lIns="91440" tIns="45720" rIns="91440" bIns="45720" numCol="1" anchor="t" anchorCtr="0" compatLnSpc="1">
            <a:normAutofit fontScale="92500" lnSpcReduction="10000"/>
          </a:bodyPr>
          <a:lstStyle/>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局部变量</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的</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定义位置：</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90000"/>
              </a:lnSpc>
              <a:spcBef>
                <a:spcPct val="20000"/>
              </a:spcBef>
              <a:spcAft>
                <a:spcPct val="0"/>
              </a:spcAft>
              <a:buClr>
                <a:schemeClr val="tx1"/>
              </a:buClr>
              <a:buSzTx/>
              <a:buFontTx/>
              <a:buChar char="•"/>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允许局部变量的定义可以夹插在语句中。</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90000"/>
              </a:lnSpc>
              <a:spcBef>
                <a:spcPct val="20000"/>
              </a:spcBef>
              <a:spcAft>
                <a:spcPct val="0"/>
              </a:spcAft>
              <a:buClr>
                <a:schemeClr val="tx1"/>
              </a:buClr>
              <a:buSzTx/>
              <a:buFontTx/>
              <a:buChar char="•"/>
              <a:defRPr/>
            </a:pP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变量的使用点与定义点相距不至于太远，便于理解与维护。</a:t>
            </a:r>
            <a:endPar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常量定义：</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90000"/>
              </a:lnSpc>
              <a:spcBef>
                <a:spcPct val="20000"/>
              </a:spcBef>
              <a:spcAft>
                <a:spcPct val="0"/>
              </a:spcAft>
              <a:buClr>
                <a:schemeClr val="tx1"/>
              </a:buClr>
              <a:buSzTx/>
              <a:buFontTx/>
              <a:buChar char="•"/>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#define PI 3.1416</a:t>
            </a:r>
            <a:endPar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90000"/>
              </a:lnSpc>
              <a:spcBef>
                <a:spcPct val="20000"/>
              </a:spcBef>
              <a:spcAft>
                <a:spcPct val="0"/>
              </a:spcAft>
              <a:buClr>
                <a:schemeClr val="tx1"/>
              </a:buClr>
              <a:buSzTx/>
              <a:buFontTx/>
              <a:buChar char="•"/>
              <a:defRPr/>
            </a:pP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const</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PI=3.1416; //C++</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扩充的，便于编译时进行类型检查</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变量初始化方法：</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90000"/>
              </a:lnSpc>
              <a:spcBef>
                <a:spcPct val="20000"/>
              </a:spcBef>
              <a:spcAft>
                <a:spcPct val="0"/>
              </a:spcAft>
              <a:buClr>
                <a:schemeClr val="tx1"/>
              </a:buClr>
              <a:buSzTx/>
              <a:buFontTx/>
              <a:buChar char="•"/>
              <a:defRPr/>
            </a:pP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x=0;</a:t>
            </a:r>
            <a:endPar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90000"/>
              </a:lnSpc>
              <a:spcBef>
                <a:spcPct val="20000"/>
              </a:spcBef>
              <a:spcAft>
                <a:spcPct val="0"/>
              </a:spcAft>
              <a:buClr>
                <a:schemeClr val="tx1"/>
              </a:buClr>
              <a:buSzTx/>
              <a:buFontTx/>
              <a:buChar char="•"/>
              <a:defRPr/>
            </a:pP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x(0);</a:t>
            </a: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//C++</a:t>
            </a:r>
            <a:r>
              <a:rPr kumimoji="0" lang="zh-CN" altLang="en-US"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扩充</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的，与对象的初始化保持一致，去除</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的歧义</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条件的满足与不满足</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90000"/>
              </a:lnSpc>
              <a:spcBef>
                <a:spcPct val="20000"/>
              </a:spcBef>
              <a:spcAft>
                <a:spcPct val="0"/>
              </a:spcAft>
              <a:buClr>
                <a:schemeClr val="tx1"/>
              </a:buClr>
              <a:buSzTx/>
              <a:buFontTx/>
              <a:buChar char="•"/>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0</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表示不满足，非</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0</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表示满足</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90000"/>
              </a:lnSpc>
              <a:spcBef>
                <a:spcPct val="20000"/>
              </a:spcBef>
              <a:spcAft>
                <a:spcPct val="0"/>
              </a:spcAft>
              <a:buClr>
                <a:schemeClr val="tx1"/>
              </a:buClr>
              <a:buSzTx/>
              <a:buFontTx/>
              <a:buChar char="•"/>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bool</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类型：</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true</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表示满足；</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false</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表示不满足（</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a:t>
            </a: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zh-CN" altLang="en-US"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扩充</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的，便于理解）</a:t>
            </a:r>
            <a:endPar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注释</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90000"/>
              </a:lnSpc>
              <a:spcBef>
                <a:spcPct val="20000"/>
              </a:spcBef>
              <a:spcAft>
                <a:spcPct val="0"/>
              </a:spcAft>
              <a:buClr>
                <a:schemeClr val="tx1"/>
              </a:buClr>
              <a:buSzTx/>
              <a:buFontTx/>
              <a:buChar char="•"/>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1" fontAlgn="base" latinLnBrk="0" hangingPunct="1">
              <a:lnSpc>
                <a:spcPct val="90000"/>
              </a:lnSpc>
              <a:spcBef>
                <a:spcPct val="20000"/>
              </a:spcBef>
              <a:spcAft>
                <a:spcPct val="0"/>
              </a:spcAft>
              <a:buClr>
                <a:schemeClr val="tx1"/>
              </a:buClr>
              <a:buSzTx/>
              <a:buFontTx/>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1" fontAlgn="base" latinLnBrk="0" hangingPunct="1">
              <a:lnSpc>
                <a:spcPct val="90000"/>
              </a:lnSpc>
              <a:spcBef>
                <a:spcPct val="20000"/>
              </a:spcBef>
              <a:spcAft>
                <a:spcPct val="0"/>
              </a:spcAft>
              <a:buClr>
                <a:schemeClr val="tx1"/>
              </a:buClr>
              <a:buSzTx/>
              <a:buFontTx/>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90000"/>
              </a:lnSpc>
              <a:spcBef>
                <a:spcPct val="20000"/>
              </a:spcBef>
              <a:spcAft>
                <a:spcPct val="0"/>
              </a:spcAft>
              <a:buClr>
                <a:schemeClr val="tx1"/>
              </a:buClr>
              <a:buSzTx/>
              <a:buFontTx/>
              <a:buChar char="•"/>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a:t>
            </a: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zh-CN" altLang="en-US"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扩充</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的，</a:t>
            </a:r>
            <a:r>
              <a:rPr kumimoji="0" lang="zh-CN" altLang="en-US"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便于</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单行注释的书写）</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Rectangle 2"/>
          <p:cNvSpPr>
            <a:spLocks noGrp="1" noChangeArrowheads="1"/>
          </p:cNvSpPr>
          <p:nvPr>
            <p:ph type="title"/>
          </p:nvPr>
        </p:nvSpPr>
        <p:spPr>
          <a:xfrm>
            <a:off x="457200" y="44450"/>
            <a:ext cx="8229600" cy="1139825"/>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C++</a:t>
            </a: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对</a:t>
            </a:r>
            <a:r>
              <a:rPr kumimoji="0" lang="en-US" altLang="zh-CN"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C</a:t>
            </a: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的基本扩充</a:t>
            </a:r>
            <a:endPar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075" name="Rectangle 3"/>
          <p:cNvSpPr>
            <a:spLocks noGrp="1" noChangeArrowheads="1"/>
          </p:cNvSpPr>
          <p:nvPr>
            <p:ph idx="1"/>
          </p:nvPr>
        </p:nvSpPr>
        <p:spPr>
          <a:xfrm>
            <a:off x="457200" y="1268413"/>
            <a:ext cx="8229600" cy="5545138"/>
          </a:xfrm>
        </p:spPr>
        <p:txBody>
          <a:bodyPr vert="horz" wrap="square" lIns="91440" tIns="45720" rIns="91440" bIns="45720" numCol="1" anchor="t" anchorCtr="0" compatLnSpc="1">
            <a:normAutofit fontScale="92500" lnSpcReduction="10000"/>
          </a:bodyPr>
          <a:lstStyle/>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内联（</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inline</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）函数</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：编译时把</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函数体嵌入</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到函数的调用</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点，</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提高对小函数的调用效率。</a:t>
            </a: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函数</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的参数</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可以指定默认</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值：调用时一些实参可以</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缺省，方便了使用。</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名空间（</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namespace</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）：使得不同模块可以有同名的全局实体。</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标准库：保留了</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的标准库，但头文件名从*</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.h </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改成</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c*</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，另外，库中的全局实体定义在名</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空间</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std</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中。</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动态</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内存分配</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：增加了新的操作符</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new</a:t>
            </a:r>
            <a:r>
              <a:rPr kumimoji="0" lang="zh-CN" altLang="en-US"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与</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delete</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引用</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类型：具有指针的一些作用，但比指针更安全</a:t>
            </a: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函数名重载：在同一个作用域中，多个函数可以取相同的名字</a:t>
            </a: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匿名</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函数（</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λ</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表达式）：把函数定义和使用合而为一</a:t>
            </a: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基于</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范围的</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for</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语句：</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防止数组下标越界</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类型自动</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判断</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auto</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：定义变量时自动识别变量的类型</a:t>
            </a: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Rectangle 2"/>
          <p:cNvSpPr>
            <a:spLocks noGrp="1" noChangeArrowheads="1"/>
          </p:cNvSpPr>
          <p:nvPr>
            <p:ph type="title"/>
          </p:nvPr>
        </p:nvSpPr>
        <p:spPr>
          <a:xfrm>
            <a:off x="457200" y="44450"/>
            <a:ext cx="8229600" cy="1139825"/>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C++</a:t>
            </a: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对</a:t>
            </a:r>
            <a:r>
              <a:rPr kumimoji="0" lang="en-US" altLang="zh-CN"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C</a:t>
            </a: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的基本扩充</a:t>
            </a:r>
            <a:endPar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075" name="Rectangle 3"/>
          <p:cNvSpPr>
            <a:spLocks noGrp="1" noChangeArrowheads="1"/>
          </p:cNvSpPr>
          <p:nvPr>
            <p:ph idx="1"/>
          </p:nvPr>
        </p:nvSpPr>
        <p:spPr>
          <a:xfrm>
            <a:off x="457200" y="1268413"/>
            <a:ext cx="8229600" cy="5400675"/>
          </a:xfrm>
        </p:spPr>
        <p:txBody>
          <a:bodyPr vert="horz" wrap="square" lIns="91440" tIns="45720" rIns="91440" bIns="45720" numCol="1" anchor="t" anchorCtr="0" compatLnSpc="1">
            <a:normAutofit/>
          </a:bodyPr>
          <a:lstStyle/>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输入</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输出</a:t>
            </a: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90000"/>
              </a:lnSpc>
              <a:spcBef>
                <a:spcPct val="20000"/>
              </a:spcBef>
              <a:spcAft>
                <a:spcPct val="0"/>
              </a:spcAft>
              <a:buClr>
                <a:schemeClr val="tx1"/>
              </a:buClr>
              <a:buSzTx/>
              <a:buFontTx/>
              <a:buChar char="•"/>
              <a:defRPr/>
            </a:pPr>
            <a:r>
              <a:rPr kumimoji="0" lang="en-US" altLang="zh-CN" sz="20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x;</a:t>
            </a:r>
            <a:endPar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90000"/>
              </a:lnSpc>
              <a:spcBef>
                <a:spcPct val="20000"/>
              </a:spcBef>
              <a:spcAft>
                <a:spcPct val="0"/>
              </a:spcAft>
              <a:buClr>
                <a:schemeClr val="tx1"/>
              </a:buClr>
              <a:buSzTx/>
              <a:buFontTx/>
              <a:buChar char="•"/>
              <a:defRPr/>
            </a:pP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double y;</a:t>
            </a:r>
            <a:endPar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90000"/>
              </a:lnSpc>
              <a:spcBef>
                <a:spcPct val="20000"/>
              </a:spcBef>
              <a:spcAft>
                <a:spcPct val="0"/>
              </a:spcAft>
              <a:buClr>
                <a:schemeClr val="tx1"/>
              </a:buClr>
              <a:buSzTx/>
              <a:buFontTx/>
              <a:buChar char="•"/>
              <a:defRPr/>
            </a:pP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scanf</a:t>
            </a: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en-US" altLang="zh-CN" sz="20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d%lf</a:t>
            </a: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",&amp;</a:t>
            </a:r>
            <a:r>
              <a:rPr kumimoji="0" lang="en-US" altLang="zh-CN" sz="20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x,&amp;y</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输入</a:t>
            </a:r>
            <a:endPar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90000"/>
              </a:lnSpc>
              <a:spcBef>
                <a:spcPct val="20000"/>
              </a:spcBef>
              <a:spcAft>
                <a:spcPct val="0"/>
              </a:spcAft>
              <a:buClr>
                <a:schemeClr val="tx1"/>
              </a:buClr>
              <a:buSzTx/>
              <a:buFontTx/>
              <a:buChar char="•"/>
              <a:defRPr/>
            </a:pPr>
            <a:r>
              <a:rPr kumimoji="0" lang="en-US" altLang="zh-CN" sz="20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cin</a:t>
            </a: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&gt;&gt; x &gt;&gt; y; //C++</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扩充，</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#include &lt;</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iostream</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&gt;</a:t>
            </a:r>
            <a:endParaRPr kumimoji="0" lang="zh-CN" altLang="en-US"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90000"/>
              </a:lnSpc>
              <a:spcBef>
                <a:spcPct val="20000"/>
              </a:spcBef>
              <a:spcAft>
                <a:spcPct val="0"/>
              </a:spcAft>
              <a:buClr>
                <a:schemeClr val="tx1"/>
              </a:buClr>
              <a:buSzTx/>
              <a:buFontTx/>
              <a:buChar char="•"/>
              <a:defRPr/>
            </a:pP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printf</a:t>
            </a: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en-US" altLang="zh-CN" sz="20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d,%f</a:t>
            </a: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\n",</a:t>
            </a:r>
            <a:r>
              <a:rPr kumimoji="0" lang="en-US" altLang="zh-CN" sz="20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x,y</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输出</a:t>
            </a:r>
            <a:endPar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90000"/>
              </a:lnSpc>
              <a:spcBef>
                <a:spcPct val="20000"/>
              </a:spcBef>
              <a:spcAft>
                <a:spcPct val="0"/>
              </a:spcAft>
              <a:buClr>
                <a:schemeClr val="tx1"/>
              </a:buClr>
              <a:buSzTx/>
              <a:buFontTx/>
              <a:buChar char="•"/>
              <a:defRPr/>
            </a:pPr>
            <a:r>
              <a:rPr kumimoji="0" lang="en-US" altLang="zh-CN" sz="20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cout</a:t>
            </a: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&lt;&lt; x &lt;&lt; y; //C++</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扩充</a:t>
            </a:r>
            <a:r>
              <a:rPr kumimoji="0" lang="zh-CN" altLang="en-US"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#include &lt;</a:t>
            </a:r>
            <a:r>
              <a:rPr kumimoji="0" lang="en-US" altLang="zh-CN" sz="20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iostream</a:t>
            </a: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&gt;</a:t>
            </a:r>
            <a:endParaRPr kumimoji="0" lang="zh-CN" altLang="en-US"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结构化异常处理：</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90000"/>
              </a:lnSpc>
              <a:spcBef>
                <a:spcPct val="20000"/>
              </a:spcBef>
              <a:spcAft>
                <a:spcPct val="0"/>
              </a:spcAft>
              <a:buClr>
                <a:schemeClr val="tx1"/>
              </a:buClr>
              <a:buSzTx/>
              <a:buFontTx/>
              <a:buChar char="•"/>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语言的函数执行过程中发现错误时，通常是通过返回一个特殊的值（如：</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-1</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-2</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等）告诉调用者，调用者通过判断返回值来确定下一步的动作（</a:t>
            </a:r>
            <a:r>
              <a:rPr kumimoji="0" lang="zh-CN" altLang="en-US"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正常</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处理或异常处理），这会使得两类代码交织在一起，难以理解与维护。</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90000"/>
              </a:lnSpc>
              <a:spcBef>
                <a:spcPct val="20000"/>
              </a:spcBef>
              <a:spcAft>
                <a:spcPct val="0"/>
              </a:spcAft>
              <a:buClr>
                <a:schemeClr val="tx1"/>
              </a:buClr>
              <a:buSzTx/>
              <a:buFontTx/>
              <a:buChar char="•"/>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通过</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try</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throw</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catch</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语句，把</a:t>
            </a:r>
            <a:r>
              <a:rPr kumimoji="0" lang="zh-CN" altLang="en-US"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程序的正常处理与异常处理的代码分离开，使得程序容易理解与维护。</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Char char="n"/>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Char char="n"/>
              <a:defRPr/>
            </a:pP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5634" name="Rectangle 2"/>
          <p:cNvSpPr>
            <a:spLocks noGrp="1" noChangeArrowheads="1"/>
          </p:cNvSpPr>
          <p:nvPr>
            <p:ph type="title"/>
          </p:nvPr>
        </p:nvSpPr>
        <p:spPr>
          <a:xfrm>
            <a:off x="611188" y="228600"/>
            <a:ext cx="8134350" cy="762000"/>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解决对小函数调用的低效问题</a:t>
            </a:r>
            <a:endParaRPr kumimoji="0" lang="zh-CN" altLang="en-US" sz="40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25635" name="Rectangle 3"/>
          <p:cNvSpPr>
            <a:spLocks noGrp="1" noChangeArrowheads="1"/>
          </p:cNvSpPr>
          <p:nvPr>
            <p:ph idx="1"/>
          </p:nvPr>
        </p:nvSpPr>
        <p:spPr>
          <a:xfrm>
            <a:off x="614363" y="1500188"/>
            <a:ext cx="7989888" cy="5241925"/>
          </a:xfrm>
        </p:spPr>
        <p:txBody>
          <a:bodyPr vert="horz" wrap="square" lIns="91440" tIns="45720" rIns="91440" bIns="45720" numCol="1" anchor="t" anchorCtr="0" compatLnSpc="1">
            <a:normAutofit fontScale="85000" lnSpcReduction="20000"/>
          </a:bodyPr>
          <a:lstStyle/>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函数调用是需要额外开销</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的，在执行函数体之前：</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保留返回地址</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为局部变量和形参分配空间</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实现参数传递</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对一些只</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包含一两条</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语句的</a:t>
            </a: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小函数</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，函数调用的额外开销往往大于完成函数功能所需要的开销，</a:t>
            </a: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频繁地</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调用这样的函数将</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会</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使程序的效率不高。 </a:t>
            </a:r>
            <a:endPar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提供了两种解决上述问题的办法：</a:t>
            </a:r>
            <a:endPar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带参数的宏定义（</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已有的）</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内联函数（</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扩充的）</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6658" name="Rectangle 2"/>
          <p:cNvSpPr>
            <a:spLocks noGrp="1" noChangeArrowheads="1"/>
          </p:cNvSpPr>
          <p:nvPr>
            <p:ph type="title"/>
          </p:nvPr>
        </p:nvSpPr>
        <p:spPr>
          <a:xfrm>
            <a:off x="687388" y="228600"/>
            <a:ext cx="7772400" cy="685800"/>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带参数的宏定义 </a:t>
            </a:r>
            <a:endPar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26659" name="Rectangle 3"/>
          <p:cNvSpPr>
            <a:spLocks noGrp="1" noChangeArrowheads="1"/>
          </p:cNvSpPr>
          <p:nvPr>
            <p:ph idx="1"/>
          </p:nvPr>
        </p:nvSpPr>
        <p:spPr>
          <a:xfrm>
            <a:off x="250825" y="1258888"/>
            <a:ext cx="8642350" cy="5410200"/>
          </a:xfrm>
        </p:spPr>
        <p:txBody>
          <a:bodyPr vert="horz" wrap="square" lIns="91440" tIns="45720" rIns="91440" bIns="45720" numCol="1" anchor="t" anchorCtr="0" compatLnSpc="1">
            <a:normAutofit fontScale="85000" lnSpcReduction="10000"/>
          </a:bodyPr>
          <a:lstStyle/>
          <a:p>
            <a:pPr marL="355600" marR="0" lvl="0" indent="-355600" algn="just"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cs typeface="+mn-cs"/>
              </a:rPr>
              <a:t>宏定义</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是一</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种</a:t>
            </a:r>
            <a:r>
              <a:rPr kumimoji="0" lang="zh-CN" altLang="en-US" sz="3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编译预处理</a:t>
            </a: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命令</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，它可以实现类似函数的功能。例如，下面定义了一个带两个参数的宏：</a:t>
            </a:r>
            <a:endPar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894080" marR="0" lvl="1" indent="-358775" algn="just" defTabSz="914400" rtl="0" eaLnBrk="1" fontAlgn="base" latinLnBrk="0" hangingPunct="1">
              <a:lnSpc>
                <a:spcPct val="12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#define</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max</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a,b</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(((a)&gt;(b))?(a):(b))</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355600" marR="0" lvl="0" indent="-355600" algn="just"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在编译之前，</a:t>
            </a:r>
            <a:r>
              <a:rPr kumimoji="0" lang="zh-CN" altLang="en-US" sz="3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编译预处理程序</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将</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对宏</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的使用进行</a:t>
            </a:r>
            <a:r>
              <a:rPr kumimoji="0" lang="zh-CN" altLang="en-US" sz="3200" b="0" i="0" u="none" strike="noStrike" kern="0" cap="none" spc="0" normalizeH="0" baseline="0" noProof="0" dirty="0">
                <a:ln>
                  <a:noFill/>
                </a:ln>
                <a:solidFill>
                  <a:schemeClr val="folHlink"/>
                </a:solidFill>
                <a:effectLst>
                  <a:outerShdw blurRad="38100" dist="38100" dir="2700000" algn="tl">
                    <a:srgbClr val="000000"/>
                  </a:outerShdw>
                </a:effectLst>
                <a:uLnTx/>
                <a:uFillTx/>
                <a:latin typeface="+mn-lt"/>
                <a:ea typeface="+mn-ea"/>
                <a:cs typeface="+mn-cs"/>
              </a:rPr>
              <a:t>文字替换</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！然后交给编译程序编译</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。例如</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：编译前将</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把程序中的</a:t>
            </a: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894080" marR="0" lvl="1" indent="-358775" algn="just" defTabSz="914400" rtl="0" eaLnBrk="1" fontAlgn="base" latinLnBrk="0" hangingPunct="1">
              <a:lnSpc>
                <a:spcPct val="12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cout</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&lt;&lt;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max(</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x,y</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894080" marR="0" lvl="1" indent="-358775" algn="just" defTabSz="914400" rtl="0" eaLnBrk="1" fontAlgn="base" latinLnBrk="0" hangingPunct="1">
              <a:lnSpc>
                <a:spcPct val="120000"/>
              </a:lnSpc>
              <a:spcBef>
                <a:spcPct val="20000"/>
              </a:spcBef>
              <a:spcAft>
                <a:spcPct val="0"/>
              </a:spcAft>
              <a:buClr>
                <a:schemeClr val="tx1"/>
              </a:buClr>
              <a:buSzTx/>
              <a:buFontTx/>
              <a:buNone/>
              <a:defRPr/>
            </a:pP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替换成：</a:t>
            </a:r>
            <a:endPar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894080" marR="0" lvl="1" indent="-358775" algn="just" defTabSz="914400" rtl="0" eaLnBrk="1" fontAlgn="base" latinLnBrk="0" hangingPunct="1">
              <a:lnSpc>
                <a:spcPct val="12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cout</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&lt;&lt;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(((x)&gt;(y))?(x):(y));</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355600" marR="0" lvl="0" indent="-355600" algn="just"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宏定义的格式为：</a:t>
            </a: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894080" marR="0" lvl="1" indent="-358775" algn="just" defTabSz="914400" rtl="0" eaLnBrk="1" fontAlgn="base" latinLnBrk="0" hangingPunct="1">
              <a:lnSpc>
                <a:spcPct val="12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Times New Roman" panose="02020603050405020304" pitchFamily="18" charset="0"/>
              </a:rPr>
              <a:t>#define</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凵</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Times New Roman" panose="02020603050405020304" pitchFamily="18" charset="0"/>
              </a:rPr>
              <a:t>&lt;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宏名</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Times New Roman" panose="02020603050405020304" pitchFamily="18" charset="0"/>
              </a:rPr>
              <a:t>&gt;</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Times New Roman" panose="02020603050405020304" pitchFamily="18" charset="0"/>
              </a:rPr>
              <a: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Times New Roman" panose="02020603050405020304" pitchFamily="18" charset="0"/>
              </a:rPr>
              <a:t>&lt;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参数表</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Times New Roman" panose="02020603050405020304" pitchFamily="18" charset="0"/>
              </a:rPr>
              <a:t>&gt;</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Times New Roman" panose="02020603050405020304" pitchFamily="18" charset="0"/>
              </a:rPr>
              <a: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凵</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Times New Roman" panose="02020603050405020304" pitchFamily="18" charset="0"/>
              </a:rPr>
              <a:t>&lt;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文字串</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Times New Roman" panose="02020603050405020304" pitchFamily="18" charset="0"/>
              </a:rPr>
              <a:t>&gt;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82" name="Rectangle 2"/>
          <p:cNvSpPr>
            <a:spLocks noGrp="1" noChangeArrowheads="1"/>
          </p:cNvSpPr>
          <p:nvPr>
            <p:ph type="title"/>
          </p:nvPr>
        </p:nvSpPr>
        <p:spPr>
          <a:xfrm>
            <a:off x="457200" y="115888"/>
            <a:ext cx="8229600" cy="1139825"/>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宏定义的不足之处</a:t>
            </a:r>
            <a:endPar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27683" name="Rectangle 3"/>
          <p:cNvSpPr>
            <a:spLocks noGrp="1" noChangeArrowheads="1"/>
          </p:cNvSpPr>
          <p:nvPr>
            <p:ph idx="1"/>
          </p:nvPr>
        </p:nvSpPr>
        <p:spPr>
          <a:xfrm>
            <a:off x="457200" y="1412875"/>
            <a:ext cx="8229600" cy="5111750"/>
          </a:xfrm>
        </p:spPr>
        <p:txBody>
          <a:bodyPr vert="horz" wrap="square" lIns="91440" tIns="45720" rIns="91440" bIns="45720" numCol="1" anchor="t" anchorCtr="0" compatLnSpc="1"/>
          <a:lstStyle/>
          <a:p>
            <a:pPr marL="342900" marR="0" lvl="0" indent="-34290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需要加上很多的括号，否则会出问题。例如：</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just"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#define max(</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a,b</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a&gt;</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b?a:b</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just"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10+max(</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x,y</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)+z </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将被替换成：</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57200" marR="0" lvl="1" indent="0" algn="just" defTabSz="914400" rtl="0" eaLnBrk="1" fontAlgn="base" latinLnBrk="0" hangingPunct="1">
              <a:lnSpc>
                <a:spcPct val="10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10+x&gt;</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y?x:y+z</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US"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endParaRPr kumimoji="0" lang="en-US"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endParaRPr>
          </a:p>
          <a:p>
            <a:pPr marL="342900" marR="0" lvl="0" indent="-34290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有时会出现重复计算。例如：</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Times New Roman" panose="02020603050405020304" pitchFamily="18" charset="0"/>
            </a:endParaRPr>
          </a:p>
          <a:p>
            <a:pPr marL="742950" marR="0" lvl="1" indent="-285750" algn="just"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#define</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max(</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a,b</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(((a)&gt;(b))?(a):(b))</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Times New Roman" panose="02020603050405020304" pitchFamily="18" charset="0"/>
            </a:endParaRPr>
          </a:p>
          <a:p>
            <a:pPr marL="742950" marR="0" lvl="1" indent="-285750" algn="just"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Times New Roman" panose="02020603050405020304" pitchFamily="18" charset="0"/>
              </a:rPr>
              <a:t>max(x+1,y*2) </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Times New Roman" panose="02020603050405020304" pitchFamily="18" charset="0"/>
              </a:rPr>
              <a:t>将被替换成：</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Times New Roman" panose="02020603050405020304" pitchFamily="18" charset="0"/>
            </a:endParaRPr>
          </a:p>
          <a:p>
            <a:pPr marL="1143000" marR="0" lvl="2" indent="-228600" algn="just"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(((x+1)&gt;(y*2))?(x+1):(y*2)) //</a:t>
            </a: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x+1</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或</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y*2</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要计算</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2</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次</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Times New Roman" panose="02020603050405020304" pitchFamily="18" charset="0"/>
            </a:endParaRPr>
          </a:p>
          <a:p>
            <a:pPr marL="342900" marR="0" lvl="0" indent="-34290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替换时</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不进行参数类型检查和转换。</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Times New Roman" panose="02020603050405020304" pitchFamily="18" charset="0"/>
              </a:rPr>
              <a:t> </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Times New Roman" panose="02020603050405020304" pitchFamily="18" charset="0"/>
            </a:endParaRPr>
          </a:p>
          <a:p>
            <a:pPr marL="342900" marR="0" lvl="0" indent="-342900"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不利于一些工具（如调试）对程序的处理。例如，在上面程序的编译结果中，</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max</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已不存在！</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
        <p:nvSpPr>
          <p:cNvPr id="2" name="文本框 1"/>
          <p:cNvSpPr txBox="1"/>
          <p:nvPr/>
        </p:nvSpPr>
        <p:spPr>
          <a:xfrm>
            <a:off x="4067175" y="2822575"/>
            <a:ext cx="3090863" cy="461963"/>
          </a:xfrm>
          <a:prstGeom prst="rect">
            <a:avLst/>
          </a:prstGeom>
          <a:solidFill>
            <a:schemeClr val="bg2">
              <a:lumMod val="75000"/>
            </a:schemeClr>
          </a:solidFill>
        </p:spPr>
        <p:txBody>
          <a:bodyPr wrap="none">
            <a:spAutoFit/>
          </a:bodyPr>
          <a:lstStyle/>
          <a:p>
            <a:pPr marR="0" defTabSz="914400">
              <a:buClrTx/>
              <a:buSzTx/>
              <a:buFontTx/>
              <a:buNone/>
              <a:defRPr/>
            </a:pPr>
            <a:r>
              <a:rPr kumimoji="0" lang="en-US" altLang="zh-CN" kern="1200" cap="none" spc="0" normalizeH="0" baseline="0" noProof="0" dirty="0">
                <a:latin typeface="Verdana" panose="020B0604030504040204" pitchFamily="34" charset="0"/>
                <a:ea typeface="宋体" panose="02010600030101010101" pitchFamily="2" charset="-122"/>
                <a:cs typeface="+mn-cs"/>
              </a:rPr>
              <a:t>(10+x)&gt;</a:t>
            </a:r>
            <a:r>
              <a:rPr kumimoji="0" lang="en-US" altLang="zh-CN" kern="1200" cap="none" spc="0" normalizeH="0" baseline="0" noProof="0" dirty="0" err="1">
                <a:latin typeface="Verdana" panose="020B0604030504040204" pitchFamily="34" charset="0"/>
                <a:ea typeface="宋体" panose="02010600030101010101" pitchFamily="2" charset="-122"/>
                <a:cs typeface="+mn-cs"/>
              </a:rPr>
              <a:t>y?x</a:t>
            </a:r>
            <a:r>
              <a:rPr kumimoji="0" lang="en-US" altLang="zh-CN" kern="1200" cap="none" spc="0" normalizeH="0" baseline="0" noProof="0" dirty="0">
                <a:latin typeface="Verdana" panose="020B0604030504040204" pitchFamily="34" charset="0"/>
                <a:ea typeface="宋体" panose="02010600030101010101" pitchFamily="2" charset="-122"/>
                <a:cs typeface="+mn-cs"/>
              </a:rPr>
              <a:t>:(</a:t>
            </a:r>
            <a:r>
              <a:rPr kumimoji="0" lang="en-US" altLang="zh-CN" kern="1200" cap="none" spc="0" normalizeH="0" baseline="0" noProof="0" dirty="0" err="1">
                <a:latin typeface="Verdana" panose="020B0604030504040204" pitchFamily="34" charset="0"/>
                <a:ea typeface="宋体" panose="02010600030101010101" pitchFamily="2" charset="-122"/>
                <a:cs typeface="+mn-cs"/>
              </a:rPr>
              <a:t>y+z</a:t>
            </a:r>
            <a:r>
              <a:rPr kumimoji="0" lang="en-US" altLang="zh-CN" kern="1200" cap="none" spc="0" normalizeH="0" baseline="0" noProof="0" dirty="0">
                <a:latin typeface="Verdana" panose="020B0604030504040204" pitchFamily="34" charset="0"/>
                <a:ea typeface="宋体" panose="02010600030101010101" pitchFamily="2" charset="-122"/>
                <a:cs typeface="+mn-cs"/>
              </a:rPr>
              <a:t>)</a:t>
            </a:r>
            <a:endParaRPr kumimoji="0" lang="zh-CN" altLang="en-US" kern="1200" cap="none" spc="0" normalizeH="0" baseline="0" noProof="0" dirty="0">
              <a:latin typeface="Verdana" panose="020B060403050404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27683">
                                            <p:txEl>
                                              <p:charRg st="88" end="102"/>
                                            </p:txEl>
                                          </p:spTgt>
                                        </p:tgtEl>
                                        <p:attrNameLst>
                                          <p:attrName>style.visibility</p:attrName>
                                        </p:attrNameLst>
                                      </p:cBhvr>
                                      <p:to>
                                        <p:strVal val="visible"/>
                                      </p:to>
                                    </p:set>
                                    <p:anim calcmode="lin" valueType="num">
                                      <p:cBhvr additive="base">
                                        <p:cTn id="13" dur="500" fill="hold"/>
                                        <p:tgtEl>
                                          <p:spTgt spid="327683">
                                            <p:txEl>
                                              <p:charRg st="88" end="10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27683">
                                            <p:txEl>
                                              <p:charRg st="88" end="10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27683">
                                            <p:txEl>
                                              <p:charRg st="102" end="139"/>
                                            </p:txEl>
                                          </p:spTgt>
                                        </p:tgtEl>
                                        <p:attrNameLst>
                                          <p:attrName>style.visibility</p:attrName>
                                        </p:attrNameLst>
                                      </p:cBhvr>
                                      <p:to>
                                        <p:strVal val="visible"/>
                                      </p:to>
                                    </p:set>
                                    <p:anim calcmode="lin" valueType="num">
                                      <p:cBhvr additive="base">
                                        <p:cTn id="17" dur="500" fill="hold"/>
                                        <p:tgtEl>
                                          <p:spTgt spid="327683">
                                            <p:txEl>
                                              <p:charRg st="102" end="139"/>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27683">
                                            <p:txEl>
                                              <p:charRg st="102" end="139"/>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27683">
                                            <p:txEl>
                                              <p:charRg st="139" end="159"/>
                                            </p:txEl>
                                          </p:spTgt>
                                        </p:tgtEl>
                                        <p:attrNameLst>
                                          <p:attrName>style.visibility</p:attrName>
                                        </p:attrNameLst>
                                      </p:cBhvr>
                                      <p:to>
                                        <p:strVal val="visible"/>
                                      </p:to>
                                    </p:set>
                                    <p:anim calcmode="lin" valueType="num">
                                      <p:cBhvr additive="base">
                                        <p:cTn id="21" dur="500" fill="hold"/>
                                        <p:tgtEl>
                                          <p:spTgt spid="327683">
                                            <p:txEl>
                                              <p:charRg st="139" end="159"/>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27683">
                                            <p:txEl>
                                              <p:charRg st="139" end="159"/>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27683">
                                            <p:txEl>
                                              <p:charRg st="159" end="203"/>
                                            </p:txEl>
                                          </p:spTgt>
                                        </p:tgtEl>
                                        <p:attrNameLst>
                                          <p:attrName>style.visibility</p:attrName>
                                        </p:attrNameLst>
                                      </p:cBhvr>
                                      <p:to>
                                        <p:strVal val="visible"/>
                                      </p:to>
                                    </p:set>
                                    <p:anim calcmode="lin" valueType="num">
                                      <p:cBhvr additive="base">
                                        <p:cTn id="25" dur="500" fill="hold"/>
                                        <p:tgtEl>
                                          <p:spTgt spid="327683">
                                            <p:txEl>
                                              <p:charRg st="159" end="20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27683">
                                            <p:txEl>
                                              <p:charRg st="159" end="20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27683">
                                            <p:txEl>
                                              <p:charRg st="203" end="221"/>
                                            </p:txEl>
                                          </p:spTgt>
                                        </p:tgtEl>
                                        <p:attrNameLst>
                                          <p:attrName>style.visibility</p:attrName>
                                        </p:attrNameLst>
                                      </p:cBhvr>
                                      <p:to>
                                        <p:strVal val="visible"/>
                                      </p:to>
                                    </p:set>
                                    <p:anim calcmode="lin" valueType="num">
                                      <p:cBhvr additive="base">
                                        <p:cTn id="31" dur="500" fill="hold"/>
                                        <p:tgtEl>
                                          <p:spTgt spid="327683">
                                            <p:txEl>
                                              <p:charRg st="203" end="22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27683">
                                            <p:txEl>
                                              <p:charRg st="203" end="221"/>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27683">
                                            <p:txEl>
                                              <p:charRg st="221" end="264"/>
                                            </p:txEl>
                                          </p:spTgt>
                                        </p:tgtEl>
                                        <p:attrNameLst>
                                          <p:attrName>style.visibility</p:attrName>
                                        </p:attrNameLst>
                                      </p:cBhvr>
                                      <p:to>
                                        <p:strVal val="visible"/>
                                      </p:to>
                                    </p:set>
                                    <p:anim calcmode="lin" valueType="num">
                                      <p:cBhvr additive="base">
                                        <p:cTn id="35" dur="500" fill="hold"/>
                                        <p:tgtEl>
                                          <p:spTgt spid="327683">
                                            <p:txEl>
                                              <p:charRg st="221" end="26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27683">
                                            <p:txEl>
                                              <p:charRg st="221" end="26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8706" name="Rectangle 2"/>
          <p:cNvSpPr>
            <a:spLocks noGrp="1" noChangeArrowheads="1"/>
          </p:cNvSpPr>
          <p:nvPr>
            <p:ph type="title"/>
          </p:nvPr>
        </p:nvSpPr>
        <p:spPr>
          <a:xfrm>
            <a:off x="457200" y="152400"/>
            <a:ext cx="7772400" cy="685800"/>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rPr>
              <a:t>内联函数 </a:t>
            </a:r>
            <a:endParaRPr kumimoji="0" lang="zh-CN" altLang="en-US"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28707" name="Rectangle 3"/>
          <p:cNvSpPr>
            <a:spLocks noGrp="1" noChangeArrowheads="1"/>
          </p:cNvSpPr>
          <p:nvPr>
            <p:ph idx="1"/>
          </p:nvPr>
        </p:nvSpPr>
        <p:spPr>
          <a:xfrm>
            <a:off x="323850" y="1066800"/>
            <a:ext cx="8496300" cy="5530850"/>
          </a:xfrm>
        </p:spPr>
        <p:txBody>
          <a:bodyPr vert="horz" wrap="square" lIns="91440" tIns="45720" rIns="91440" bIns="45720" numCol="1" anchor="t" anchorCtr="0" compatLnSpc="1">
            <a:normAutofit fontScale="92500" lnSpcReduction="10000"/>
          </a:bodyPr>
          <a:lstStyle/>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内联函数是指在定义函数时，在函数返回类型之前加上一个关键词</a:t>
            </a:r>
            <a:r>
              <a:rPr kumimoji="0" lang="en-US" altLang="zh-CN" sz="28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cs typeface="+mn-cs"/>
              </a:rPr>
              <a:t>inline</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。例如：</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rPr>
              <a:t>inline</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max(</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b)</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return a&gt;</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b?a:b</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内联函数的作用是</a:t>
            </a:r>
            <a:r>
              <a:rPr kumimoji="0" lang="zh-CN" altLang="en-US" sz="28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cs typeface="+mn-cs"/>
              </a:rPr>
              <a:t>建议</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编译程序把该函数的函数体展开到调用点，不再进行函数调用，而是直接执行函数体。</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内联函数形式上属于函数，它遵循函数</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调用</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的一些规定。例如：编译程序会进行参数类型检查与转换。</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使用内联函数时应注意以下几点： </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Char char="•"/>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不是所有函数都能作为内联函数，如递归函数往往不行。 </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Char char="•"/>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内联函数名具有文件作用域。</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2018" name="Rectangle 2"/>
          <p:cNvSpPr>
            <a:spLocks noGrp="1" noChangeArrowheads="1"/>
          </p:cNvSpPr>
          <p:nvPr>
            <p:ph type="title"/>
          </p:nvPr>
        </p:nvSpPr>
        <p:spPr>
          <a:xfrm>
            <a:off x="685800" y="228600"/>
            <a:ext cx="7772400" cy="914400"/>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带缺省值的形式参数</a:t>
            </a:r>
            <a:endPar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42019" name="Rectangle 3"/>
          <p:cNvSpPr>
            <a:spLocks noGrp="1" noChangeArrowheads="1"/>
          </p:cNvSpPr>
          <p:nvPr>
            <p:ph idx="1"/>
          </p:nvPr>
        </p:nvSpPr>
        <p:spPr>
          <a:xfrm>
            <a:off x="539750" y="1700213"/>
            <a:ext cx="8153400" cy="4032250"/>
          </a:xfrm>
        </p:spPr>
        <p:txBody>
          <a:bodyPr vert="horz" wrap="square" lIns="91440" tIns="45720" rIns="91440" bIns="45720" numCol="1" anchor="t" anchorCtr="0" compatLnSpc="1">
            <a:normAutofit fontScale="92500" lnSpcReduction="20000"/>
          </a:bodyPr>
          <a:lstStyle/>
          <a:p>
            <a:pPr marL="446405" marR="0" lvl="0" indent="-446405"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对于一个函数的某些形参，</a:t>
            </a:r>
            <a:r>
              <a:rPr kumimoji="0" lang="zh-CN" altLang="en-US" sz="3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会出现</a:t>
            </a:r>
            <a:r>
              <a:rPr kumimoji="0" lang="zh-CN" altLang="en-US" sz="3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在调用这个函数时，大部分情况下给这些形参提供的实参都是某个固定值。例如，对下面的函数</a:t>
            </a:r>
            <a:r>
              <a:rPr kumimoji="0" lang="en-US" altLang="zh-CN" sz="3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print</a:t>
            </a:r>
            <a:r>
              <a:rPr kumimoji="0" lang="zh-CN" altLang="en-US" sz="3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，大部分情况下调用它时，参数</a:t>
            </a:r>
            <a:r>
              <a:rPr kumimoji="0" lang="en-US" altLang="zh-CN" sz="3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base</a:t>
            </a:r>
            <a:r>
              <a:rPr kumimoji="0" lang="zh-CN" altLang="en-US" sz="3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都是</a:t>
            </a:r>
            <a:r>
              <a:rPr kumimoji="0" lang="en-US" altLang="zh-CN" sz="3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10</a:t>
            </a:r>
            <a:r>
              <a:rPr kumimoji="0" lang="zh-CN" altLang="en-US" sz="3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457200" marR="0" lvl="1" indent="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void </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print(</a:t>
            </a:r>
            <a:r>
              <a:rPr kumimoji="0" lang="en-US" altLang="zh-CN" sz="28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value, </a:t>
            </a:r>
            <a:r>
              <a:rPr kumimoji="0" lang="en-US" altLang="zh-CN" sz="28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base</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46405" marR="0" lvl="0" indent="-446405"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能否在调用时省略这些实参呢？例如</a:t>
            </a:r>
            <a:endParaRPr kumimoji="0" lang="en-US" altLang="zh-CN" sz="3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400050" marR="0" lvl="1" indent="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3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print(a); //a</a:t>
            </a:r>
            <a:r>
              <a:rPr kumimoji="0" lang="zh-CN" altLang="en-US" sz="3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给</a:t>
            </a:r>
            <a:r>
              <a:rPr kumimoji="0" lang="en-US" altLang="zh-CN" sz="3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value</a:t>
            </a:r>
            <a:r>
              <a:rPr kumimoji="0" lang="zh-CN" altLang="en-US" sz="3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3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10</a:t>
            </a:r>
            <a:r>
              <a:rPr kumimoji="0" lang="zh-CN" altLang="en-US" sz="3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给</a:t>
            </a:r>
            <a:r>
              <a:rPr kumimoji="0" lang="en-US" altLang="zh-CN" sz="3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base</a:t>
            </a:r>
            <a:endParaRPr kumimoji="0" lang="en-US" altLang="zh-CN" sz="3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ctr" anchorCtr="1" compatLnSpc="1"/>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 name="内容占位符 2"/>
          <p:cNvSpPr>
            <a:spLocks noGrp="1"/>
          </p:cNvSpPr>
          <p:nvPr>
            <p:ph idx="1"/>
          </p:nvPr>
        </p:nvSpPr>
        <p:spPr/>
        <p:txBody>
          <a:bodyPr vert="horz" wrap="square" lIns="91440" tIns="45720" rIns="91440" bIns="45720" numCol="1" anchor="t" anchorCtr="0" compatLnSpc="1">
            <a:normAutofit fontScale="92500" lnSpcReduction="10000"/>
          </a:bodyPr>
          <a:lstStyle/>
          <a:p>
            <a:pPr marL="446405" marR="0" lvl="0" indent="-446405"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在</a:t>
            </a:r>
            <a:r>
              <a:rPr kumimoji="0" lang="en-US" altLang="zh-CN" sz="3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C++</a:t>
            </a:r>
            <a:r>
              <a:rPr kumimoji="0" lang="zh-CN" altLang="en-US" sz="3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中允许</a:t>
            </a:r>
            <a:r>
              <a:rPr kumimoji="0" lang="zh-CN" altLang="en-US" sz="3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在</a:t>
            </a:r>
            <a:r>
              <a:rPr kumimoji="0" lang="zh-CN" altLang="en-US" sz="3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声明函数</a:t>
            </a:r>
            <a:r>
              <a:rPr kumimoji="0" lang="zh-CN" altLang="en-US" sz="3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时</a:t>
            </a:r>
            <a:r>
              <a:rPr kumimoji="0" lang="zh-CN" altLang="en-US" sz="3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，为函数的某些参数指定默认值</a:t>
            </a:r>
            <a:r>
              <a:rPr kumimoji="0" lang="zh-CN" altLang="en-US" sz="3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。例如</a:t>
            </a:r>
            <a:r>
              <a:rPr kumimoji="0" lang="zh-CN" altLang="en-US" sz="3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，可以把函数</a:t>
            </a:r>
            <a:r>
              <a:rPr kumimoji="0" lang="en-US" altLang="zh-CN" sz="3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print</a:t>
            </a:r>
            <a:r>
              <a:rPr kumimoji="0" lang="zh-CN" altLang="en-US" sz="3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声明成：</a:t>
            </a:r>
            <a:endParaRPr kumimoji="0" lang="zh-CN" altLang="en-US" sz="3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990600" marR="0" lvl="1" indent="-53340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void print(</a:t>
            </a:r>
            <a:r>
              <a:rPr kumimoji="0" lang="en-US" altLang="zh-CN" sz="28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value, </a:t>
            </a:r>
            <a:r>
              <a:rPr kumimoji="0" lang="en-US" altLang="zh-CN" sz="28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base=10);</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在调用这些函数时，如果没有提供相应的实参，则相应的形参采用指定的默认值</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3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例如：</a:t>
            </a:r>
            <a:endParaRPr kumimoji="0" lang="en-US" altLang="zh-CN" sz="3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990600" marR="0" lvl="1" indent="-53340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print(32,2);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//32</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传</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给</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value</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2</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传给</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base</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990600" marR="0" lvl="1" indent="-53340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print(28); //28</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传给</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value</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10</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传给</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base</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3042" name="Rectangle 2"/>
          <p:cNvSpPr>
            <a:spLocks noGrp="1" noChangeArrowheads="1"/>
          </p:cNvSpPr>
          <p:nvPr>
            <p:ph type="title"/>
          </p:nvPr>
        </p:nvSpPr>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43043" name="Rectangle 3"/>
          <p:cNvSpPr>
            <a:spLocks noGrp="1" noChangeArrowheads="1"/>
          </p:cNvSpPr>
          <p:nvPr>
            <p:ph idx="1"/>
          </p:nvPr>
        </p:nvSpPr>
        <p:spPr>
          <a:xfrm>
            <a:off x="250825" y="1600200"/>
            <a:ext cx="8435975" cy="4924425"/>
          </a:xfrm>
        </p:spPr>
        <p:txBody>
          <a:bodyPr vert="horz" wrap="square" lIns="91440" tIns="45720" rIns="91440" bIns="45720" numCol="1" anchor="t" anchorCtr="0" compatLnSpc="1">
            <a:normAutofit fontScale="92500"/>
          </a:bodyPr>
          <a:lstStyle/>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在指定函数参数的默认值时，应注意下面几点：</a:t>
            </a:r>
            <a:endPar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有默认值的形参应全处于形参表的右部。例如：</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1" fontAlgn="base" latinLnBrk="0" hangingPunct="1">
              <a:lnSpc>
                <a:spcPct val="110000"/>
              </a:lnSpc>
              <a:spcBef>
                <a:spcPct val="20000"/>
              </a:spcBef>
              <a:spcAft>
                <a:spcPct val="0"/>
              </a:spcAft>
              <a:buClr>
                <a:schemeClr val="accent2"/>
              </a:buClr>
              <a:buSzPct val="60000"/>
              <a:buFont typeface="Wingdings" panose="05000000000000000000" pitchFamily="2" charset="2"/>
              <a:buChar char="n"/>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void f(</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a:t>
            </a:r>
            <a:r>
              <a:rPr kumimoji="0" lang="en-US" altLang="zh-CN" sz="24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rPr>
              <a:t>nt</a:t>
            </a:r>
            <a:r>
              <a:rPr kumimoji="0" lang="en-US"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 b=1, </a:t>
            </a:r>
            <a:r>
              <a:rPr kumimoji="0" lang="en-US" altLang="zh-CN" sz="24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 c=0</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//OK</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1" fontAlgn="base" latinLnBrk="0" hangingPunct="1">
              <a:lnSpc>
                <a:spcPct val="110000"/>
              </a:lnSpc>
              <a:spcBef>
                <a:spcPct val="20000"/>
              </a:spcBef>
              <a:spcAft>
                <a:spcPct val="0"/>
              </a:spcAft>
              <a:buClr>
                <a:schemeClr val="accent2"/>
              </a:buClr>
              <a:buSzPct val="60000"/>
              <a:buFont typeface="Wingdings" panose="05000000000000000000" pitchFamily="2" charset="2"/>
              <a:buChar char="n"/>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void f(</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 </a:t>
            </a:r>
            <a:r>
              <a:rPr kumimoji="0" lang="en-US" altLang="zh-CN" sz="2400" b="0" i="0" u="none" strike="noStrike" kern="0" cap="none" spc="0" normalizeH="0" baseline="0" noProof="0" dirty="0" err="1" smtClean="0">
                <a:ln>
                  <a:noFill/>
                </a:ln>
                <a:solidFill>
                  <a:schemeClr val="folHlink"/>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rPr>
              <a:t> b=1</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c)</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GB"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Error</a:t>
            </a:r>
            <a:r>
              <a:rPr kumimoji="0" lang="zh-CN" altLang="en-US"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r>
              <a:rPr kumimoji="0" lang="en-US"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c</a:t>
            </a:r>
            <a:r>
              <a:rPr kumimoji="0" lang="zh-CN" altLang="en-US"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没指定默认值</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宋体" panose="02010600030101010101" pitchFamily="2" charset="-122"/>
                <a:ea typeface="+mn-ea"/>
                <a:cs typeface="Times New Roman" panose="02020603050405020304" pitchFamily="18" charset="0"/>
              </a:rPr>
              <a:t> </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宋体" panose="02010600030101010101" pitchFamily="2" charset="-122"/>
              <a:ea typeface="+mn-ea"/>
              <a:cs typeface="Times New Roman" panose="02020603050405020304" pitchFamily="18" charset="0"/>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对参数默认值的指定只在函数声明（包括定义性声明）处有意义。</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在不同的源文件中，对同一个函数的声明可以对它的参数指定不同的默认值。</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在同一个源文件中，对同一个函数的声明只能对它的每一个参数指定一次默认值。 </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宋体" panose="02010600030101010101" pitchFamily="2" charset="-122"/>
                <a:ea typeface="+mn-ea"/>
                <a:cs typeface="Times New Roman" panose="02020603050405020304" pitchFamily="18" charset="0"/>
              </a:rPr>
              <a:t> </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2"/>
          <p:cNvSpPr>
            <a:spLocks noGrp="1" noChangeArrowheads="1"/>
          </p:cNvSpPr>
          <p:nvPr>
            <p:ph type="title"/>
          </p:nvPr>
        </p:nvSpPr>
        <p:spPr>
          <a:xfrm>
            <a:off x="685800" y="188913"/>
            <a:ext cx="7772400" cy="647700"/>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rPr>
              <a:t>名空间作用域</a:t>
            </a:r>
            <a:endParaRPr kumimoji="0" lang="zh-CN" altLang="en-US"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29699" name="Rectangle 3"/>
          <p:cNvSpPr>
            <a:spLocks noGrp="1" noChangeArrowheads="1"/>
          </p:cNvSpPr>
          <p:nvPr>
            <p:ph idx="1"/>
          </p:nvPr>
        </p:nvSpPr>
        <p:spPr>
          <a:xfrm>
            <a:off x="250825" y="1219200"/>
            <a:ext cx="8713788" cy="537845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对于一个</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由</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多个模块（源文件）构成的程序，有时会面临一个问题：</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在一个模块中要用到在另外两个模块中定义的不同全局程序实体（如：全局变量和函数），而这两个全局程序实体的</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名字相同</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
        <p:nvSpPr>
          <p:cNvPr id="4" name="Rectangle 3"/>
          <p:cNvSpPr txBox="1">
            <a:spLocks noChangeArrowheads="1"/>
          </p:cNvSpPr>
          <p:nvPr/>
        </p:nvSpPr>
        <p:spPr bwMode="auto">
          <a:xfrm>
            <a:off x="601663" y="3933825"/>
            <a:ext cx="1697038" cy="2303463"/>
          </a:xfrm>
          <a:prstGeom prst="rect">
            <a:avLst/>
          </a:prstGeom>
          <a:solidFill>
            <a:srgbClr val="5C3D1E"/>
          </a:solidFill>
          <a:ln>
            <a:noFill/>
          </a:ln>
          <a:effectLst/>
        </p:spPr>
        <p:txBody>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9pPr>
          </a:lstStyle>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模块</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1</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x=1;</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void f()</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
        <p:nvSpPr>
          <p:cNvPr id="5" name="Rectangle 4"/>
          <p:cNvSpPr>
            <a:spLocks noChangeArrowheads="1"/>
          </p:cNvSpPr>
          <p:nvPr/>
        </p:nvSpPr>
        <p:spPr bwMode="auto">
          <a:xfrm>
            <a:off x="2987675" y="3940175"/>
            <a:ext cx="1697038" cy="2297113"/>
          </a:xfrm>
          <a:prstGeom prst="rect">
            <a:avLst/>
          </a:prstGeom>
          <a:solidFill>
            <a:srgbClr val="5C3D1E"/>
          </a:solidFill>
          <a:ln>
            <a:noFill/>
          </a:ln>
          <a:effectLst/>
        </p:spPr>
        <p:txBody>
          <a:bodyPr/>
          <a:lstStyle/>
          <a:p>
            <a:pPr marL="342900" marR="0" lvl="0" indent="-342900" algn="l" defTabSz="914400" rtl="0" eaLnBrk="0" fontAlgn="base" latinLnBrk="0" hangingPunct="0">
              <a:lnSpc>
                <a:spcPct val="80000"/>
              </a:lnSpc>
              <a:spcBef>
                <a:spcPct val="0"/>
              </a:spcBef>
              <a:spcAft>
                <a:spcPct val="0"/>
              </a:spcAft>
              <a:buClr>
                <a:schemeClr val="hlink"/>
              </a:buClr>
              <a:buSzPct val="60000"/>
              <a:buFontTx/>
              <a:buNone/>
              <a:defRPr/>
            </a:pPr>
            <a:r>
              <a:rPr kumimoji="0" lang="en-US" altLang="zh-CN" sz="1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1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模块</a:t>
            </a:r>
            <a:r>
              <a:rPr kumimoji="0" lang="en-US" altLang="zh-CN" sz="1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2</a:t>
            </a:r>
            <a:endParaRPr kumimoji="0" lang="en-US" altLang="zh-CN" sz="1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80000"/>
              </a:lnSpc>
              <a:spcBef>
                <a:spcPct val="0"/>
              </a:spcBef>
              <a:spcAft>
                <a:spcPct val="0"/>
              </a:spcAft>
              <a:buClr>
                <a:schemeClr val="hlink"/>
              </a:buClr>
              <a:buSzPct val="60000"/>
              <a:buFontTx/>
              <a:buNone/>
              <a:defRPr/>
            </a:pPr>
            <a:r>
              <a:rPr kumimoji="0" lang="en-US" altLang="zh-CN" sz="18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1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x=0;</a:t>
            </a:r>
            <a:endParaRPr kumimoji="0" lang="en-US" altLang="zh-CN" sz="1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80000"/>
              </a:lnSpc>
              <a:spcBef>
                <a:spcPct val="0"/>
              </a:spcBef>
              <a:spcAft>
                <a:spcPct val="0"/>
              </a:spcAft>
              <a:buClr>
                <a:schemeClr val="hlink"/>
              </a:buClr>
              <a:buSzPct val="60000"/>
              <a:buFontTx/>
              <a:buNone/>
              <a:defRPr/>
            </a:pPr>
            <a:r>
              <a:rPr kumimoji="0" lang="en-US" altLang="zh-CN" sz="1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void f()</a:t>
            </a:r>
            <a:endParaRPr kumimoji="0" lang="en-US" altLang="zh-CN" sz="1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80000"/>
              </a:lnSpc>
              <a:spcBef>
                <a:spcPct val="0"/>
              </a:spcBef>
              <a:spcAft>
                <a:spcPct val="0"/>
              </a:spcAft>
              <a:buClr>
                <a:schemeClr val="hlink"/>
              </a:buClr>
              <a:buSzPct val="60000"/>
              <a:buFontTx/>
              <a:buNone/>
              <a:defRPr/>
            </a:pPr>
            <a:r>
              <a:rPr kumimoji="0" lang="en-US" altLang="zh-CN" sz="1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endParaRPr kumimoji="0" lang="en-US" altLang="zh-CN" sz="1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80000"/>
              </a:lnSpc>
              <a:spcBef>
                <a:spcPct val="0"/>
              </a:spcBef>
              <a:spcAft>
                <a:spcPct val="0"/>
              </a:spcAft>
              <a:buClr>
                <a:schemeClr val="hlink"/>
              </a:buClr>
              <a:buSzPct val="60000"/>
              <a:buFontTx/>
              <a:buNone/>
              <a:defRPr/>
            </a:pPr>
            <a:r>
              <a:rPr kumimoji="0" lang="en-US" altLang="zh-CN" sz="1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1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80000"/>
              </a:lnSpc>
              <a:spcBef>
                <a:spcPct val="0"/>
              </a:spcBef>
              <a:spcAft>
                <a:spcPct val="0"/>
              </a:spcAft>
              <a:buClr>
                <a:schemeClr val="hlink"/>
              </a:buClr>
              <a:buSzPct val="60000"/>
              <a:buFontTx/>
              <a:buNone/>
              <a:defRPr/>
            </a:pPr>
            <a:r>
              <a:rPr kumimoji="0" lang="en-US" altLang="zh-CN" sz="1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1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
        <p:nvSpPr>
          <p:cNvPr id="6" name="Rectangle 4"/>
          <p:cNvSpPr>
            <a:spLocks noChangeArrowheads="1"/>
          </p:cNvSpPr>
          <p:nvPr/>
        </p:nvSpPr>
        <p:spPr bwMode="auto">
          <a:xfrm>
            <a:off x="5538788" y="3933825"/>
            <a:ext cx="3136900" cy="2303463"/>
          </a:xfrm>
          <a:prstGeom prst="rect">
            <a:avLst/>
          </a:prstGeom>
          <a:solidFill>
            <a:srgbClr val="5C3D1E"/>
          </a:solidFill>
          <a:ln>
            <a:noFill/>
          </a:ln>
          <a:effectLst/>
        </p:spPr>
        <p:txBody>
          <a:bodyPr/>
          <a:lstStyle/>
          <a:p>
            <a:pPr marL="342900" marR="0" lvl="0" indent="-342900" algn="l" defTabSz="914400" rtl="0" eaLnBrk="0" fontAlgn="base" latinLnBrk="0" hangingPunct="0">
              <a:lnSpc>
                <a:spcPct val="80000"/>
              </a:lnSpc>
              <a:spcBef>
                <a:spcPct val="0"/>
              </a:spcBef>
              <a:spcAft>
                <a:spcPct val="0"/>
              </a:spcAft>
              <a:buClr>
                <a:schemeClr val="hlink"/>
              </a:buClr>
              <a:buSzPct val="60000"/>
              <a:buFontTx/>
              <a:buNone/>
              <a:defRPr/>
            </a:pPr>
            <a:r>
              <a:rPr kumimoji="0" lang="en-US" altLang="zh-CN" sz="1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1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模块</a:t>
            </a:r>
            <a:r>
              <a:rPr kumimoji="0" lang="en-US" altLang="zh-CN" sz="1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3</a:t>
            </a:r>
            <a:endParaRPr kumimoji="0" lang="en-US" altLang="zh-CN" sz="1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80000"/>
              </a:lnSpc>
              <a:spcBef>
                <a:spcPct val="0"/>
              </a:spcBef>
              <a:spcAft>
                <a:spcPct val="0"/>
              </a:spcAft>
              <a:buClr>
                <a:schemeClr val="hlink"/>
              </a:buClr>
              <a:buSzPct val="60000"/>
              <a:buFontTx/>
              <a:buNone/>
              <a:defRPr/>
            </a:pPr>
            <a:r>
              <a:rPr kumimoji="0" lang="en-US" altLang="zh-CN" sz="1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extern </a:t>
            </a:r>
            <a:r>
              <a:rPr kumimoji="0" lang="en-US" altLang="zh-CN" sz="18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1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x; //?</a:t>
            </a:r>
            <a:endParaRPr kumimoji="0" lang="en-US" altLang="zh-CN" sz="1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80000"/>
              </a:lnSpc>
              <a:spcBef>
                <a:spcPct val="0"/>
              </a:spcBef>
              <a:spcAft>
                <a:spcPct val="0"/>
              </a:spcAft>
              <a:buClr>
                <a:schemeClr val="hlink"/>
              </a:buClr>
              <a:buSzPct val="60000"/>
              <a:buFontTx/>
              <a:buNone/>
              <a:defRPr/>
            </a:pPr>
            <a:r>
              <a:rPr kumimoji="0" lang="en-US" altLang="zh-CN" sz="1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extern void f(); //?</a:t>
            </a:r>
            <a:endParaRPr kumimoji="0" lang="en-US" altLang="zh-CN" sz="1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80000"/>
              </a:lnSpc>
              <a:spcBef>
                <a:spcPct val="0"/>
              </a:spcBef>
              <a:spcAft>
                <a:spcPct val="0"/>
              </a:spcAft>
              <a:buClr>
                <a:schemeClr val="hlink"/>
              </a:buClr>
              <a:buSzPct val="60000"/>
              <a:buFontTx/>
              <a:buNone/>
              <a:defRPr/>
            </a:pPr>
            <a:r>
              <a:rPr kumimoji="0" lang="en-US" altLang="zh-CN" sz="1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1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80000"/>
              </a:lnSpc>
              <a:spcBef>
                <a:spcPct val="0"/>
              </a:spcBef>
              <a:spcAft>
                <a:spcPct val="0"/>
              </a:spcAft>
              <a:buClr>
                <a:schemeClr val="hlink"/>
              </a:buClr>
              <a:buSzPct val="60000"/>
              <a:buFontTx/>
              <a:buNone/>
              <a:defRPr/>
            </a:pPr>
            <a:r>
              <a:rPr kumimoji="0" lang="en-US" altLang="zh-CN" sz="1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18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x,f</a:t>
            </a:r>
            <a:r>
              <a:rPr kumimoji="0" lang="en-US" altLang="zh-CN" sz="1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 //?</a:t>
            </a:r>
            <a:endParaRPr kumimoji="0" lang="en-US" altLang="zh-CN" sz="1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80000"/>
              </a:lnSpc>
              <a:spcBef>
                <a:spcPct val="0"/>
              </a:spcBef>
              <a:spcAft>
                <a:spcPct val="0"/>
              </a:spcAft>
              <a:buClr>
                <a:schemeClr val="hlink"/>
              </a:buClr>
              <a:buSzPct val="60000"/>
              <a:buFontTx/>
              <a:buNone/>
              <a:defRPr/>
            </a:pPr>
            <a:r>
              <a:rPr kumimoji="0" lang="en-US" altLang="zh-CN" sz="1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1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ctr" anchorCtr="1" compatLnSpc="1"/>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 name="内容占位符 2"/>
          <p:cNvSpPr>
            <a:spLocks noGrp="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C++</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提供了</a:t>
            </a:r>
            <a:r>
              <a:rPr kumimoji="0" lang="zh-CN" altLang="en-US" sz="3200" b="0" i="0" u="none" strike="noStrike" kern="0" cap="none" spc="0" normalizeH="0" baseline="0" noProof="0" dirty="0">
                <a:ln>
                  <a:noFill/>
                </a:ln>
                <a:solidFill>
                  <a:schemeClr val="folHlink"/>
                </a:solidFill>
                <a:effectLst>
                  <a:outerShdw blurRad="38100" dist="38100" dir="2700000" algn="tl">
                    <a:srgbClr val="000000"/>
                  </a:outerShdw>
                </a:effectLst>
                <a:uLnTx/>
                <a:uFillTx/>
                <a:latin typeface="+mn-lt"/>
                <a:ea typeface="+mn-ea"/>
                <a:cs typeface="+mn-cs"/>
              </a:rPr>
              <a:t>名空间</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namespace</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）机制来</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解决上述的名冲突问题。 </a:t>
            </a: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可以把全局标识符定义在</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一个名空间</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中，其</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作用域为该名空间。</a:t>
            </a:r>
            <a:endPar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当在一个名空间外部需要使用该名空间中定义的全局标识符时</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，需要用</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该名空间的名字来修饰或受限</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3" name="Rectangle 3"/>
          <p:cNvSpPr>
            <a:spLocks noGrp="1" noChangeArrowheads="1"/>
          </p:cNvSpPr>
          <p:nvPr>
            <p:ph idx="1"/>
          </p:nvPr>
        </p:nvSpPr>
        <p:spPr>
          <a:xfrm>
            <a:off x="539750" y="160338"/>
            <a:ext cx="3394075" cy="1612900"/>
          </a:xfrm>
          <a:solidFill>
            <a:srgbClr val="5C3D1E"/>
          </a:solidFill>
        </p:spPr>
        <p:txBody>
          <a:bodyPr vert="horz" wrap="square" lIns="91440" tIns="45720" rIns="91440" bIns="45720" numCol="1" anchor="t" anchorCtr="0" compatLnSpc="1"/>
          <a:lstStyle/>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模块</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1</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namespace A</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x=1;</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void f() { ...... }</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
        <p:nvSpPr>
          <p:cNvPr id="56324" name="Rectangle 4"/>
          <p:cNvSpPr>
            <a:spLocks noChangeArrowheads="1"/>
          </p:cNvSpPr>
          <p:nvPr/>
        </p:nvSpPr>
        <p:spPr bwMode="auto">
          <a:xfrm>
            <a:off x="5138738" y="188913"/>
            <a:ext cx="3394075" cy="1584325"/>
          </a:xfrm>
          <a:prstGeom prst="rect">
            <a:avLst/>
          </a:prstGeom>
          <a:solidFill>
            <a:srgbClr val="5C3D1E"/>
          </a:solidFill>
          <a:ln>
            <a:noFill/>
          </a:ln>
          <a:effectLst/>
        </p:spPr>
        <p:txBody>
          <a:bodyPr/>
          <a:lstStyle/>
          <a:p>
            <a:pPr marL="342900" marR="0" lvl="0" indent="-342900" algn="l" defTabSz="914400" rtl="0" eaLnBrk="0" fontAlgn="base" latinLnBrk="0" hangingPunct="0">
              <a:lnSpc>
                <a:spcPct val="80000"/>
              </a:lnSpc>
              <a:spcBef>
                <a:spcPct val="0"/>
              </a:spcBef>
              <a:spcAft>
                <a:spcPct val="0"/>
              </a:spcAft>
              <a:buClr>
                <a:schemeClr val="hlink"/>
              </a:buClr>
              <a:buSzPct val="60000"/>
              <a:buFont typeface="Wingdings" panose="05000000000000000000" pitchFamily="2" charset="2"/>
              <a:buNone/>
              <a:defRPr/>
            </a:pPr>
            <a:r>
              <a:rPr kumimoji="0"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a:t>
            </a:r>
            <a:r>
              <a:rPr kumimoji="0" lang="zh-CN" altLang="en-US"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模块</a:t>
            </a:r>
            <a:r>
              <a:rPr kumimoji="0"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2</a:t>
            </a:r>
            <a:endParaRPr kumimoji="0"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a:p>
            <a:pPr marL="342900" marR="0" lvl="0" indent="-342900" algn="l" defTabSz="914400" rtl="0" eaLnBrk="0" fontAlgn="base" latinLnBrk="0" hangingPunct="0">
              <a:lnSpc>
                <a:spcPct val="80000"/>
              </a:lnSpc>
              <a:spcBef>
                <a:spcPct val="0"/>
              </a:spcBef>
              <a:spcAft>
                <a:spcPct val="0"/>
              </a:spcAft>
              <a:buClr>
                <a:schemeClr val="hlink"/>
              </a:buClr>
              <a:buSzPct val="60000"/>
              <a:buFont typeface="Wingdings" panose="05000000000000000000" pitchFamily="2" charset="2"/>
              <a:buNone/>
              <a:defRPr/>
            </a:pPr>
            <a:r>
              <a:rPr kumimoji="0"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namespace B</a:t>
            </a:r>
            <a:endParaRPr kumimoji="0"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a:p>
            <a:pPr marL="342900" marR="0" lvl="0" indent="-342900" algn="l" defTabSz="914400" rtl="0" eaLnBrk="0" fontAlgn="base" latinLnBrk="0" hangingPunct="0">
              <a:lnSpc>
                <a:spcPct val="80000"/>
              </a:lnSpc>
              <a:spcBef>
                <a:spcPct val="0"/>
              </a:spcBef>
              <a:spcAft>
                <a:spcPct val="0"/>
              </a:spcAft>
              <a:buClr>
                <a:schemeClr val="hlink"/>
              </a:buClr>
              <a:buSzPct val="60000"/>
              <a:buFont typeface="Wingdings" panose="05000000000000000000" pitchFamily="2" charset="2"/>
              <a:buNone/>
              <a:defRPr/>
            </a:pPr>
            <a:r>
              <a:rPr kumimoji="0"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	</a:t>
            </a:r>
            <a:r>
              <a:rPr kumimoji="0" lang="en-US" altLang="zh-CN" sz="20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int</a:t>
            </a:r>
            <a:r>
              <a:rPr kumimoji="0"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 x=0;</a:t>
            </a:r>
            <a:endParaRPr kumimoji="0"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a:p>
            <a:pPr marL="342900" marR="0" lvl="0" indent="-342900" algn="l" defTabSz="914400" rtl="0" eaLnBrk="0" fontAlgn="base" latinLnBrk="0" hangingPunct="0">
              <a:lnSpc>
                <a:spcPct val="80000"/>
              </a:lnSpc>
              <a:spcBef>
                <a:spcPct val="0"/>
              </a:spcBef>
              <a:spcAft>
                <a:spcPct val="0"/>
              </a:spcAft>
              <a:buClr>
                <a:schemeClr val="hlink"/>
              </a:buClr>
              <a:buSzPct val="60000"/>
              <a:buFont typeface="Wingdings" panose="05000000000000000000" pitchFamily="2" charset="2"/>
              <a:buNone/>
              <a:defRPr/>
            </a:pPr>
            <a:r>
              <a:rPr kumimoji="0"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	void f() { ...... }</a:t>
            </a:r>
            <a:endParaRPr kumimoji="0"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a:p>
            <a:pPr marL="342900" marR="0" lvl="0" indent="-342900" algn="l" defTabSz="914400" rtl="0" eaLnBrk="0" fontAlgn="base" latinLnBrk="0" hangingPunct="0">
              <a:lnSpc>
                <a:spcPct val="80000"/>
              </a:lnSpc>
              <a:spcBef>
                <a:spcPct val="0"/>
              </a:spcBef>
              <a:spcAft>
                <a:spcPct val="0"/>
              </a:spcAft>
              <a:buClr>
                <a:schemeClr val="hlink"/>
              </a:buClr>
              <a:buSzPct val="60000"/>
              <a:buFont typeface="Wingdings" panose="05000000000000000000" pitchFamily="2" charset="2"/>
              <a:buNone/>
              <a:defRPr/>
            </a:pPr>
            <a:r>
              <a:rPr kumimoji="0"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a:t>
            </a:r>
            <a:endParaRPr kumimoji="0" lang="en-US" altLang="zh-CN" sz="20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56325" name="Text Box 5"/>
          <p:cNvSpPr txBox="1">
            <a:spLocks noChangeArrowheads="1"/>
          </p:cNvSpPr>
          <p:nvPr/>
        </p:nvSpPr>
        <p:spPr bwMode="auto">
          <a:xfrm>
            <a:off x="5130800" y="2060575"/>
            <a:ext cx="3910013" cy="1322388"/>
          </a:xfrm>
          <a:prstGeom prst="rect">
            <a:avLst/>
          </a:prstGeom>
          <a:solidFill>
            <a:srgbClr val="5C3D1E"/>
          </a:solidFill>
          <a:ln>
            <a:noFill/>
          </a:ln>
          <a:effectLst/>
        </p:spPr>
        <p:txBody>
          <a:bodyPr>
            <a:spAutoFit/>
          </a:bodyPr>
          <a:lstStyle/>
          <a:p>
            <a:pPr marR="0" defTabSz="914400">
              <a:buClrTx/>
              <a:buSzTx/>
              <a:buFontTx/>
              <a:buNone/>
              <a:defRPr/>
            </a:pP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A::x ...  //A</a:t>
            </a:r>
            <a:r>
              <a:rPr kumimoji="0" lang="zh-CN" altLang="en-US"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中的</a:t>
            </a: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x </a:t>
            </a:r>
            <a:endPar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a:buClrTx/>
              <a:buSzTx/>
              <a:buFontTx/>
              <a:buNone/>
              <a:defRPr/>
            </a:pP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A::f();  //A</a:t>
            </a:r>
            <a:r>
              <a:rPr kumimoji="0" lang="zh-CN" altLang="en-US"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中的</a:t>
            </a: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f</a:t>
            </a:r>
            <a:endPar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a:buClrTx/>
              <a:buSzTx/>
              <a:buFontTx/>
              <a:buNone/>
              <a:defRPr/>
            </a:pP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B::x ...  //B</a:t>
            </a:r>
            <a:r>
              <a:rPr kumimoji="0" lang="zh-CN" altLang="en-US"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中的</a:t>
            </a: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x</a:t>
            </a:r>
            <a:endPar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a:buClrTx/>
              <a:buSzTx/>
              <a:buFontTx/>
              <a:buNone/>
              <a:defRPr/>
            </a:pP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B::f();  //B</a:t>
            </a:r>
            <a:r>
              <a:rPr kumimoji="0" lang="zh-CN" altLang="en-US"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中的</a:t>
            </a: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f</a:t>
            </a:r>
            <a:endPar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p:txBody>
      </p:sp>
      <p:sp>
        <p:nvSpPr>
          <p:cNvPr id="56329" name="Text Box 9"/>
          <p:cNvSpPr txBox="1">
            <a:spLocks noChangeArrowheads="1"/>
          </p:cNvSpPr>
          <p:nvPr/>
        </p:nvSpPr>
        <p:spPr bwMode="auto">
          <a:xfrm>
            <a:off x="5132388" y="3429000"/>
            <a:ext cx="3908425" cy="1631950"/>
          </a:xfrm>
          <a:prstGeom prst="rect">
            <a:avLst/>
          </a:prstGeom>
          <a:solidFill>
            <a:srgbClr val="5C3D1E"/>
          </a:solidFill>
          <a:ln>
            <a:noFill/>
          </a:ln>
          <a:effectLst/>
        </p:spPr>
        <p:txBody>
          <a:bodyPr>
            <a:spAutoFit/>
          </a:bodyPr>
          <a:lstStyle/>
          <a:p>
            <a:pPr marR="0" defTabSz="914400">
              <a:buClrTx/>
              <a:buSzTx/>
              <a:buFontTx/>
              <a:buNone/>
              <a:defRPr/>
            </a:pP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using namespace A;</a:t>
            </a:r>
            <a:endPar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a:buClrTx/>
              <a:buSzTx/>
              <a:buFontTx/>
              <a:buNone/>
              <a:defRPr/>
            </a:pP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x ...  //A</a:t>
            </a:r>
            <a:r>
              <a:rPr kumimoji="0" lang="zh-CN" altLang="en-US"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中的</a:t>
            </a: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x </a:t>
            </a:r>
            <a:endPar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a:buClrTx/>
              <a:buSzTx/>
              <a:buFontTx/>
              <a:buNone/>
              <a:defRPr/>
            </a:pP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f();  //A</a:t>
            </a:r>
            <a:r>
              <a:rPr kumimoji="0" lang="zh-CN" altLang="en-US"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中的</a:t>
            </a: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f</a:t>
            </a:r>
            <a:endPar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a:buClrTx/>
              <a:buSzTx/>
              <a:buFontTx/>
              <a:buNone/>
              <a:defRPr/>
            </a:pP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B::x ...  //B</a:t>
            </a:r>
            <a:r>
              <a:rPr kumimoji="0" lang="zh-CN" altLang="en-US"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中的</a:t>
            </a: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x</a:t>
            </a:r>
            <a:endPar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a:buClrTx/>
              <a:buSzTx/>
              <a:buFontTx/>
              <a:buNone/>
              <a:defRPr/>
            </a:pP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B::f();  //B</a:t>
            </a:r>
            <a:r>
              <a:rPr kumimoji="0" lang="zh-CN" altLang="en-US"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中的</a:t>
            </a: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f</a:t>
            </a:r>
            <a:endPar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p:txBody>
      </p:sp>
      <p:sp>
        <p:nvSpPr>
          <p:cNvPr id="56330" name="Text Box 10"/>
          <p:cNvSpPr txBox="1">
            <a:spLocks noChangeArrowheads="1"/>
          </p:cNvSpPr>
          <p:nvPr/>
        </p:nvSpPr>
        <p:spPr bwMode="auto">
          <a:xfrm>
            <a:off x="5132388" y="5110163"/>
            <a:ext cx="3908425" cy="1631950"/>
          </a:xfrm>
          <a:prstGeom prst="rect">
            <a:avLst/>
          </a:prstGeom>
          <a:solidFill>
            <a:srgbClr val="5C3D1E"/>
          </a:solidFill>
          <a:ln>
            <a:noFill/>
          </a:ln>
          <a:effectLst/>
        </p:spPr>
        <p:txBody>
          <a:bodyPr>
            <a:spAutoFit/>
          </a:bodyPr>
          <a:lstStyle/>
          <a:p>
            <a:pPr marR="0" defTabSz="914400">
              <a:buClrTx/>
              <a:buSzTx/>
              <a:buFontTx/>
              <a:buNone/>
              <a:defRPr/>
            </a:pP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using A::f;</a:t>
            </a:r>
            <a:endPar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a:buClrTx/>
              <a:buSzTx/>
              <a:buFontTx/>
              <a:buNone/>
              <a:defRPr/>
            </a:pP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A::x ... //A</a:t>
            </a:r>
            <a:r>
              <a:rPr kumimoji="0" lang="zh-CN" altLang="en-US"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中的</a:t>
            </a: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x </a:t>
            </a:r>
            <a:endPar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a:buClrTx/>
              <a:buSzTx/>
              <a:buFontTx/>
              <a:buNone/>
              <a:defRPr/>
            </a:pP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f(); //A</a:t>
            </a:r>
            <a:r>
              <a:rPr kumimoji="0" lang="zh-CN" altLang="en-US"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中的</a:t>
            </a: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f</a:t>
            </a:r>
            <a:endParaRPr kumimoji="0" lang="en-US" altLang="zh-CN" sz="2000" kern="1200" cap="none" spc="0" normalizeH="0" baseline="0" noProof="0" dirty="0">
              <a:latin typeface="Verdana" panose="020B0604030504040204" pitchFamily="34" charset="0"/>
              <a:ea typeface="宋体" panose="02010600030101010101" pitchFamily="2" charset="-122"/>
              <a:cs typeface="+mn-cs"/>
            </a:endParaRPr>
          </a:p>
          <a:p>
            <a:pPr marR="0" defTabSz="914400">
              <a:buClrTx/>
              <a:buSzTx/>
              <a:buFontTx/>
              <a:buNone/>
              <a:defRPr/>
            </a:pP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B::x ...  //B</a:t>
            </a:r>
            <a:r>
              <a:rPr kumimoji="0" lang="zh-CN" altLang="en-US"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中的</a:t>
            </a: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x</a:t>
            </a:r>
            <a:endPar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a:buClrTx/>
              <a:buSzTx/>
              <a:buFontTx/>
              <a:buNone/>
              <a:defRPr/>
            </a:pP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B::f();  //B</a:t>
            </a:r>
            <a:r>
              <a:rPr kumimoji="0" lang="zh-CN" altLang="en-US"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中的</a:t>
            </a: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f</a:t>
            </a:r>
            <a:endParaRPr kumimoji="0" lang="en-US" altLang="zh-CN" sz="2000" kern="1200" cap="none" spc="0" normalizeH="0" baseline="0" noProof="0" dirty="0">
              <a:latin typeface="Verdana" panose="020B0604030504040204" pitchFamily="34" charset="0"/>
              <a:ea typeface="宋体" panose="02010600030101010101" pitchFamily="2" charset="-122"/>
              <a:cs typeface="+mn-cs"/>
            </a:endParaRPr>
          </a:p>
        </p:txBody>
      </p:sp>
      <p:sp>
        <p:nvSpPr>
          <p:cNvPr id="19463" name="Text Box 1"/>
          <p:cNvSpPr txBox="1"/>
          <p:nvPr/>
        </p:nvSpPr>
        <p:spPr>
          <a:xfrm>
            <a:off x="4643438" y="2078038"/>
            <a:ext cx="414337" cy="368300"/>
          </a:xfrm>
          <a:prstGeom prst="rect">
            <a:avLst/>
          </a:prstGeom>
          <a:solidFill>
            <a:srgbClr val="5C3D1E"/>
          </a:solid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r>
              <a:rPr lang="en-US" altLang="zh-CN" sz="1800" dirty="0"/>
              <a:t>1.</a:t>
            </a:r>
            <a:endParaRPr lang="zh-CN" altLang="en-US" sz="1800" dirty="0"/>
          </a:p>
        </p:txBody>
      </p:sp>
      <p:sp>
        <p:nvSpPr>
          <p:cNvPr id="19464" name="Text Box 2"/>
          <p:cNvSpPr txBox="1"/>
          <p:nvPr/>
        </p:nvSpPr>
        <p:spPr>
          <a:xfrm>
            <a:off x="4643438" y="3492500"/>
            <a:ext cx="415925" cy="368300"/>
          </a:xfrm>
          <a:prstGeom prst="rect">
            <a:avLst/>
          </a:prstGeom>
          <a:solidFill>
            <a:srgbClr val="5C3D1E"/>
          </a:solid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r>
              <a:rPr lang="en-US" altLang="zh-CN" sz="1800" dirty="0"/>
              <a:t>2.</a:t>
            </a:r>
            <a:endParaRPr lang="zh-CN" altLang="en-US" sz="1800" dirty="0"/>
          </a:p>
        </p:txBody>
      </p:sp>
      <p:sp>
        <p:nvSpPr>
          <p:cNvPr id="19465" name="Text Box 3"/>
          <p:cNvSpPr txBox="1"/>
          <p:nvPr/>
        </p:nvSpPr>
        <p:spPr>
          <a:xfrm>
            <a:off x="4643438" y="5099050"/>
            <a:ext cx="415925" cy="369888"/>
          </a:xfrm>
          <a:prstGeom prst="rect">
            <a:avLst/>
          </a:prstGeom>
          <a:solidFill>
            <a:srgbClr val="5C3D1E"/>
          </a:solid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r>
              <a:rPr lang="en-US" altLang="zh-CN" sz="1800" dirty="0"/>
              <a:t>3.</a:t>
            </a:r>
            <a:endParaRPr lang="zh-CN" altLang="en-US" sz="1800" dirty="0"/>
          </a:p>
        </p:txBody>
      </p:sp>
      <p:sp>
        <p:nvSpPr>
          <p:cNvPr id="11" name="Text Box 5"/>
          <p:cNvSpPr txBox="1">
            <a:spLocks noChangeArrowheads="1"/>
          </p:cNvSpPr>
          <p:nvPr/>
        </p:nvSpPr>
        <p:spPr bwMode="auto">
          <a:xfrm>
            <a:off x="541338" y="2060575"/>
            <a:ext cx="3959225" cy="3168650"/>
          </a:xfrm>
          <a:prstGeom prst="rect">
            <a:avLst/>
          </a:prstGeom>
          <a:solidFill>
            <a:srgbClr val="5C3D1E"/>
          </a:solidFill>
          <a:ln>
            <a:noFill/>
          </a:ln>
          <a:effectLst/>
        </p:spPr>
        <p:txBody>
          <a:bodyPr>
            <a:spAutoFit/>
          </a:bodyPr>
          <a:lstStyle/>
          <a:p>
            <a:pPr marR="0" defTabSz="914400">
              <a:buClrTx/>
              <a:buSzTx/>
              <a:buFontTx/>
              <a:buNone/>
              <a:defRPr/>
            </a:pP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a:t>
            </a:r>
            <a:r>
              <a:rPr kumimoji="0" lang="zh-CN" altLang="en-US"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模块</a:t>
            </a: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3</a:t>
            </a:r>
            <a:endPar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a:buClrTx/>
              <a:buSzTx/>
              <a:buFontTx/>
              <a:buNone/>
              <a:defRPr/>
            </a:pPr>
            <a:r>
              <a:rPr kumimoji="0" lang="en-US" altLang="zh-CN" sz="2000" kern="1200" cap="none" spc="0" normalizeH="0" baseline="0" noProof="0" dirty="0" err="1">
                <a:effectLst>
                  <a:outerShdw blurRad="38100" dist="38100" dir="2700000" algn="tl">
                    <a:srgbClr val="000000"/>
                  </a:outerShdw>
                </a:effectLst>
                <a:latin typeface="Verdana" panose="020B0604030504040204" pitchFamily="34" charset="0"/>
                <a:ea typeface="宋体" panose="02010600030101010101" pitchFamily="2" charset="-122"/>
                <a:cs typeface="+mn-cs"/>
              </a:rPr>
              <a:t>namespece</a:t>
            </a: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A //</a:t>
            </a:r>
            <a:r>
              <a:rPr kumimoji="0" lang="zh-CN" altLang="en-US"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声明</a:t>
            </a:r>
            <a:endPar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a:buClrTx/>
              <a:buSzTx/>
              <a:buFontTx/>
              <a:buNone/>
              <a:defRPr/>
            </a:pP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extern </a:t>
            </a:r>
            <a:r>
              <a:rPr kumimoji="0" lang="en-US" altLang="zh-CN" sz="2000" kern="1200" cap="none" spc="0" normalizeH="0" baseline="0" noProof="0" dirty="0" err="1">
                <a:effectLst>
                  <a:outerShdw blurRad="38100" dist="38100" dir="2700000" algn="tl">
                    <a:srgbClr val="000000"/>
                  </a:outerShdw>
                </a:effectLst>
                <a:latin typeface="Verdana" panose="020B0604030504040204" pitchFamily="34" charset="0"/>
                <a:ea typeface="宋体" panose="02010600030101010101" pitchFamily="2" charset="-122"/>
                <a:cs typeface="+mn-cs"/>
              </a:rPr>
              <a:t>int</a:t>
            </a: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x;</a:t>
            </a:r>
            <a:endPar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a:buClrTx/>
              <a:buSzTx/>
              <a:buFontTx/>
              <a:buNone/>
              <a:defRPr/>
            </a:pP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void f();</a:t>
            </a:r>
            <a:endPar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a:buClrTx/>
              <a:buSzTx/>
              <a:buFontTx/>
              <a:buNone/>
              <a:defRPr/>
            </a:pP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a:t>
            </a:r>
            <a:endPar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a:buClrTx/>
              <a:buSzTx/>
              <a:buFontTx/>
              <a:buNone/>
              <a:defRPr/>
            </a:pPr>
            <a:r>
              <a:rPr kumimoji="0" lang="en-US" altLang="zh-CN" sz="2000" kern="1200" cap="none" spc="0" normalizeH="0" baseline="0" noProof="0" dirty="0" err="1">
                <a:effectLst>
                  <a:outerShdw blurRad="38100" dist="38100" dir="2700000" algn="tl">
                    <a:srgbClr val="000000"/>
                  </a:outerShdw>
                </a:effectLst>
                <a:latin typeface="Verdana" panose="020B0604030504040204" pitchFamily="34" charset="0"/>
                <a:ea typeface="宋体" panose="02010600030101010101" pitchFamily="2" charset="-122"/>
                <a:cs typeface="+mn-cs"/>
              </a:rPr>
              <a:t>namespece</a:t>
            </a: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B //</a:t>
            </a:r>
            <a:r>
              <a:rPr kumimoji="0" lang="zh-CN" altLang="en-US"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声明</a:t>
            </a:r>
            <a:endPar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a:buClrTx/>
              <a:buSzTx/>
              <a:buFontTx/>
              <a:buNone/>
              <a:defRPr/>
            </a:pP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extern </a:t>
            </a:r>
            <a:r>
              <a:rPr kumimoji="0" lang="en-US" altLang="zh-CN" sz="2000" kern="1200" cap="none" spc="0" normalizeH="0" baseline="0" noProof="0" dirty="0" err="1">
                <a:effectLst>
                  <a:outerShdw blurRad="38100" dist="38100" dir="2700000" algn="tl">
                    <a:srgbClr val="000000"/>
                  </a:outerShdw>
                </a:effectLst>
                <a:latin typeface="Verdana" panose="020B0604030504040204" pitchFamily="34" charset="0"/>
                <a:ea typeface="宋体" panose="02010600030101010101" pitchFamily="2" charset="-122"/>
                <a:cs typeface="+mn-cs"/>
              </a:rPr>
              <a:t>int</a:t>
            </a: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x;</a:t>
            </a:r>
            <a:endPar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a:buClrTx/>
              <a:buSzTx/>
              <a:buFontTx/>
              <a:buNone/>
              <a:defRPr/>
            </a:pP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void f();</a:t>
            </a:r>
            <a:endPar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a:buClrTx/>
              <a:buSzTx/>
              <a:buFontTx/>
              <a:buNone/>
              <a:defRPr/>
            </a:pP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a:t>
            </a:r>
            <a:endPar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a:buClrTx/>
              <a:buSzTx/>
              <a:buFontTx/>
              <a:buNone/>
              <a:defRPr/>
            </a:pP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a:t>
            </a:r>
            <a:endPar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620713"/>
            <a:ext cx="8229600" cy="5976938"/>
          </a:xfrm>
        </p:spPr>
        <p:txBody>
          <a:bodyPr vert="horz" wrap="square" lIns="91440" tIns="45720" rIns="91440" bIns="45720" numCol="1" anchor="t" anchorCtr="0" compatLnSpc="1">
            <a:normAutofit fontScale="77500" lnSpcReduction="20000"/>
          </a:bodyPr>
          <a:lstStyle/>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由于</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标准库中的全局实体（如</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cin</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cout</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）是定义在名空间</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std</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中的，因此，使用标准库中的全局实体时要用</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std</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受限。</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另外，具有文件</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作用域的</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标识符可以用</a:t>
            </a:r>
            <a:r>
              <a:rPr kumimoji="0" lang="zh-CN" altLang="en-US" sz="3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无名的名空间</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来</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定义。</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例如，对于</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下面用</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static</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说明的具有</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文件作用域的</a:t>
            </a:r>
            <a:r>
              <a:rPr kumimoji="0" lang="zh-CN" altLang="en-US" sz="28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全局变量</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static </a:t>
            </a:r>
            <a:r>
              <a:rPr kumimoji="0" lang="en-US" altLang="zh-CN" sz="28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x,y</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可用</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下面的无名的名空间来代替：</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0" fontAlgn="base" latinLnBrk="0" hangingPunct="0">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mn-ea"/>
              </a:rPr>
              <a:t>	namespace</a:t>
            </a:r>
            <a:endParaRPr kumimoji="0" lang="zh-CN" altLang="zh-CN" sz="2800" b="0" i="0" u="none" strike="noStrike" kern="0" cap="none" spc="0" normalizeH="0" baseline="0" noProof="0" dirty="0">
              <a:ln>
                <a:noFill/>
              </a:ln>
              <a:solidFill>
                <a:schemeClr val="tx1"/>
              </a:solidFill>
              <a:effectLst>
                <a:outerShdw blurRad="38100" dist="38100" dir="2700000" algn="tl">
                  <a:srgbClr val="000000">
                    <a:alpha val="43137"/>
                  </a:srgbClr>
                </a:outerShdw>
              </a:effectLst>
              <a:uLnTx/>
              <a:uFillTx/>
              <a:latin typeface="+mn-lt"/>
              <a:ea typeface="+mn-ea"/>
            </a:endParaRPr>
          </a:p>
          <a:p>
            <a:pPr marL="457200" marR="0" lvl="1" indent="0" algn="l" defTabSz="914400" rtl="0" eaLnBrk="0" fontAlgn="base" latinLnBrk="0" hangingPunct="0">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mn-ea"/>
              </a:rPr>
              <a:t>	{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alpha val="43137"/>
                    </a:srgbClr>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mn-ea"/>
              </a:rPr>
              <a:t> </a:t>
            </a:r>
            <a:r>
              <a:rPr kumimoji="0" lang="en-US" altLang="zh-CN" sz="2800" b="0" i="0" u="none" strike="noStrike" kern="0" cap="none" spc="0" normalizeH="0" baseline="0" noProof="0" dirty="0" err="1">
                <a:ln>
                  <a:noFill/>
                </a:ln>
                <a:solidFill>
                  <a:schemeClr val="tx1"/>
                </a:solidFill>
                <a:effectLst>
                  <a:outerShdw blurRad="38100" dist="38100" dir="2700000" algn="tl">
                    <a:srgbClr val="000000">
                      <a:alpha val="43137"/>
                    </a:srgbClr>
                  </a:outerShdw>
                </a:effectLst>
                <a:uLnTx/>
                <a:uFillTx/>
                <a:latin typeface="+mn-lt"/>
                <a:ea typeface="+mn-ea"/>
              </a:rPr>
              <a:t>x,y</a:t>
            </a:r>
            <a:r>
              <a:rPr kumimoji="0" lang="en-US" altLang="zh-CN" sz="2800" b="0" i="0" u="none" strike="noStrike" kern="0" cap="none" spc="0" normalizeH="0" baseline="0" noProof="0" dirty="0">
                <a:ln>
                  <a:noFill/>
                </a:ln>
                <a:solidFill>
                  <a:schemeClr val="tx1"/>
                </a:solidFill>
                <a:effectLst>
                  <a:outerShdw blurRad="38100" dist="38100" dir="2700000" algn="tl">
                    <a:srgbClr val="000000">
                      <a:alpha val="43137"/>
                    </a:srgbClr>
                  </a:outerShdw>
                </a:effectLst>
                <a:uLnTx/>
                <a:uFillTx/>
                <a:latin typeface="+mn-lt"/>
                <a:ea typeface="+mn-ea"/>
              </a:rPr>
              <a:t>; </a:t>
            </a:r>
            <a:r>
              <a:rPr kumimoji="0" lang="en-US" altLang="zh-CN" sz="2800" b="0" i="0" u="none" strike="noStrike" kern="0" cap="none" spc="0" normalizeH="0" baseline="0" noProof="0" dirty="0">
                <a:ln>
                  <a:noFill/>
                </a:ln>
                <a:solidFill>
                  <a:srgbClr val="FFC000"/>
                </a:solidFill>
                <a:effectLst>
                  <a:outerShdw blurRad="38100" dist="38100" dir="2700000" algn="tl">
                    <a:srgbClr val="000000">
                      <a:alpha val="43137"/>
                    </a:srgbClr>
                  </a:outerShdw>
                </a:effectLst>
                <a:uLnTx/>
                <a:uFillTx/>
                <a:latin typeface="+mn-lt"/>
                <a:ea typeface="+mn-ea"/>
              </a:rPr>
              <a:t>//x</a:t>
            </a:r>
            <a:r>
              <a:rPr kumimoji="0" lang="zh-CN" altLang="en-US" sz="2800" b="0" i="0" u="none" strike="noStrike" kern="0" cap="none" spc="0" normalizeH="0" baseline="0" noProof="0" dirty="0">
                <a:ln>
                  <a:noFill/>
                </a:ln>
                <a:solidFill>
                  <a:srgbClr val="FFC000"/>
                </a:solidFill>
                <a:effectLst>
                  <a:outerShdw blurRad="38100" dist="38100" dir="2700000" algn="tl">
                    <a:srgbClr val="000000">
                      <a:alpha val="43137"/>
                    </a:srgbClr>
                  </a:outerShdw>
                </a:effectLst>
                <a:uLnTx/>
                <a:uFillTx/>
                <a:latin typeface="+mn-lt"/>
                <a:ea typeface="+mn-ea"/>
              </a:rPr>
              <a:t>和</a:t>
            </a:r>
            <a:r>
              <a:rPr kumimoji="0" lang="en-US" altLang="zh-CN" sz="2800" b="0" i="0" u="none" strike="noStrike" kern="0" cap="none" spc="0" normalizeH="0" baseline="0" noProof="0" dirty="0">
                <a:ln>
                  <a:noFill/>
                </a:ln>
                <a:solidFill>
                  <a:srgbClr val="FFC000"/>
                </a:solidFill>
                <a:effectLst>
                  <a:outerShdw blurRad="38100" dist="38100" dir="2700000" algn="tl">
                    <a:srgbClr val="000000">
                      <a:alpha val="43137"/>
                    </a:srgbClr>
                  </a:outerShdw>
                </a:effectLst>
                <a:uLnTx/>
                <a:uFillTx/>
                <a:latin typeface="+mn-lt"/>
                <a:ea typeface="+mn-ea"/>
              </a:rPr>
              <a:t>y</a:t>
            </a:r>
            <a:r>
              <a:rPr kumimoji="0" lang="zh-CN" altLang="en-US" sz="2800" b="0" i="0" u="none" strike="noStrike" kern="0" cap="none" spc="0" normalizeH="0" baseline="0" noProof="0" dirty="0">
                <a:ln>
                  <a:noFill/>
                </a:ln>
                <a:solidFill>
                  <a:srgbClr val="FFC000"/>
                </a:solidFill>
                <a:effectLst>
                  <a:outerShdw blurRad="38100" dist="38100" dir="2700000" algn="tl">
                    <a:srgbClr val="000000">
                      <a:alpha val="43137"/>
                    </a:srgbClr>
                  </a:outerShdw>
                </a:effectLst>
                <a:uLnTx/>
                <a:uFillTx/>
                <a:latin typeface="+mn-lt"/>
                <a:ea typeface="+mn-ea"/>
              </a:rPr>
              <a:t>只能在本源文件中使用！</a:t>
            </a:r>
            <a:endParaRPr kumimoji="0" lang="en-US" altLang="zh-CN" sz="2800" b="0" i="0" u="none" strike="noStrike" kern="0" cap="none" spc="0" normalizeH="0" baseline="0" noProof="0" dirty="0">
              <a:ln>
                <a:noFill/>
              </a:ln>
              <a:solidFill>
                <a:srgbClr val="FFC000"/>
              </a:solidFill>
              <a:effectLst>
                <a:outerShdw blurRad="38100" dist="38100" dir="2700000" algn="tl">
                  <a:srgbClr val="000000">
                    <a:alpha val="43137"/>
                  </a:srgbClr>
                </a:outerShdw>
              </a:effectLst>
              <a:uLnTx/>
              <a:uFillTx/>
              <a:latin typeface="+mn-lt"/>
              <a:ea typeface="+mn-ea"/>
            </a:endParaRPr>
          </a:p>
          <a:p>
            <a:pPr marL="457200" marR="0" lvl="1" indent="0" algn="l" defTabSz="914400" rtl="0" eaLnBrk="0" fontAlgn="base" latinLnBrk="0" hangingPunct="0">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mn-ea"/>
              </a:rPr>
              <a:t>	}</a:t>
            </a:r>
            <a:endParaRPr kumimoji="0" lang="en-US" altLang="zh-CN" sz="2800" b="0" i="0" u="none" strike="noStrike" kern="0" cap="none" spc="0" normalizeH="0" baseline="0" noProof="0" dirty="0">
              <a:ln>
                <a:noFill/>
              </a:ln>
              <a:solidFill>
                <a:schemeClr val="tx1"/>
              </a:solidFill>
              <a:effectLst>
                <a:outerShdw blurRad="38100" dist="38100" dir="2700000" algn="tl">
                  <a:srgbClr val="000000">
                    <a:alpha val="43137"/>
                  </a:srgbClr>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这样，</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static</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就可以</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只</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用于一个目的了：使得</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宋体" panose="02010600030101010101" pitchFamily="2" charset="-122"/>
                <a:ea typeface="+mn-ea"/>
              </a:rPr>
              <a:t>局部变量</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宋体" panose="02010600030101010101" pitchFamily="2" charset="-122"/>
                <a:ea typeface="+mn-ea"/>
              </a:rPr>
              <a:t>采用静态</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宋体" panose="02010600030101010101" pitchFamily="2" charset="-122"/>
                <a:ea typeface="+mn-ea"/>
              </a:rPr>
              <a:t>存储分配。</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宋体" panose="02010600030101010101" pitchFamily="2" charset="-122"/>
              <a:ea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8034" name="Rectangle 2"/>
          <p:cNvSpPr>
            <a:spLocks noGrp="1" noChangeArrowheads="1"/>
          </p:cNvSpPr>
          <p:nvPr>
            <p:ph type="title"/>
          </p:nvPr>
        </p:nvSpPr>
        <p:spPr>
          <a:xfrm>
            <a:off x="685800" y="115888"/>
            <a:ext cx="7772400" cy="685800"/>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动态变量 </a:t>
            </a:r>
            <a:endPar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428035" name="Rectangle 3"/>
          <p:cNvSpPr>
            <a:spLocks noGrp="1" noChangeArrowheads="1"/>
          </p:cNvSpPr>
          <p:nvPr>
            <p:ph idx="1"/>
          </p:nvPr>
        </p:nvSpPr>
        <p:spPr>
          <a:xfrm>
            <a:off x="179388" y="1196975"/>
            <a:ext cx="8748713" cy="5545138"/>
          </a:xfrm>
        </p:spPr>
        <p:txBody>
          <a:bodyPr vert="horz" wrap="square" lIns="91440" tIns="45720" rIns="91440" bIns="45720" numCol="1" anchor="t" anchorCtr="0" compatLnSpc="1">
            <a:normAutofit fontScale="85000" lnSpcReduction="20000"/>
          </a:bodyPr>
          <a:lstStyle/>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cs typeface="+mn-cs"/>
              </a:rPr>
              <a:t>动态变量</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是指在程序</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运行</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中，由程序根据需要</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额外</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创建的变量。</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例如，下面创建一个</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型动态变量</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p1</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指向之</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Char char="•"/>
              <a:defRPr/>
            </a:pP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*p1; //p1</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是个指针变量</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Char char="•"/>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p1 </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err="1">
                <a:ln>
                  <a:noFill/>
                </a:ln>
                <a:solidFill>
                  <a:srgbClr val="FFC000"/>
                </a:solidFill>
                <a:effectLst>
                  <a:outerShdw blurRad="38100" dist="38100" dir="2700000" algn="tl">
                    <a:srgbClr val="000000"/>
                  </a:outerShdw>
                </a:effectLst>
                <a:uLnTx/>
                <a:uFillTx/>
                <a:latin typeface="+mn-lt"/>
                <a:ea typeface="+mn-ea"/>
              </a:rPr>
              <a:t>malloc</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en-US" altLang="zh-CN" sz="2400" b="0" i="0" u="none" strike="noStrike" kern="0" cap="none" spc="0" normalizeH="0" baseline="0" noProof="0" dirty="0" err="1">
                <a:ln>
                  <a:noFill/>
                </a:ln>
                <a:solidFill>
                  <a:srgbClr val="FFC000"/>
                </a:solidFill>
                <a:effectLst>
                  <a:outerShdw blurRad="38100" dist="38100" dir="2700000" algn="tl">
                    <a:srgbClr val="000000"/>
                  </a:outerShdw>
                </a:effectLst>
                <a:uLnTx/>
                <a:uFillTx/>
                <a:latin typeface="+mn-lt"/>
                <a:ea typeface="+mn-ea"/>
              </a:rPr>
              <a:t>sizeof</a:t>
            </a:r>
            <a:r>
              <a:rPr kumimoji="0" lang="en-US" altLang="zh-CN"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a:t>
            </a:r>
            <a:r>
              <a:rPr kumimoji="0" lang="en-US" altLang="zh-CN" sz="2400" b="0" i="0" u="none" strike="noStrike" kern="0" cap="none" spc="0" normalizeH="0" baseline="0" noProof="0" dirty="0" err="1">
                <a:ln>
                  <a:noFill/>
                </a:ln>
                <a:solidFill>
                  <a:srgbClr val="FFC000"/>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//#include &lt;</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cstdlib</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&gt;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None/>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或</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Char char="•"/>
              <a:defRPr/>
            </a:pP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p1 = </a:t>
            </a:r>
            <a:r>
              <a:rPr kumimoji="0" lang="en-US" altLang="zh-CN" sz="2400" b="0" i="0" u="none" strike="noStrike" kern="0" cap="none" spc="0" normalizeH="0" baseline="0" noProof="0" dirty="0">
                <a:ln>
                  <a:noFill/>
                </a:ln>
                <a:solidFill>
                  <a:schemeClr val="folHlink"/>
                </a:solidFill>
                <a:effectLst>
                  <a:outerShdw blurRad="38100" dist="38100" dir="2700000" algn="tl">
                    <a:srgbClr val="000000"/>
                  </a:outerShdw>
                </a:effectLst>
                <a:uLnTx/>
                <a:uFillTx/>
                <a:latin typeface="+mn-lt"/>
                <a:ea typeface="+mn-ea"/>
              </a:rPr>
              <a:t>new </a:t>
            </a:r>
            <a:r>
              <a:rPr kumimoji="0" lang="en-US" altLang="zh-CN" sz="2400" b="0" i="0" u="none" strike="noStrike" kern="0" cap="none" spc="0" normalizeH="0" baseline="0" noProof="0" dirty="0" err="1">
                <a:ln>
                  <a:noFill/>
                </a:ln>
                <a:solidFill>
                  <a:srgbClr val="FFC000"/>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扩充</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再例如，下面创建一个由</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n</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个</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型元素构成的动态数组，</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p2</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指向其第一个元素</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Char char="•"/>
              <a:defRPr/>
            </a:pPr>
            <a:r>
              <a:rPr kumimoji="0" lang="en-US"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*p2; //p2</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是个指针变量</a:t>
            </a: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Char char="•"/>
              <a:defRPr/>
            </a:pP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p2 = (</a:t>
            </a:r>
            <a:r>
              <a:rPr kumimoji="0" lang="en-US"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err="1">
                <a:ln>
                  <a:noFill/>
                </a:ln>
                <a:solidFill>
                  <a:srgbClr val="FFC000"/>
                </a:solidFill>
                <a:effectLst>
                  <a:outerShdw blurRad="38100" dist="38100" dir="2700000" algn="tl">
                    <a:srgbClr val="000000"/>
                  </a:outerShdw>
                </a:effectLst>
                <a:uLnTx/>
                <a:uFillTx/>
                <a:latin typeface="+mn-lt"/>
                <a:ea typeface="+mn-ea"/>
              </a:rPr>
              <a:t>calloc</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en-US" altLang="zh-CN" sz="2400" b="0" i="0" u="none" strike="noStrike" kern="0" cap="none" spc="0" normalizeH="0" baseline="0" noProof="0" dirty="0" err="1">
                <a:ln>
                  <a:noFill/>
                </a:ln>
                <a:solidFill>
                  <a:srgbClr val="FFC000"/>
                </a:solidFill>
                <a:effectLst>
                  <a:outerShdw blurRad="38100" dist="38100" dir="2700000" algn="tl">
                    <a:srgbClr val="000000"/>
                  </a:outerShdw>
                </a:effectLst>
                <a:uLnTx/>
                <a:uFillTx/>
                <a:latin typeface="+mn-lt"/>
                <a:ea typeface="+mn-ea"/>
              </a:rPr>
              <a:t>n</a:t>
            </a:r>
            <a:r>
              <a:rPr kumimoji="0" lang="en-US"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a:t>
            </a:r>
            <a:r>
              <a:rPr kumimoji="0" lang="en-US" altLang="zh-CN" sz="2400" b="0" i="0" u="none" strike="noStrike" kern="0" cap="none" spc="0" normalizeH="0" baseline="0" noProof="0" dirty="0" err="1">
                <a:ln>
                  <a:noFill/>
                </a:ln>
                <a:solidFill>
                  <a:srgbClr val="FFC000"/>
                </a:solidFill>
                <a:effectLst>
                  <a:outerShdw blurRad="38100" dist="38100" dir="2700000" algn="tl">
                    <a:srgbClr val="000000"/>
                  </a:outerShdw>
                </a:effectLst>
                <a:uLnTx/>
                <a:uFillTx/>
                <a:latin typeface="+mn-lt"/>
                <a:ea typeface="+mn-ea"/>
              </a:rPr>
              <a:t>sizeof</a:t>
            </a:r>
            <a:r>
              <a:rPr kumimoji="0" lang="en-US" altLang="zh-CN"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a:t>
            </a:r>
            <a:r>
              <a:rPr kumimoji="0" lang="en-US" altLang="zh-CN" sz="2400" b="0" i="0" u="none" strike="noStrike" kern="0" cap="none" spc="0" normalizeH="0" baseline="0" noProof="0" dirty="0" err="1">
                <a:ln>
                  <a:noFill/>
                </a:ln>
                <a:solidFill>
                  <a:srgbClr val="FFC000"/>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元素初始化为</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0</a:t>
            </a: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None/>
              <a:defRPr/>
            </a:pP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或</a:t>
            </a:r>
            <a:endPar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Char char="•"/>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p2 </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err="1">
                <a:ln>
                  <a:noFill/>
                </a:ln>
                <a:solidFill>
                  <a:srgbClr val="FFC000"/>
                </a:solidFill>
                <a:effectLst>
                  <a:outerShdw blurRad="38100" dist="38100" dir="2700000" algn="tl">
                    <a:srgbClr val="000000"/>
                  </a:outerShdw>
                </a:effectLst>
                <a:uLnTx/>
                <a:uFillTx/>
                <a:latin typeface="+mn-lt"/>
                <a:ea typeface="+mn-ea"/>
              </a:rPr>
              <a:t>malloc</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en-US" altLang="zh-CN" sz="2400" b="0" i="0" u="none" strike="noStrike" kern="0" cap="none" spc="0" normalizeH="0" baseline="0" noProof="0" dirty="0" err="1">
                <a:ln>
                  <a:noFill/>
                </a:ln>
                <a:solidFill>
                  <a:srgbClr val="FFC000"/>
                </a:solidFill>
                <a:effectLst>
                  <a:outerShdw blurRad="38100" dist="38100" dir="2700000" algn="tl">
                    <a:srgbClr val="000000"/>
                  </a:outerShdw>
                </a:effectLst>
                <a:uLnTx/>
                <a:uFillTx/>
                <a:latin typeface="+mn-lt"/>
                <a:ea typeface="+mn-ea"/>
              </a:rPr>
              <a:t>sizeof</a:t>
            </a:r>
            <a:r>
              <a:rPr kumimoji="0" lang="en-US" altLang="zh-CN"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a:t>
            </a:r>
            <a:r>
              <a:rPr kumimoji="0" lang="en-US" altLang="zh-CN" sz="2400" b="0" i="0" u="none" strike="noStrike" kern="0" cap="none" spc="0" normalizeH="0" baseline="0" noProof="0" dirty="0" err="1">
                <a:ln>
                  <a:noFill/>
                </a:ln>
                <a:solidFill>
                  <a:srgbClr val="FFC000"/>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en-US" altLang="zh-CN"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n</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1" fontAlgn="base" latinLnBrk="0" hangingPunct="1">
              <a:lnSpc>
                <a:spcPct val="110000"/>
              </a:lnSpc>
              <a:spcBef>
                <a:spcPct val="20000"/>
              </a:spcBef>
              <a:spcAft>
                <a:spcPct val="0"/>
              </a:spcAft>
              <a:buClr>
                <a:schemeClr val="tx1"/>
              </a:buClr>
              <a:buSzTx/>
              <a:buFontTx/>
              <a:buNone/>
              <a:defRPr/>
            </a:pP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或</a:t>
            </a:r>
            <a:endPar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Char char="•"/>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p2 </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a:ln>
                  <a:noFill/>
                </a:ln>
                <a:solidFill>
                  <a:schemeClr val="folHlink"/>
                </a:solidFill>
                <a:effectLst>
                  <a:outerShdw blurRad="38100" dist="38100" dir="2700000" algn="tl">
                    <a:srgbClr val="000000"/>
                  </a:outerShdw>
                </a:effectLst>
                <a:uLnTx/>
                <a:uFillTx/>
                <a:latin typeface="+mn-lt"/>
                <a:ea typeface="+mn-ea"/>
              </a:rPr>
              <a:t>new </a:t>
            </a:r>
            <a:r>
              <a:rPr kumimoji="0" lang="en-US" altLang="zh-CN" sz="2400" b="0" i="0" u="none" strike="noStrike" kern="0" cap="none" spc="0" normalizeH="0" baseline="0" noProof="0" dirty="0" err="1">
                <a:ln>
                  <a:noFill/>
                </a:ln>
                <a:solidFill>
                  <a:srgbClr val="FFC000"/>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a:ln>
                  <a:noFill/>
                </a:ln>
                <a:solidFill>
                  <a:schemeClr val="folHlink"/>
                </a:solidFill>
                <a:effectLst>
                  <a:outerShdw blurRad="38100" dist="38100" dir="2700000" algn="tl">
                    <a:srgbClr val="000000"/>
                  </a:outerShdw>
                </a:effectLst>
                <a:uLnTx/>
                <a:uFillTx/>
                <a:latin typeface="+mn-lt"/>
                <a:ea typeface="+mn-ea"/>
              </a:rPr>
              <a:t>[n]</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//C++</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扩充</a:t>
            </a:r>
            <a:endPar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Char char="•"/>
              <a:defRPr/>
            </a:pP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9058" name="Rectangle 2"/>
          <p:cNvSpPr>
            <a:spLocks noGrp="1" noChangeArrowheads="1"/>
          </p:cNvSpPr>
          <p:nvPr>
            <p:ph type="title"/>
          </p:nvPr>
        </p:nvSpPr>
        <p:spPr>
          <a:xfrm>
            <a:off x="457200" y="44450"/>
            <a:ext cx="8229600" cy="1139825"/>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动态变量需要通过指针来访问</a:t>
            </a:r>
            <a:endParaRPr kumimoji="0" lang="zh-CN" altLang="zh-CN"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429059" name="Rectangle 3"/>
          <p:cNvSpPr>
            <a:spLocks noGrp="1" noChangeArrowheads="1"/>
          </p:cNvSpPr>
          <p:nvPr>
            <p:ph idx="1"/>
          </p:nvPr>
        </p:nvSpPr>
        <p:spPr>
          <a:xfrm>
            <a:off x="323850" y="1557338"/>
            <a:ext cx="8569325" cy="4967288"/>
          </a:xfrm>
        </p:spPr>
        <p:txBody>
          <a:bodyPr vert="horz" wrap="square" lIns="91440" tIns="45720" rIns="91440" bIns="45720" numCol="1" anchor="t" anchorCtr="0" compatLnSpc="1">
            <a:normAutofit fontScale="92500" lnSpcReduction="10000"/>
          </a:bodyPr>
          <a:lstStyle/>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动态变量没有名字</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！对动态变量的访问需要通过指向动态变量的指针变量来进行（</a:t>
            </a:r>
            <a:r>
              <a:rPr kumimoji="0" lang="zh-CN" altLang="en-US" sz="32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cs typeface="+mn-cs"/>
              </a:rPr>
              <a:t>间接访问</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）。例如：</a:t>
            </a:r>
            <a:endPar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625475"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*p,*q;</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625475"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p = new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p=(</a:t>
            </a:r>
            <a:r>
              <a:rPr kumimoji="0" lang="en-US" altLang="zh-CN" sz="26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6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malloc</a:t>
            </a:r>
            <a:r>
              <a:rPr kumimoji="0" lang="en-US" altLang="zh-CN" sz="2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en-US" altLang="zh-CN" sz="26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sizeof</a:t>
            </a:r>
            <a:r>
              <a:rPr kumimoji="0" lang="en-US" altLang="zh-CN" sz="2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en-US" altLang="zh-CN" sz="26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en-US"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625475"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rPr>
              <a:t>*p</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访问</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p</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指向的</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型动态变量</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625475"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q = new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[n]; //</a:t>
            </a:r>
            <a:r>
              <a:rPr kumimoji="0" lang="en-US"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q=(</a:t>
            </a:r>
            <a:r>
              <a:rPr kumimoji="0" lang="en-US" altLang="zh-CN" sz="26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6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calloc</a:t>
            </a:r>
            <a:r>
              <a:rPr kumimoji="0" lang="en-US"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6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n</a:t>
            </a:r>
            <a:r>
              <a:rPr kumimoji="0" lang="en-US" altLang="zh-CN" sz="26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a:t>
            </a:r>
            <a:r>
              <a:rPr kumimoji="0" lang="en-US" altLang="zh-CN" sz="26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sizeof</a:t>
            </a:r>
            <a:r>
              <a:rPr kumimoji="0" lang="en-US"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6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625475"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a:ln>
                  <a:noFill/>
                </a:ln>
                <a:solidFill>
                  <a:schemeClr val="folHlink"/>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err="1">
                <a:ln>
                  <a:noFill/>
                </a:ln>
                <a:solidFill>
                  <a:schemeClr val="folHlink"/>
                </a:solidFill>
                <a:effectLst>
                  <a:outerShdw blurRad="38100" dist="38100" dir="2700000" algn="tl">
                    <a:srgbClr val="000000"/>
                  </a:outerShdw>
                </a:effectLst>
                <a:uLnTx/>
                <a:uFillTx/>
                <a:latin typeface="+mn-lt"/>
                <a:ea typeface="+mn-ea"/>
              </a:rPr>
              <a:t>q+i</a:t>
            </a:r>
            <a:r>
              <a:rPr kumimoji="0" lang="en-US" altLang="zh-CN" sz="28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访问</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q</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指向的</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动态</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数组的第</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个元素</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625475"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也可以写成：</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 q[</a:t>
            </a:r>
            <a:r>
              <a:rPr kumimoji="0" lang="en-US" altLang="zh-CN" sz="2800" b="0" i="0" u="none" strike="noStrike" kern="0" cap="none" spc="0" normalizeH="0" baseline="0" noProof="0" dirty="0" err="1">
                <a:ln>
                  <a:noFill/>
                </a:ln>
                <a:solidFill>
                  <a:srgbClr val="FFC000"/>
                </a:solidFill>
                <a:effectLst>
                  <a:outerShdw blurRad="38100" dist="38100" dir="2700000" algn="tl">
                    <a:srgbClr val="000000"/>
                  </a:outerShdw>
                </a:effectLst>
                <a:uLnTx/>
                <a:uFillTx/>
                <a:latin typeface="+mn-lt"/>
                <a:ea typeface="+mn-ea"/>
              </a:rPr>
              <a:t>i</a:t>
            </a:r>
            <a:r>
              <a:rPr kumimoji="0" lang="en-US" altLang="zh-CN" sz="28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02" name="Rectangle 2"/>
          <p:cNvSpPr>
            <a:spLocks noGrp="1" noChangeArrowheads="1"/>
          </p:cNvSpPr>
          <p:nvPr>
            <p:ph type="title"/>
          </p:nvPr>
        </p:nvSpPr>
        <p:spPr>
          <a:xfrm>
            <a:off x="457200" y="44450"/>
            <a:ext cx="8229600" cy="1139825"/>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程序实体在内存中的安排</a:t>
            </a:r>
            <a:endPar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58403" name="Rectangle 3"/>
          <p:cNvSpPr>
            <a:spLocks noGrp="1" noChangeArrowheads="1"/>
          </p:cNvSpPr>
          <p:nvPr>
            <p:ph idx="1"/>
          </p:nvPr>
        </p:nvSpPr>
        <p:spPr>
          <a:xfrm>
            <a:off x="250825" y="1341438"/>
            <a:ext cx="8291513" cy="5111750"/>
          </a:xfrm>
        </p:spPr>
        <p:txBody>
          <a:bodyPr vert="horz" wrap="square" lIns="91440" tIns="45720" rIns="91440" bIns="45720" numCol="1" anchor="t" anchorCtr="0" compatLnSpc="1">
            <a:normAutofit/>
          </a:bodyPr>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程序运行时，程序中的实体将存储在四个区域中：</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4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rPr>
              <a:t>静态数据区：</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用于全局变量、</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static</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存储类的局部变量以及常量的内存分配 。如果</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没有显式初始化，系统将把它们初始化成</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0</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4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rPr>
              <a:t>代码区：</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用于存放程序的指令，对</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程序而言，代码区存放的是所有函数代码。</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4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rPr>
              <a:t>栈区：</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用于自动存储类的局部变量、函数的形式参数以及函数调用时有关信息（如：函数返回地址等）的内存分配。</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4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rPr>
              <a:t>堆区：</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用于动态变量的内存分配。 </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grpSp>
        <p:nvGrpSpPr>
          <p:cNvPr id="23556" name="Group 4"/>
          <p:cNvGrpSpPr/>
          <p:nvPr/>
        </p:nvGrpSpPr>
        <p:grpSpPr>
          <a:xfrm>
            <a:off x="6911975" y="4941888"/>
            <a:ext cx="1981200" cy="1836737"/>
            <a:chOff x="2040" y="1207"/>
            <a:chExt cx="1248" cy="1157"/>
          </a:xfrm>
        </p:grpSpPr>
        <p:grpSp>
          <p:nvGrpSpPr>
            <p:cNvPr id="23557" name="Group 5"/>
            <p:cNvGrpSpPr/>
            <p:nvPr/>
          </p:nvGrpSpPr>
          <p:grpSpPr>
            <a:xfrm>
              <a:off x="2040" y="1207"/>
              <a:ext cx="1248" cy="1157"/>
              <a:chOff x="2754" y="9758"/>
              <a:chExt cx="1620" cy="1248"/>
            </a:xfrm>
          </p:grpSpPr>
          <p:sp>
            <p:nvSpPr>
              <p:cNvPr id="23561" name="Rectangle 6"/>
              <p:cNvSpPr/>
              <p:nvPr/>
            </p:nvSpPr>
            <p:spPr>
              <a:xfrm>
                <a:off x="2754" y="9758"/>
                <a:ext cx="1620" cy="1248"/>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r>
                  <a:rPr lang="en-US" altLang="zh-CN" sz="2000" dirty="0"/>
                  <a:t>   </a:t>
                </a:r>
                <a:r>
                  <a:rPr lang="zh-CN" altLang="en-US" sz="2000" dirty="0"/>
                  <a:t>静态数据区</a:t>
                </a:r>
                <a:endParaRPr lang="zh-CN" altLang="en-US" sz="2000" dirty="0"/>
              </a:p>
            </p:txBody>
          </p:sp>
          <p:sp>
            <p:nvSpPr>
              <p:cNvPr id="358407" name="Line 7"/>
              <p:cNvSpPr>
                <a:spLocks noChangeShapeType="1"/>
              </p:cNvSpPr>
              <p:nvPr/>
            </p:nvSpPr>
            <p:spPr bwMode="auto">
              <a:xfrm>
                <a:off x="2754" y="10383"/>
                <a:ext cx="162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endParaRPr>
              </a:p>
            </p:txBody>
          </p:sp>
          <p:sp>
            <p:nvSpPr>
              <p:cNvPr id="358408" name="Line 8"/>
              <p:cNvSpPr>
                <a:spLocks noChangeShapeType="1"/>
              </p:cNvSpPr>
              <p:nvPr/>
            </p:nvSpPr>
            <p:spPr bwMode="auto">
              <a:xfrm>
                <a:off x="2754" y="10070"/>
                <a:ext cx="162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endParaRPr>
              </a:p>
            </p:txBody>
          </p:sp>
          <p:sp>
            <p:nvSpPr>
              <p:cNvPr id="358409" name="Line 9"/>
              <p:cNvSpPr>
                <a:spLocks noChangeShapeType="1"/>
              </p:cNvSpPr>
              <p:nvPr/>
            </p:nvSpPr>
            <p:spPr bwMode="auto">
              <a:xfrm>
                <a:off x="2754" y="10694"/>
                <a:ext cx="162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endParaRPr>
              </a:p>
            </p:txBody>
          </p:sp>
        </p:grpSp>
        <p:sp>
          <p:nvSpPr>
            <p:cNvPr id="23558" name="Text Box 10"/>
            <p:cNvSpPr txBox="1"/>
            <p:nvPr/>
          </p:nvSpPr>
          <p:spPr>
            <a:xfrm>
              <a:off x="2329" y="1512"/>
              <a:ext cx="59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r>
                <a:rPr lang="zh-CN" altLang="en-US" sz="2000" dirty="0"/>
                <a:t>代码区</a:t>
              </a:r>
              <a:endParaRPr lang="zh-CN" altLang="en-US" sz="2000" dirty="0"/>
            </a:p>
          </p:txBody>
        </p:sp>
        <p:sp>
          <p:nvSpPr>
            <p:cNvPr id="23559" name="Text Box 11"/>
            <p:cNvSpPr txBox="1"/>
            <p:nvPr/>
          </p:nvSpPr>
          <p:spPr>
            <a:xfrm>
              <a:off x="2399" y="1830"/>
              <a:ext cx="43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r>
                <a:rPr lang="zh-CN" altLang="en-US" sz="2000" dirty="0"/>
                <a:t>栈区</a:t>
              </a:r>
              <a:endParaRPr lang="zh-CN" altLang="en-US" sz="2000" dirty="0"/>
            </a:p>
          </p:txBody>
        </p:sp>
        <p:sp>
          <p:nvSpPr>
            <p:cNvPr id="23560" name="Text Box 12"/>
            <p:cNvSpPr txBox="1"/>
            <p:nvPr/>
          </p:nvSpPr>
          <p:spPr>
            <a:xfrm>
              <a:off x="2399" y="2102"/>
              <a:ext cx="43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r>
                <a:rPr lang="zh-CN" altLang="en-US" sz="2000" dirty="0"/>
                <a:t>堆区</a:t>
              </a:r>
              <a:endParaRPr lang="zh-CN" altLang="en-US" sz="2000" dirty="0"/>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82" name="Rectangle 2"/>
          <p:cNvSpPr>
            <a:spLocks noGrp="1" noChangeArrowheads="1"/>
          </p:cNvSpPr>
          <p:nvPr>
            <p:ph idx="1"/>
          </p:nvPr>
        </p:nvSpPr>
        <p:spPr>
          <a:xfrm>
            <a:off x="457200" y="1268413"/>
            <a:ext cx="8229600" cy="5400675"/>
          </a:xfrm>
        </p:spPr>
        <p:txBody>
          <a:bodyPr vert="horz" wrap="square" lIns="91440" tIns="45720" rIns="91440" bIns="45720" numCol="1" anchor="t" anchorCtr="0" compatLnSpc="1">
            <a:normAutofit fontScale="92500" lnSpcReduction="10000"/>
          </a:bodyPr>
          <a:lstStyle/>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在</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中，动态变量的生存期从用</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new</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或</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malloc</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calloc</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）创建开始，直到程序用</a:t>
            </a:r>
            <a:r>
              <a:rPr kumimoji="0" lang="en-US"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delete</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或</a:t>
            </a:r>
            <a:r>
              <a:rPr kumimoji="0" lang="en-US"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free</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撤消它（</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使之消亡）</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结束。</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例如：</a:t>
            </a:r>
            <a:endPar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*p </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a:ln>
                  <a:noFill/>
                </a:ln>
                <a:solidFill>
                  <a:schemeClr val="folHlink"/>
                </a:solidFill>
                <a:effectLst>
                  <a:outerShdw blurRad="38100" dist="38100" dir="2700000" algn="tl">
                    <a:srgbClr val="000000"/>
                  </a:outerShdw>
                </a:effectLst>
                <a:uLnTx/>
                <a:uFillTx/>
                <a:latin typeface="+mn-lt"/>
                <a:ea typeface="+mn-ea"/>
              </a:rPr>
              <a:t>new </a:t>
            </a:r>
            <a:r>
              <a:rPr kumimoji="0" lang="en-US" altLang="zh-CN" sz="2800" b="0" i="0" u="none" strike="noStrike" kern="0" cap="none" spc="0" normalizeH="0" baseline="0" noProof="0" dirty="0" err="1">
                <a:ln>
                  <a:noFill/>
                </a:ln>
                <a:solidFill>
                  <a:schemeClr val="folHlink"/>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p</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动态变量生存期内，可访问</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delete</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p; //</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撤消</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p</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指向的</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型动态变量</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或</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*p = (</a:t>
            </a:r>
            <a:r>
              <a:rPr kumimoji="0" lang="en-US" altLang="zh-CN" sz="28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err="1">
                <a:ln>
                  <a:noFill/>
                </a:ln>
                <a:solidFill>
                  <a:srgbClr val="FFC000"/>
                </a:solidFill>
                <a:effectLst>
                  <a:outerShdw blurRad="38100" dist="38100" dir="2700000" algn="tl">
                    <a:srgbClr val="000000"/>
                  </a:outerShdw>
                </a:effectLst>
                <a:uLnTx/>
                <a:uFillTx/>
                <a:latin typeface="+mn-lt"/>
                <a:ea typeface="+mn-ea"/>
              </a:rPr>
              <a:t>malloc</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sizeof</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*p</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动态变量生存期内，可访问</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free</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(p); //</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撤消</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p</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指向的</a:t>
            </a:r>
            <a:r>
              <a:rPr kumimoji="0" lang="en-US" altLang="zh-CN" sz="28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型动态变量</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
        <p:nvSpPr>
          <p:cNvPr id="3" name="Rectangle 2"/>
          <p:cNvSpPr>
            <a:spLocks noGrp="1" noChangeArrowheads="1"/>
          </p:cNvSpPr>
          <p:nvPr>
            <p:ph type="title"/>
          </p:nvPr>
        </p:nvSpPr>
        <p:spPr>
          <a:xfrm>
            <a:off x="457200" y="44450"/>
            <a:ext cx="8229600" cy="1139825"/>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动态变量的生存期</a:t>
            </a:r>
            <a:endParaRPr kumimoji="0" lang="zh-CN" altLang="zh-CN"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655638"/>
            <a:ext cx="8229600" cy="5797550"/>
          </a:xfrm>
        </p:spPr>
        <p:txBody>
          <a:bodyPr vert="horz" wrap="square" lIns="91440" tIns="45720" rIns="91440" bIns="45720" numCol="1" anchor="t" anchorCtr="0" compatLnSpc="1">
            <a:normAutofit lnSpcReduction="10000"/>
          </a:bodyPr>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再例如：</a:t>
            </a: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*q = </a:t>
            </a:r>
            <a:r>
              <a:rPr kumimoji="0" lang="en-US" altLang="zh-CN" sz="2800" b="0" i="0" u="none" strike="noStrike" kern="0" cap="none" spc="0" normalizeH="0" baseline="0" noProof="0" dirty="0">
                <a:ln>
                  <a:noFill/>
                </a:ln>
                <a:solidFill>
                  <a:schemeClr val="folHlink"/>
                </a:solidFill>
                <a:effectLst>
                  <a:outerShdw blurRad="38100" dist="38100" dir="2700000" algn="tl">
                    <a:srgbClr val="000000"/>
                  </a:outerShdw>
                </a:effectLst>
                <a:uLnTx/>
                <a:uFillTx/>
                <a:latin typeface="+mn-lt"/>
                <a:ea typeface="+mn-ea"/>
              </a:rPr>
              <a:t>new </a:t>
            </a:r>
            <a:r>
              <a:rPr kumimoji="0" lang="en-US" altLang="zh-CN" sz="2800" b="0" i="0" u="none" strike="noStrike" kern="0" cap="none" spc="0" normalizeH="0" baseline="0" noProof="0" dirty="0" err="1" smtClean="0">
                <a:ln>
                  <a:noFill/>
                </a:ln>
                <a:solidFill>
                  <a:schemeClr val="folHlink"/>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rPr>
              <a:t>[n];</a:t>
            </a:r>
            <a:endParaRPr kumimoji="0" lang="en-US" altLang="zh-CN" sz="2800" b="0" i="0" u="none" strike="noStrike" kern="0" cap="none" spc="0" normalizeH="0" baseline="0" noProof="0" dirty="0">
              <a:ln>
                <a:noFill/>
              </a:ln>
              <a:solidFill>
                <a:schemeClr val="folHlink"/>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q[</a:t>
            </a:r>
            <a:r>
              <a:rPr kumimoji="0" lang="en-US" altLang="zh-CN" sz="28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rPr>
              <a:t>i</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生存期内</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delete</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a:ln>
                  <a:noFill/>
                </a:ln>
                <a:solidFill>
                  <a:schemeClr val="folHlink"/>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q; //</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撤消</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q</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指向的动态数组</a:t>
            </a:r>
            <a:endPar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或</a:t>
            </a:r>
            <a:endPar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*q </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rPr>
              <a:t>calloc</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rPr>
              <a:t>n</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rPr>
              <a:t>sizeof</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q[</a:t>
            </a:r>
            <a:r>
              <a:rPr kumimoji="0" lang="en-US" altLang="zh-CN" sz="28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rPr>
              <a:t>i</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生存期内</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free</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(q);</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一般来说，用</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new</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创建的动态变量需要用</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delete</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来撤销；用</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malloc</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calloc</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）创建</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的动态变量则需要用</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free</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撤销。</a:t>
            </a: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549275"/>
            <a:ext cx="8229600" cy="5975350"/>
          </a:xfrm>
        </p:spPr>
        <p:txBody>
          <a:bodyPr vert="horz" wrap="square" lIns="91440" tIns="45720" rIns="91440" bIns="45720" numCol="1" anchor="t" anchorCtr="0" compatLnSpc="1">
            <a:normAutofit fontScale="92500" lnSpcReduction="20000"/>
          </a:bodyPr>
          <a:lstStyle/>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动态变量的生存期可以</a:t>
            </a: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跨函数</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。例如：</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40005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*f()</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*p=</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new</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动态变量生存期开始</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*p</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动态变量生存期内</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这里没有</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delete</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操作</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return p;</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main()</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*q;</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q = f();</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*q</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动态变量生存期内</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delete</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q; //</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动态变量生存期结束</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1107" name="Rectangle 3"/>
          <p:cNvSpPr>
            <a:spLocks noGrp="1" noChangeArrowheads="1"/>
          </p:cNvSpPr>
          <p:nvPr>
            <p:ph idx="1"/>
          </p:nvPr>
        </p:nvSpPr>
        <p:spPr>
          <a:xfrm>
            <a:off x="457200" y="620713"/>
            <a:ext cx="8229600" cy="575945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用</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delete</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和</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free</a:t>
            </a:r>
            <a:r>
              <a:rPr kumimoji="0" lang="zh-CN" altLang="en-US" sz="32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cs typeface="+mn-cs"/>
              </a:rPr>
              <a:t>只能撤消动态变量！</a:t>
            </a:r>
            <a:endParaRPr kumimoji="0" lang="zh-CN" altLang="en-US" sz="32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x,*p;</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p = &amp;x;</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delete p; //</a:t>
            </a:r>
            <a:r>
              <a:rPr kumimoji="0" lang="en-US" altLang="zh-CN" sz="28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rPr>
              <a:t>Error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用</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delete</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和</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free</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撤消动态数组时，其中的指针变量</a:t>
            </a:r>
            <a:r>
              <a:rPr kumimoji="0" lang="zh-CN" altLang="en-US" sz="32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cs typeface="+mn-cs"/>
              </a:rPr>
              <a:t>必须指向数组的第一个元素！</a:t>
            </a:r>
            <a:endParaRPr kumimoji="0" lang="zh-CN" altLang="en-US" sz="32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*p=new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[n];</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p++;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//p</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指向数组第二个元素</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delete []p; //</a:t>
            </a:r>
            <a:r>
              <a:rPr kumimoji="0" lang="en-US" altLang="zh-CN" sz="28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rPr>
              <a:t>Error</a:t>
            </a:r>
            <a:r>
              <a:rPr kumimoji="0" lang="zh-CN" altLang="en-US" sz="28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rPr>
              <a:t>，运行时出错！</a:t>
            </a:r>
            <a:endParaRPr kumimoji="0" lang="en-US" altLang="zh-CN" sz="28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4178" name="Rectangle 2"/>
          <p:cNvSpPr>
            <a:spLocks noGrp="1" noChangeArrowheads="1"/>
          </p:cNvSpPr>
          <p:nvPr>
            <p:ph type="title"/>
          </p:nvPr>
        </p:nvSpPr>
        <p:spPr>
          <a:xfrm>
            <a:off x="457200" y="115888"/>
            <a:ext cx="8229600" cy="1139825"/>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a:t>
            </a: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内存泄漏” 问题</a:t>
            </a:r>
            <a:endPar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434179" name="Rectangle 3"/>
          <p:cNvSpPr>
            <a:spLocks noGrp="1" noChangeArrowheads="1"/>
          </p:cNvSpPr>
          <p:nvPr>
            <p:ph idx="1"/>
          </p:nvPr>
        </p:nvSpPr>
        <p:spPr>
          <a:xfrm>
            <a:off x="468313" y="1485900"/>
            <a:ext cx="8496300" cy="5038725"/>
          </a:xfrm>
        </p:spPr>
        <p:txBody>
          <a:bodyPr vert="horz" wrap="square" lIns="91440" tIns="45720" rIns="91440" bIns="45720" numCol="1" anchor="t" anchorCtr="0" compatLnSpc="1">
            <a:normAutofit fontScale="92500" lnSpcReduction="10000"/>
          </a:bodyPr>
          <a:lstStyle/>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cs typeface="+mn-cs"/>
              </a:rPr>
              <a:t>内存泄漏</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memory leak</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没有撤消动态变量，而是把指向它的指针变量指向了别处或指向它的指针变量的生存期结束了，这时，这个动态变量虽然存在，但无法访问它，从而浪费空间。</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例如：</a:t>
            </a:r>
            <a:endPar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None/>
              <a:defRPr/>
            </a:pP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x,*p;</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p = new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[10]; //</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动态数组</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p = </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&amp;x</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之后，上面的动态数组就访问不到了！</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造成内存空间的丢失（</a:t>
            </a:r>
            <a:r>
              <a:rPr kumimoji="0" lang="zh-CN" altLang="en-US" sz="28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内存</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泄露</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981075"/>
            <a:ext cx="8229600" cy="5543550"/>
          </a:xfrm>
        </p:spPr>
        <p:txBody>
          <a:bodyPr vert="horz" wrap="square" lIns="91440" tIns="45720" rIns="91440" bIns="45720" numCol="1" anchor="t" anchorCtr="0" compatLnSpc="1">
            <a:normAutofit fontScale="85000" lnSpcReduction="20000"/>
          </a:bodyPr>
          <a:lstStyle/>
          <a:p>
            <a:pPr marL="342900" marR="0" lvl="0" indent="-34290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再例如</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400050" marR="0" lvl="1" indent="0" algn="l" defTabSz="914400" rtl="0" eaLnBrk="0" fontAlgn="base" latinLnBrk="0" hangingPunct="0">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void f()</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*p;</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p = </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new </a:t>
            </a:r>
            <a:r>
              <a:rPr kumimoji="0" lang="en-US" altLang="zh-CN" sz="28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创建一个动态变量</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其中没有</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delete</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main</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f();</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//f</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中创建的动态变量仍然存在，但由于指向它的</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指针变量</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p</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生存期已结束，无法通过</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p</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访问到它</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5202" name="Rectangle 2"/>
          <p:cNvSpPr>
            <a:spLocks noGrp="1" noChangeArrowheads="1"/>
          </p:cNvSpPr>
          <p:nvPr>
            <p:ph type="title"/>
          </p:nvPr>
        </p:nvSpPr>
        <p:spPr>
          <a:xfrm>
            <a:off x="457200" y="115888"/>
            <a:ext cx="8229600" cy="1139825"/>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a:t>
            </a: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悬浮指针”问题</a:t>
            </a:r>
            <a:endPar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435203" name="Rectangle 3"/>
          <p:cNvSpPr>
            <a:spLocks noGrp="1" noChangeArrowheads="1"/>
          </p:cNvSpPr>
          <p:nvPr>
            <p:ph idx="1"/>
          </p:nvPr>
        </p:nvSpPr>
        <p:spPr>
          <a:xfrm>
            <a:off x="457200" y="1455738"/>
            <a:ext cx="8229600" cy="5402263"/>
          </a:xfrm>
        </p:spPr>
        <p:txBody>
          <a:bodyPr vert="horz" wrap="square" lIns="91440" tIns="45720" rIns="91440" bIns="45720" numCol="1" anchor="t" anchorCtr="0" compatLnSpc="1">
            <a:normAutofit fontScale="92500" lnSpcReduction="10000"/>
          </a:bodyPr>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cs typeface="+mn-cs"/>
              </a:rPr>
              <a:t>悬浮指针</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dangling pointer</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用</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delete</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或</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free</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撤消动态变量后，指向它的指针就无效了（</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编译程序一般不会把指向它的指针变量的值赋为</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0</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），这时该指针可能指向一个</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无效空间</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例如：</a:t>
            </a:r>
            <a:endPar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90000"/>
              </a:lnSpc>
              <a:spcBef>
                <a:spcPct val="20000"/>
              </a:spcBef>
              <a:spcAft>
                <a:spcPct val="0"/>
              </a:spcAft>
              <a:buClr>
                <a:schemeClr val="tx1"/>
              </a:buClr>
              <a:buSzTx/>
              <a:buFontTx/>
              <a:buNone/>
              <a:defRPr/>
            </a:pP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*p;</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9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p = new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9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*p = 1;</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9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delete p; //</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撤销</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了</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p</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所指向的动态变量</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9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90000"/>
              </a:lnSpc>
              <a:spcBef>
                <a:spcPct val="20000"/>
              </a:spcBef>
              <a:spcAft>
                <a:spcPct val="0"/>
              </a:spcAft>
              <a:buClr>
                <a:schemeClr val="tx1"/>
              </a:buClr>
              <a:buSzTx/>
              <a:buFontTx/>
              <a:buNone/>
              <a:defRPr/>
            </a:pP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90000"/>
              </a:lnSpc>
              <a:spcBef>
                <a:spcPct val="20000"/>
              </a:spcBef>
              <a:spcAft>
                <a:spcPct val="0"/>
              </a:spcAft>
              <a:buClr>
                <a:schemeClr val="tx1"/>
              </a:buClr>
              <a:buSzTx/>
              <a:buFontTx/>
              <a:buNone/>
              <a:defRPr/>
            </a:pP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cout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&lt;&lt; *p; //</a:t>
            </a:r>
            <a:r>
              <a:rPr kumimoji="0" lang="en-US" altLang="zh-CN" sz="28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endParaRPr>
          </a:p>
        </p:txBody>
      </p:sp>
      <p:sp>
        <p:nvSpPr>
          <p:cNvPr id="2" name="TextBox 1"/>
          <p:cNvSpPr txBox="1"/>
          <p:nvPr/>
        </p:nvSpPr>
        <p:spPr>
          <a:xfrm>
            <a:off x="973138" y="5559425"/>
            <a:ext cx="4606925" cy="646113"/>
          </a:xfrm>
          <a:prstGeom prst="rect">
            <a:avLst/>
          </a:prstGeom>
          <a:solidFill>
            <a:schemeClr val="bg2">
              <a:lumMod val="75000"/>
            </a:schemeClr>
          </a:solidFill>
        </p:spPr>
        <p:txBody>
          <a:bodyPr wrap="none">
            <a:spAutoFit/>
          </a:bodyPr>
          <a:lstStyle/>
          <a:p>
            <a:pPr marR="0" algn="just" defTabSz="914400">
              <a:buClrTx/>
              <a:buSzTx/>
              <a:buFontTx/>
              <a:buNone/>
              <a:defRPr/>
            </a:pPr>
            <a:r>
              <a:rPr kumimoji="0" lang="en-US" altLang="zh-CN" kern="1200" cap="none" spc="0" normalizeH="0" baseline="0" noProof="0" dirty="0" err="1">
                <a:solidFill>
                  <a:srgbClr val="FFC000"/>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int</a:t>
            </a:r>
            <a:r>
              <a:rPr kumimoji="0" lang="en-US" altLang="zh-CN" kern="1200" cap="none" spc="0" normalizeH="0" baseline="0" noProof="0" dirty="0">
                <a:solidFill>
                  <a:srgbClr val="FFC000"/>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 *q=new </a:t>
            </a:r>
            <a:r>
              <a:rPr kumimoji="0" lang="en-US" altLang="zh-CN" kern="1200" cap="none" spc="0" normalizeH="0" baseline="0" noProof="0" dirty="0" err="1">
                <a:solidFill>
                  <a:srgbClr val="FFC000"/>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int</a:t>
            </a:r>
            <a:r>
              <a:rPr kumimoji="0" lang="en-US" altLang="zh-CN" kern="1200" cap="none" spc="0" normalizeH="0" baseline="0" noProof="0" dirty="0">
                <a:solidFill>
                  <a:srgbClr val="FFC000"/>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 //</a:t>
            </a:r>
            <a:r>
              <a:rPr kumimoji="0" lang="zh-CN" altLang="en-US" kern="1200" cap="none" spc="0" normalizeH="0" baseline="0" noProof="0" dirty="0">
                <a:solidFill>
                  <a:srgbClr val="FFC000"/>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创建一个新的动态</a:t>
            </a:r>
            <a:r>
              <a:rPr kumimoji="0" lang="zh-CN" altLang="en-US" kern="1200" cap="none" spc="0" normalizeH="0" baseline="0" noProof="0" dirty="0" smtClean="0">
                <a:solidFill>
                  <a:srgbClr val="FFC000"/>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变量</a:t>
            </a:r>
            <a:endParaRPr kumimoji="0" lang="en-US" altLang="zh-CN" kern="1200" cap="none" spc="0" normalizeH="0" baseline="0" noProof="0" dirty="0" smtClean="0">
              <a:solidFill>
                <a:srgbClr val="FFC000"/>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algn="just" defTabSz="914400">
              <a:buClrTx/>
              <a:buSzTx/>
              <a:buFontTx/>
              <a:buNone/>
              <a:defRPr/>
            </a:pPr>
            <a:r>
              <a:rPr kumimoji="0" lang="en-US" altLang="zh-CN" kern="1200" cap="none" spc="0" normalizeH="0" baseline="0" noProof="0" dirty="0" smtClean="0">
                <a:solidFill>
                  <a:srgbClr val="FFC000"/>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*q = 2;</a:t>
            </a:r>
            <a:endParaRPr kumimoji="0" lang="zh-CN" altLang="en-US" kern="1200" cap="none" spc="0" normalizeH="0" baseline="0" noProof="0" dirty="0">
              <a:solidFill>
                <a:srgbClr val="FFC000"/>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p:txBody>
      </p:sp>
      <p:sp>
        <p:nvSpPr>
          <p:cNvPr id="3" name="TextBox 2"/>
          <p:cNvSpPr txBox="1"/>
          <p:nvPr/>
        </p:nvSpPr>
        <p:spPr>
          <a:xfrm>
            <a:off x="3492500" y="6280150"/>
            <a:ext cx="4205288" cy="461963"/>
          </a:xfrm>
          <a:prstGeom prst="rect">
            <a:avLst/>
          </a:prstGeom>
          <a:solidFill>
            <a:srgbClr val="00366C"/>
          </a:solidFill>
        </p:spPr>
        <p:txBody>
          <a:bodyPr wrap="none">
            <a:spAutoFit/>
          </a:bodyPr>
          <a:lstStyle/>
          <a:p>
            <a:pPr marR="0" algn="just" defTabSz="914400">
              <a:buClrTx/>
              <a:buSzTx/>
              <a:buFontTx/>
              <a:buNone/>
              <a:defRPr/>
            </a:pPr>
            <a:r>
              <a:rPr kumimoji="0" lang="zh-CN" altLang="en-US" kern="1200" cap="none" spc="0" normalizeH="0" baseline="0" noProof="0" dirty="0">
                <a:solidFill>
                  <a:srgbClr val="FFC000"/>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可能访问的是新的动态变量！</a:t>
            </a:r>
            <a:endParaRPr kumimoji="0" lang="zh-CN" altLang="en-US" kern="1200" cap="none" spc="0" normalizeH="0" baseline="0" noProof="0" dirty="0">
              <a:solidFill>
                <a:srgbClr val="FFC000"/>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7010" name="Rectangle 2"/>
          <p:cNvSpPr>
            <a:spLocks noGrp="1" noChangeArrowheads="1"/>
          </p:cNvSpPr>
          <p:nvPr>
            <p:ph type="title"/>
          </p:nvPr>
        </p:nvSpPr>
        <p:spPr>
          <a:xfrm>
            <a:off x="457200" y="115888"/>
            <a:ext cx="8229600" cy="919163"/>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动态变量的</a:t>
            </a:r>
            <a:r>
              <a:rPr kumimoji="0" lang="zh-CN" altLang="en-US" sz="40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应用</a:t>
            </a:r>
            <a:r>
              <a:rPr kumimoji="0" lang="en-US" altLang="zh-CN" sz="40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1――</a:t>
            </a:r>
            <a:r>
              <a:rPr kumimoji="0" lang="zh-CN" altLang="en-US" sz="40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可扩充的数组</a:t>
            </a:r>
            <a:endParaRPr kumimoji="0" lang="zh-CN" altLang="en-US" sz="40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427011" name="Rectangle 3"/>
          <p:cNvSpPr>
            <a:spLocks noGrp="1" noChangeArrowheads="1"/>
          </p:cNvSpPr>
          <p:nvPr>
            <p:ph idx="1"/>
          </p:nvPr>
        </p:nvSpPr>
        <p:spPr>
          <a:xfrm>
            <a:off x="250825" y="1268413"/>
            <a:ext cx="8686800" cy="5518150"/>
          </a:xfrm>
        </p:spPr>
        <p:txBody>
          <a:bodyPr vert="horz" wrap="square" lIns="91440" tIns="45720" rIns="91440" bIns="45720" numCol="1" anchor="t" anchorCtr="0" compatLnSpc="1">
            <a:normAutofit/>
          </a:bodyPr>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对于具有线性结构的复合数据，在程序中通常用数组来表示。</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由于数组在定义时，元素个数必须是固定大小。当元素个数</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到运行</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时才能确定</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下面的做法可行吗？</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n</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cin</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&gt;&gt; n; //</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数的个数</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a:t>
            </a:r>
            <a:r>
              <a:rPr kumimoji="0" lang="en-US" altLang="zh-CN" sz="24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rPr>
              <a:t>n</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US" sz="24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rPr>
              <a:t>？</a:t>
            </a:r>
            <a:endParaRPr kumimoji="0" lang="zh-CN" altLang="en-US" sz="24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for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=0;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&lt;n;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cin</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&gt;&gt; a[</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mn-ea"/>
                <a:cs typeface="+mn-cs"/>
              </a:rPr>
              <a:t>C</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mn-ea"/>
                <a:cs typeface="+mn-cs"/>
              </a:rPr>
              <a:t>语言的新标准允许在程序运行时指定数组元素个数，但是</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400" b="0" i="0" u="none" strike="noStrike" kern="0" cap="none" spc="0" normalizeH="0" baseline="0" noProof="0" dirty="0">
                <a:ln>
                  <a:noFill/>
                </a:ln>
                <a:solidFill>
                  <a:schemeClr val="tx1"/>
                </a:solidFill>
                <a:effectLst>
                  <a:outerShdw blurRad="38100" dist="38100" dir="2700000" algn="tl">
                    <a:srgbClr val="000000">
                      <a:alpha val="43137"/>
                    </a:srgbClr>
                  </a:outerShdw>
                </a:effectLst>
                <a:uLnTx/>
                <a:uFillTx/>
                <a:latin typeface="+mn-lt"/>
                <a:ea typeface="+mn-ea"/>
              </a:rPr>
              <a:t>一旦指定后不能再改变！（上面数组</a:t>
            </a:r>
            <a:r>
              <a:rPr kumimoji="0" lang="en-US" altLang="zh-CN" sz="2400" b="0" i="0" u="none" strike="noStrike" kern="0" cap="none" spc="0" normalizeH="0" baseline="0" noProof="0" dirty="0">
                <a:ln>
                  <a:noFill/>
                </a:ln>
                <a:solidFill>
                  <a:schemeClr val="tx1"/>
                </a:solidFill>
                <a:effectLst>
                  <a:outerShdw blurRad="38100" dist="38100" dir="2700000" algn="tl">
                    <a:srgbClr val="000000">
                      <a:alpha val="43137"/>
                    </a:srgbClr>
                  </a:outerShdw>
                </a:effectLst>
                <a:uLnTx/>
                <a:uFillTx/>
                <a:latin typeface="+mn-lt"/>
                <a:ea typeface="+mn-ea"/>
              </a:rPr>
              <a:t>a</a:t>
            </a:r>
            <a:r>
              <a:rPr kumimoji="0" lang="zh-CN" altLang="en-US" sz="2400" b="0" i="0" u="none" strike="noStrike" kern="0" cap="none" spc="0" normalizeH="0" baseline="0" noProof="0" dirty="0">
                <a:ln>
                  <a:noFill/>
                </a:ln>
                <a:solidFill>
                  <a:schemeClr val="tx1"/>
                </a:solidFill>
                <a:effectLst>
                  <a:outerShdw blurRad="38100" dist="38100" dir="2700000" algn="tl">
                    <a:srgbClr val="000000">
                      <a:alpha val="43137"/>
                    </a:srgbClr>
                  </a:outerShdw>
                </a:effectLst>
                <a:uLnTx/>
                <a:uFillTx/>
                <a:latin typeface="+mn-lt"/>
                <a:ea typeface="+mn-ea"/>
              </a:rPr>
              <a:t>的大小不会随</a:t>
            </a:r>
            <a:r>
              <a:rPr kumimoji="0" lang="en-US" altLang="zh-CN" sz="2400" b="0" i="0" u="none" strike="noStrike" kern="0" cap="none" spc="0" normalizeH="0" baseline="0" noProof="0" dirty="0">
                <a:ln>
                  <a:noFill/>
                </a:ln>
                <a:solidFill>
                  <a:schemeClr val="tx1"/>
                </a:solidFill>
                <a:effectLst>
                  <a:outerShdw blurRad="38100" dist="38100" dir="2700000" algn="tl">
                    <a:srgbClr val="000000">
                      <a:alpha val="43137"/>
                    </a:srgbClr>
                  </a:outerShdw>
                </a:effectLst>
                <a:uLnTx/>
                <a:uFillTx/>
                <a:latin typeface="+mn-lt"/>
                <a:ea typeface="+mn-ea"/>
              </a:rPr>
              <a:t>n</a:t>
            </a:r>
            <a:r>
              <a:rPr kumimoji="0" lang="zh-CN" altLang="en-US" sz="2400" b="0" i="0" u="none" strike="noStrike" kern="0" cap="none" spc="0" normalizeH="0" baseline="0" noProof="0" dirty="0">
                <a:ln>
                  <a:noFill/>
                </a:ln>
                <a:solidFill>
                  <a:schemeClr val="tx1"/>
                </a:solidFill>
                <a:effectLst>
                  <a:outerShdw blurRad="38100" dist="38100" dir="2700000" algn="tl">
                    <a:srgbClr val="000000">
                      <a:alpha val="43137"/>
                    </a:srgbClr>
                  </a:outerShdw>
                </a:effectLst>
                <a:uLnTx/>
                <a:uFillTx/>
                <a:latin typeface="+mn-lt"/>
                <a:ea typeface="+mn-ea"/>
              </a:rPr>
              <a:t>变化）</a:t>
            </a:r>
            <a:endParaRPr kumimoji="0" lang="en-US" altLang="zh-CN" sz="2400" b="0" i="0" u="none" strike="noStrike" kern="0" cap="none" spc="0" normalizeH="0" baseline="0" noProof="0" dirty="0">
              <a:ln>
                <a:noFill/>
              </a:ln>
              <a:solidFill>
                <a:schemeClr val="tx1"/>
              </a:solidFill>
              <a:effectLst>
                <a:outerShdw blurRad="38100" dist="38100" dir="2700000" algn="tl">
                  <a:srgbClr val="000000">
                    <a:alpha val="43137"/>
                  </a:srgbClr>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mn-ea"/>
              </a:rPr>
              <a:t>不是</a:t>
            </a:r>
            <a:r>
              <a:rPr kumimoji="0" lang="zh-CN" altLang="en-US" sz="2400" b="0" i="0" u="none" strike="noStrike" kern="0" cap="none" spc="0" normalizeH="0" baseline="0" noProof="0" dirty="0">
                <a:ln>
                  <a:noFill/>
                </a:ln>
                <a:solidFill>
                  <a:schemeClr val="tx1"/>
                </a:solidFill>
                <a:effectLst>
                  <a:outerShdw blurRad="38100" dist="38100" dir="2700000" algn="tl">
                    <a:srgbClr val="000000">
                      <a:alpha val="43137"/>
                    </a:srgbClr>
                  </a:outerShdw>
                </a:effectLst>
                <a:uLnTx/>
                <a:uFillTx/>
                <a:latin typeface="+mn-lt"/>
                <a:ea typeface="+mn-ea"/>
              </a:rPr>
              <a:t>每个</a:t>
            </a:r>
            <a:r>
              <a:rPr kumimoji="0" lang="en-US" altLang="zh-CN" sz="2400" b="0" i="0" u="none" strike="noStrike" kern="0" cap="none" spc="0" normalizeH="0" baseline="0" noProof="0" dirty="0">
                <a:ln>
                  <a:noFill/>
                </a:ln>
                <a:solidFill>
                  <a:schemeClr val="tx1"/>
                </a:solidFill>
                <a:effectLst>
                  <a:outerShdw blurRad="38100" dist="38100" dir="2700000" algn="tl">
                    <a:srgbClr val="000000">
                      <a:alpha val="43137"/>
                    </a:srgbClr>
                  </a:outerShdw>
                </a:effectLst>
                <a:uLnTx/>
                <a:uFillTx/>
                <a:latin typeface="+mn-lt"/>
                <a:ea typeface="+mn-ea"/>
              </a:rPr>
              <a:t>C++</a:t>
            </a:r>
            <a:r>
              <a:rPr kumimoji="0" lang="zh-CN" altLang="en-US" sz="2400" b="0" i="0" u="none" strike="noStrike" kern="0" cap="none" spc="0" normalizeH="0" baseline="0" noProof="0" dirty="0">
                <a:ln>
                  <a:noFill/>
                </a:ln>
                <a:solidFill>
                  <a:schemeClr val="tx1"/>
                </a:solidFill>
                <a:effectLst>
                  <a:outerShdw blurRad="38100" dist="38100" dir="2700000" algn="tl">
                    <a:srgbClr val="000000">
                      <a:alpha val="43137"/>
                    </a:srgbClr>
                  </a:outerShdw>
                </a:effectLst>
                <a:uLnTx/>
                <a:uFillTx/>
                <a:latin typeface="+mn-lt"/>
                <a:ea typeface="+mn-ea"/>
              </a:rPr>
              <a:t>编译器都支持</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mn-ea"/>
              </a:rPr>
              <a:t>！</a:t>
            </a:r>
            <a:endParaRPr kumimoji="0" lang="en-US" altLang="zh-CN" sz="2400" b="0" i="0" u="none" strike="noStrike" kern="0" cap="none" spc="0" normalizeH="0" baseline="0" noProof="0" dirty="0">
              <a:ln>
                <a:noFill/>
              </a:ln>
              <a:solidFill>
                <a:schemeClr val="tx1"/>
              </a:solidFill>
              <a:effectLst>
                <a:outerShdw blurRad="38100" dist="38100" dir="2700000" algn="tl">
                  <a:srgbClr val="000000">
                    <a:alpha val="43137"/>
                  </a:srgbClr>
                </a:outerShdw>
              </a:effectLst>
              <a:uLnTx/>
              <a:uFillTx/>
              <a:latin typeface="+mn-lt"/>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27011">
                                            <p:txEl>
                                              <p:charRg st="148" end="175"/>
                                            </p:txEl>
                                          </p:spTgt>
                                        </p:tgtEl>
                                        <p:attrNameLst>
                                          <p:attrName>style.visibility</p:attrName>
                                        </p:attrNameLst>
                                      </p:cBhvr>
                                      <p:to>
                                        <p:strVal val="visible"/>
                                      </p:to>
                                    </p:set>
                                    <p:anim calcmode="lin" valueType="num">
                                      <p:cBhvr additive="base">
                                        <p:cTn id="7" dur="500" fill="hold"/>
                                        <p:tgtEl>
                                          <p:spTgt spid="427011">
                                            <p:txEl>
                                              <p:charRg st="148" end="17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27011">
                                            <p:txEl>
                                              <p:charRg st="148" end="175"/>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27011">
                                            <p:txEl>
                                              <p:charRg st="175" end="203"/>
                                            </p:txEl>
                                          </p:spTgt>
                                        </p:tgtEl>
                                        <p:attrNameLst>
                                          <p:attrName>style.visibility</p:attrName>
                                        </p:attrNameLst>
                                      </p:cBhvr>
                                      <p:to>
                                        <p:strVal val="visible"/>
                                      </p:to>
                                    </p:set>
                                    <p:anim calcmode="lin" valueType="num">
                                      <p:cBhvr additive="base">
                                        <p:cTn id="13" dur="500" fill="hold"/>
                                        <p:tgtEl>
                                          <p:spTgt spid="427011">
                                            <p:txEl>
                                              <p:charRg st="175" end="20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27011">
                                            <p:txEl>
                                              <p:charRg st="175" end="20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27011">
                                            <p:txEl>
                                              <p:charRg st="203" end="218"/>
                                            </p:txEl>
                                          </p:spTgt>
                                        </p:tgtEl>
                                        <p:attrNameLst>
                                          <p:attrName>style.visibility</p:attrName>
                                        </p:attrNameLst>
                                      </p:cBhvr>
                                      <p:to>
                                        <p:strVal val="visible"/>
                                      </p:to>
                                    </p:set>
                                    <p:anim calcmode="lin" valueType="num">
                                      <p:cBhvr additive="base">
                                        <p:cTn id="19" dur="500" fill="hold"/>
                                        <p:tgtEl>
                                          <p:spTgt spid="427011">
                                            <p:txEl>
                                              <p:charRg st="203" end="21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27011">
                                            <p:txEl>
                                              <p:charRg st="203" end="21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6227" name="Rectangle 3"/>
          <p:cNvSpPr>
            <a:spLocks noGrp="1" noChangeArrowheads="1"/>
          </p:cNvSpPr>
          <p:nvPr>
            <p:ph idx="1"/>
          </p:nvPr>
        </p:nvSpPr>
        <p:spPr>
          <a:xfrm>
            <a:off x="457200" y="836613"/>
            <a:ext cx="8229600" cy="5545138"/>
          </a:xfrm>
        </p:spPr>
        <p:txBody>
          <a:bodyPr vert="horz" wrap="square" lIns="91440" tIns="45720" rIns="91440" bIns="45720" numCol="1" anchor="t" anchorCtr="0" compatLnSpc="1">
            <a:normAutofit/>
          </a:bodyPr>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解决方案</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1</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：如果输入时先输入数的个数，然后再输入各个数，则可用下面的动态数组来表示这些数：</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n;</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*p;</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cin</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&gt;&gt; n;</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p = </a:t>
            </a:r>
            <a:r>
              <a:rPr kumimoji="0" lang="en-US"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new </a:t>
            </a:r>
            <a:r>
              <a:rPr kumimoji="0" lang="en-US" altLang="zh-CN" sz="24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[n];</a:t>
            </a:r>
            <a:endParaRPr kumimoji="0" lang="en-US"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for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=0;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&lt;n;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cin</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&gt;&gt; p[</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使用数组中的数据</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delete []p;</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上面</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的动态数组大小也不会随</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n</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变化！</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7250" name="Rectangle 2"/>
          <p:cNvSpPr>
            <a:spLocks noGrp="1" noChangeArrowheads="1"/>
          </p:cNvSpPr>
          <p:nvPr>
            <p:ph idx="1"/>
          </p:nvPr>
        </p:nvSpPr>
        <p:spPr>
          <a:xfrm>
            <a:off x="179388" y="115888"/>
            <a:ext cx="8748713" cy="6669088"/>
          </a:xfrm>
        </p:spPr>
        <p:txBody>
          <a:bodyPr vert="horz" wrap="square" lIns="91440" tIns="45720" rIns="91440" bIns="45720" numCol="1" anchor="t" anchorCtr="0" compatLnSpc="1"/>
          <a:lstStyle/>
          <a:p>
            <a:pPr marL="342900" marR="0" lvl="0" indent="-342900" algn="l" defTabSz="1081405"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解决</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方案</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2</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：如果输入时先输入各个数，最后输入一个结束标记（如：</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-1</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），如何表示这些数？</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1081405" rtl="0" eaLnBrk="1" fontAlgn="base" latinLnBrk="0" hangingPunct="1">
              <a:lnSpc>
                <a:spcPct val="100000"/>
              </a:lnSpc>
              <a:spcBef>
                <a:spcPts val="520"/>
              </a:spcBef>
              <a:spcAft>
                <a:spcPct val="0"/>
              </a:spcAft>
              <a:buClr>
                <a:schemeClr val="tx1"/>
              </a:buClr>
              <a:buSzTx/>
              <a:buFontTx/>
              <a:buChar char="•"/>
              <a:defRPr/>
            </a:pPr>
            <a:r>
              <a:rPr kumimoji="0" lang="zh-CN" altLang="en-US"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先创建一个初始大小的动态数组，空间不够了再创建更大的动态数组</a:t>
            </a:r>
            <a:endParaRPr kumimoji="0" lang="en-US" altLang="zh-CN"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endParaRPr>
          </a:p>
          <a:p>
            <a:pPr marL="742950" marR="0" lvl="1" indent="-285750" algn="l" defTabSz="1081405" rtl="0" eaLnBrk="1" fontAlgn="base" latinLnBrk="0" hangingPunct="1">
              <a:lnSpc>
                <a:spcPct val="100000"/>
              </a:lnSpc>
              <a:spcBef>
                <a:spcPts val="520"/>
              </a:spcBef>
              <a:spcAft>
                <a:spcPct val="0"/>
              </a:spcAft>
              <a:buClr>
                <a:schemeClr val="tx1"/>
              </a:buClr>
              <a:buSzTx/>
              <a:buFontTx/>
              <a:buNone/>
              <a:defRPr/>
            </a:pP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const</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INCREMENT=10;</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1081405" rtl="0" eaLnBrk="1" fontAlgn="base" latinLnBrk="0" hangingPunct="1">
              <a:lnSpc>
                <a:spcPct val="80000"/>
              </a:lnSpc>
              <a:spcBef>
                <a:spcPts val="520"/>
              </a:spcBef>
              <a:spcAft>
                <a:spcPct val="0"/>
              </a:spcAft>
              <a:buClr>
                <a:schemeClr val="tx1"/>
              </a:buClr>
              <a:buSzTx/>
              <a:buFontTx/>
              <a:buNone/>
              <a:defRPr/>
            </a:pP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max_len</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=20,</a:t>
            </a:r>
            <a:r>
              <a:rPr kumimoji="0" lang="en-US" altLang="zh-CN"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*p=new </a:t>
            </a:r>
            <a:r>
              <a:rPr kumimoji="0" lang="en-US" altLang="zh-CN" sz="20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rPr>
              <a:t>int</a:t>
            </a:r>
            <a:r>
              <a:rPr kumimoji="0" lang="en-US" altLang="zh-CN"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r>
              <a:rPr kumimoji="0" lang="en-US" altLang="zh-CN" sz="20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rPr>
              <a:t>max_len</a:t>
            </a:r>
            <a:r>
              <a:rPr kumimoji="0" lang="en-US" altLang="zh-CN"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申请</a:t>
            </a:r>
            <a:r>
              <a:rPr kumimoji="0" lang="zh-CN" altLang="en-US"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初始</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的数组空间</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1081405" rtl="0" eaLnBrk="1" fontAlgn="base" latinLnBrk="0" hangingPunct="1">
              <a:lnSpc>
                <a:spcPct val="80000"/>
              </a:lnSpc>
              <a:spcBef>
                <a:spcPts val="520"/>
              </a:spcBef>
              <a:spcAft>
                <a:spcPct val="0"/>
              </a:spcAft>
              <a:buClr>
                <a:schemeClr val="tx1"/>
              </a:buClr>
              <a:buSzTx/>
              <a:buFontTx/>
              <a:buNone/>
              <a:defRPr/>
            </a:pP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0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x,n</a:t>
            </a: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=0;</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1081405" rtl="0" eaLnBrk="1" fontAlgn="base" latinLnBrk="0" hangingPunct="1">
              <a:lnSpc>
                <a:spcPct val="80000"/>
              </a:lnSpc>
              <a:spcBef>
                <a:spcPts val="520"/>
              </a:spcBef>
              <a:spcAft>
                <a:spcPct val="0"/>
              </a:spcAft>
              <a:buClr>
                <a:schemeClr val="tx1"/>
              </a:buClr>
              <a:buSzTx/>
              <a:buFontTx/>
              <a:buNone/>
              <a:defRPr/>
            </a:pP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for (</a:t>
            </a:r>
            <a:r>
              <a:rPr kumimoji="0" lang="en-US" altLang="zh-CN" sz="20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cin</a:t>
            </a: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&gt;&gt; x</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x != -</a:t>
            </a: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1; </a:t>
            </a:r>
            <a:r>
              <a:rPr kumimoji="0" lang="en-US" altLang="zh-CN" sz="20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cin</a:t>
            </a: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&gt;&gt; x) </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1081405" rtl="0" eaLnBrk="1" fontAlgn="base" latinLnBrk="0" hangingPunct="1">
              <a:lnSpc>
                <a:spcPct val="80000"/>
              </a:lnSpc>
              <a:spcBef>
                <a:spcPts val="520"/>
              </a:spcBef>
              <a:spcAft>
                <a:spcPct val="0"/>
              </a:spcAft>
              <a:buClr>
                <a:schemeClr val="tx1"/>
              </a:buClr>
              <a:buSzTx/>
              <a:buFontTx/>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if (n == </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max_len</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1081405" rtl="0" eaLnBrk="1" fontAlgn="base" latinLnBrk="0" hangingPunct="1">
              <a:lnSpc>
                <a:spcPct val="80000"/>
              </a:lnSpc>
              <a:spcBef>
                <a:spcPts val="520"/>
              </a:spcBef>
              <a:spcAft>
                <a:spcPct val="0"/>
              </a:spcAft>
              <a:buClr>
                <a:schemeClr val="tx1"/>
              </a:buClr>
              <a:buSzTx/>
              <a:buFontTx/>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a:t>
            </a:r>
            <a:r>
              <a:rPr kumimoji="0" lang="en-US" altLang="zh-CN" sz="20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rPr>
              <a:t>max_len</a:t>
            </a:r>
            <a:r>
              <a:rPr kumimoji="0" lang="en-US" altLang="zh-CN"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 += INCREMENT;</a:t>
            </a:r>
            <a:endParaRPr kumimoji="0" lang="en-US" altLang="zh-CN"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endParaRPr>
          </a:p>
          <a:p>
            <a:pPr marL="742950" marR="0" lvl="1" indent="-285750" algn="l" defTabSz="1081405" rtl="0" eaLnBrk="1" fontAlgn="base" latinLnBrk="0" hangingPunct="1">
              <a:lnSpc>
                <a:spcPct val="80000"/>
              </a:lnSpc>
              <a:spcBef>
                <a:spcPts val="520"/>
              </a:spcBef>
              <a:spcAft>
                <a:spcPct val="0"/>
              </a:spcAft>
              <a:buClr>
                <a:schemeClr val="tx1"/>
              </a:buClr>
              <a:buSzTx/>
              <a:buFontTx/>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q=new </a:t>
            </a:r>
            <a:r>
              <a:rPr kumimoji="0" lang="en-US" altLang="zh-CN" sz="20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rPr>
              <a:t>int</a:t>
            </a:r>
            <a:r>
              <a:rPr kumimoji="0" lang="en-US" altLang="zh-CN"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r>
              <a:rPr kumimoji="0" lang="en-US" altLang="zh-CN" sz="20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rPr>
              <a:t>max_len</a:t>
            </a:r>
            <a:r>
              <a:rPr kumimoji="0" lang="en-US" altLang="zh-CN"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重新申请一块更大的数组空间</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1081405" rtl="0" eaLnBrk="1" fontAlgn="base" latinLnBrk="0" hangingPunct="1">
              <a:lnSpc>
                <a:spcPct val="80000"/>
              </a:lnSpc>
              <a:spcBef>
                <a:spcPts val="520"/>
              </a:spcBef>
              <a:spcAft>
                <a:spcPct val="0"/>
              </a:spcAft>
              <a:buClr>
                <a:schemeClr val="tx1"/>
              </a:buClr>
              <a:buSzTx/>
              <a:buFontTx/>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for (</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=0; </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&lt;n; </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q[</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p[</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转移数据</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1081405" rtl="0" eaLnBrk="1" fontAlgn="base" latinLnBrk="0" hangingPunct="1">
              <a:lnSpc>
                <a:spcPct val="80000"/>
              </a:lnSpc>
              <a:spcBef>
                <a:spcPts val="520"/>
              </a:spcBef>
              <a:spcAft>
                <a:spcPct val="0"/>
              </a:spcAft>
              <a:buClr>
                <a:schemeClr val="tx1"/>
              </a:buClr>
              <a:buSzTx/>
              <a:buFontTx/>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delete []p; //</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归还原来的数组空间</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1081405" rtl="0" eaLnBrk="1" fontAlgn="base" latinLnBrk="0" hangingPunct="1">
              <a:lnSpc>
                <a:spcPct val="80000"/>
              </a:lnSpc>
              <a:spcBef>
                <a:spcPts val="520"/>
              </a:spcBef>
              <a:spcAft>
                <a:spcPct val="0"/>
              </a:spcAft>
              <a:buClr>
                <a:schemeClr val="tx1"/>
              </a:buClr>
              <a:buSzTx/>
              <a:buFontTx/>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p = q; //p</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指向新的数组空间</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1081405" rtl="0" eaLnBrk="1" fontAlgn="base" latinLnBrk="0" hangingPunct="1">
              <a:lnSpc>
                <a:spcPct val="80000"/>
              </a:lnSpc>
              <a:spcBef>
                <a:spcPts val="520"/>
              </a:spcBef>
              <a:spcAft>
                <a:spcPct val="0"/>
              </a:spcAft>
              <a:buClr>
                <a:schemeClr val="tx1"/>
              </a:buClr>
              <a:buSzTx/>
              <a:buFontTx/>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1081405" rtl="0" eaLnBrk="1" fontAlgn="base" latinLnBrk="0" hangingPunct="1">
              <a:lnSpc>
                <a:spcPct val="80000"/>
              </a:lnSpc>
              <a:spcBef>
                <a:spcPts val="520"/>
              </a:spcBef>
              <a:spcAft>
                <a:spcPct val="0"/>
              </a:spcAft>
              <a:buClr>
                <a:schemeClr val="tx1"/>
              </a:buClr>
              <a:buSzTx/>
              <a:buFontTx/>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p[n] = x;</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1081405" rtl="0" eaLnBrk="1" fontAlgn="base" latinLnBrk="0" hangingPunct="1">
              <a:lnSpc>
                <a:spcPct val="80000"/>
              </a:lnSpc>
              <a:spcBef>
                <a:spcPts val="520"/>
              </a:spcBef>
              <a:spcAft>
                <a:spcPct val="0"/>
              </a:spcAft>
              <a:buClr>
                <a:schemeClr val="tx1"/>
              </a:buClr>
              <a:buSzTx/>
              <a:buFontTx/>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n++;</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1081405" rtl="0" eaLnBrk="1" fontAlgn="base" latinLnBrk="0" hangingPunct="1">
              <a:lnSpc>
                <a:spcPct val="80000"/>
              </a:lnSpc>
              <a:spcBef>
                <a:spcPts val="520"/>
              </a:spcBef>
              <a:spcAft>
                <a:spcPct val="0"/>
              </a:spcAft>
              <a:buClr>
                <a:schemeClr val="tx1"/>
              </a:buClr>
              <a:buSzTx/>
              <a:buFontTx/>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1081405" rtl="0" eaLnBrk="1" fontAlgn="base" latinLnBrk="0" hangingPunct="1">
              <a:lnSpc>
                <a:spcPct val="80000"/>
              </a:lnSpc>
              <a:spcBef>
                <a:spcPts val="520"/>
              </a:spcBef>
              <a:spcAft>
                <a:spcPct val="0"/>
              </a:spcAft>
              <a:buClr>
                <a:schemeClr val="tx1"/>
              </a:buClr>
              <a:buSzTx/>
              <a:buFontTx/>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使用数组中的数据</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1081405" rtl="0" eaLnBrk="1" fontAlgn="base" latinLnBrk="0" hangingPunct="1">
              <a:lnSpc>
                <a:spcPct val="80000"/>
              </a:lnSpc>
              <a:spcBef>
                <a:spcPts val="520"/>
              </a:spcBef>
              <a:spcAft>
                <a:spcPct val="0"/>
              </a:spcAft>
              <a:buClr>
                <a:schemeClr val="tx1"/>
              </a:buClr>
              <a:buSzTx/>
              <a:buFontTx/>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delete []p;</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
        <p:nvSpPr>
          <p:cNvPr id="2" name="文本框 1"/>
          <p:cNvSpPr txBox="1"/>
          <p:nvPr/>
        </p:nvSpPr>
        <p:spPr>
          <a:xfrm>
            <a:off x="3671888" y="4652963"/>
            <a:ext cx="5437188" cy="2011363"/>
          </a:xfrm>
          <a:prstGeom prst="rect">
            <a:avLst/>
          </a:prstGeom>
          <a:solidFill>
            <a:schemeClr val="bg1">
              <a:lumMod val="75000"/>
            </a:schemeClr>
          </a:solidFill>
        </p:spPr>
        <p:txBody>
          <a:bodyPr wrap="square">
            <a:spAutoFit/>
          </a:bodyPr>
          <a:lstStyle/>
          <a:p>
            <a:pPr marL="342900" marR="0" indent="-342900" algn="just" defTabSz="914400">
              <a:buClrTx/>
              <a:buSzTx/>
              <a:buFont typeface="Arial" panose="020B0604020202020204" pitchFamily="34" charset="0"/>
              <a:buChar char="•"/>
              <a:defRPr/>
            </a:pPr>
            <a:r>
              <a:rPr kumimoji="0" lang="zh-CN" altLang="en-US" kern="1200" cap="none" spc="0" normalizeH="0" baseline="0" noProof="0" dirty="0">
                <a:effectLst>
                  <a:outerShdw blurRad="38100" dist="38100" dir="2700000" algn="tl">
                    <a:srgbClr val="000000"/>
                  </a:outerShdw>
                </a:effectLst>
                <a:latin typeface="+mn-lt"/>
                <a:ea typeface="+mn-ea"/>
                <a:cs typeface="+mn-cs"/>
              </a:rPr>
              <a:t>也可以利用库函数来实现数组的扩充</a:t>
            </a:r>
            <a:endParaRPr kumimoji="0" lang="en-US" altLang="zh-CN" kern="1200" cap="none" spc="0" normalizeH="0" baseline="0" noProof="0" dirty="0">
              <a:effectLst>
                <a:outerShdw blurRad="38100" dist="38100" dir="2700000" algn="tl">
                  <a:srgbClr val="000000"/>
                </a:outerShdw>
              </a:effectLst>
              <a:latin typeface="+mn-lt"/>
              <a:ea typeface="+mn-ea"/>
              <a:cs typeface="+mn-cs"/>
            </a:endParaRPr>
          </a:p>
          <a:p>
            <a:pPr marR="0" algn="just" defTabSz="914400">
              <a:spcBef>
                <a:spcPts val="800"/>
              </a:spcBef>
              <a:buClrTx/>
              <a:buSzTx/>
              <a:buFontTx/>
              <a:buNone/>
              <a:defRPr/>
            </a:pP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p=(</a:t>
            </a:r>
            <a:r>
              <a:rPr kumimoji="0" lang="en-US" altLang="zh-CN" sz="2000" kern="1200" cap="none" spc="0" normalizeH="0" baseline="0" noProof="0" dirty="0" err="1">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int</a:t>
            </a: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 *)</a:t>
            </a:r>
            <a:r>
              <a:rPr kumimoji="0" lang="en-US" altLang="zh-CN" sz="2000" kern="1200" cap="none" spc="0" normalizeH="0" baseline="0" noProof="0" dirty="0" err="1">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malloc</a:t>
            </a: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a:t>
            </a:r>
            <a:r>
              <a:rPr kumimoji="0" lang="en-US" altLang="zh-CN" sz="2000" kern="1200" cap="none" spc="0" normalizeH="0" baseline="0" noProof="0" dirty="0" err="1">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max_len</a:t>
            </a: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a:t>
            </a:r>
            <a:r>
              <a:rPr kumimoji="0" lang="en-US" altLang="zh-CN" sz="2000" kern="1200" cap="none" spc="0" normalizeH="0" baseline="0" noProof="0" dirty="0" err="1">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sizeof</a:t>
            </a: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a:t>
            </a:r>
            <a:r>
              <a:rPr kumimoji="0" lang="en-US" altLang="zh-CN" sz="2000" kern="1200" cap="none" spc="0" normalizeH="0" baseline="0" noProof="0" dirty="0" err="1">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int</a:t>
            </a: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a:t>
            </a:r>
            <a:endPar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algn="just" defTabSz="914400">
              <a:spcBef>
                <a:spcPts val="800"/>
              </a:spcBef>
              <a:buClrTx/>
              <a:buSzTx/>
              <a:buFontTx/>
              <a:buNone/>
              <a:defRPr/>
            </a:pP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a:t>
            </a:r>
            <a:endPar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algn="just" defTabSz="914400">
              <a:spcBef>
                <a:spcPts val="800"/>
              </a:spcBef>
              <a:buClrTx/>
              <a:buSzTx/>
              <a:buFontTx/>
              <a:buNone/>
              <a:defRPr/>
            </a:pPr>
            <a:r>
              <a:rPr kumimoji="0" lang="en-US" altLang="zh-CN" sz="2000" kern="1200" cap="none" spc="0" normalizeH="0" baseline="0" noProof="0" dirty="0" err="1">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max_len</a:t>
            </a: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 += INCREMENT;</a:t>
            </a:r>
            <a:endPar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algn="just" defTabSz="914400">
              <a:spcBef>
                <a:spcPts val="800"/>
              </a:spcBef>
              <a:buClrTx/>
              <a:buSzTx/>
              <a:buFontTx/>
              <a:buNone/>
              <a:defRPr/>
            </a:pP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p=(</a:t>
            </a:r>
            <a:r>
              <a:rPr kumimoji="0" lang="en-US" altLang="zh-CN" sz="2000" kern="1200" cap="none" spc="0" normalizeH="0" baseline="0" noProof="0" dirty="0" err="1">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int</a:t>
            </a: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 *)</a:t>
            </a:r>
            <a:r>
              <a:rPr kumimoji="0" lang="en-US" altLang="zh-CN" sz="2000" kern="1200" cap="none" spc="0" normalizeH="0" baseline="0" noProof="0" dirty="0" err="1">
                <a:solidFill>
                  <a:srgbClr val="FFC000"/>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realloc</a:t>
            </a: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a:t>
            </a:r>
            <a:r>
              <a:rPr kumimoji="0" lang="en-US" altLang="zh-CN" sz="2000" kern="1200" cap="none" spc="0" normalizeH="0" baseline="0" noProof="0" dirty="0" err="1">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p,max_len</a:t>
            </a: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a:t>
            </a:r>
            <a:r>
              <a:rPr kumimoji="0" lang="en-US" altLang="zh-CN" sz="2000" kern="1200" cap="none" spc="0" normalizeH="0" baseline="0" noProof="0" dirty="0" err="1">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sizeof</a:t>
            </a: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a:t>
            </a:r>
            <a:r>
              <a:rPr kumimoji="0" lang="en-US" altLang="zh-CN" sz="2000" kern="1200" cap="none" spc="0" normalizeH="0" baseline="0" noProof="0" dirty="0" err="1">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int</a:t>
            </a: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a:t>
            </a:r>
            <a:endParaRPr kumimoji="0" lang="zh-CN" altLang="en-US"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37250">
                                            <p:txEl>
                                              <p:charRg st="44" end="75"/>
                                            </p:txEl>
                                          </p:spTgt>
                                        </p:tgtEl>
                                        <p:attrNameLst>
                                          <p:attrName>style.visibility</p:attrName>
                                        </p:attrNameLst>
                                      </p:cBhvr>
                                      <p:to>
                                        <p:strVal val="visible"/>
                                      </p:to>
                                    </p:set>
                                    <p:anim calcmode="lin" valueType="num">
                                      <p:cBhvr additive="base">
                                        <p:cTn id="7" dur="500" fill="hold"/>
                                        <p:tgtEl>
                                          <p:spTgt spid="437250">
                                            <p:txEl>
                                              <p:charRg st="44" end="7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37250">
                                            <p:txEl>
                                              <p:charRg st="44" end="75"/>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37250">
                                            <p:txEl>
                                              <p:charRg st="75" end="99"/>
                                            </p:txEl>
                                          </p:spTgt>
                                        </p:tgtEl>
                                        <p:attrNameLst>
                                          <p:attrName>style.visibility</p:attrName>
                                        </p:attrNameLst>
                                      </p:cBhvr>
                                      <p:to>
                                        <p:strVal val="visible"/>
                                      </p:to>
                                    </p:set>
                                    <p:anim calcmode="lin" valueType="num">
                                      <p:cBhvr additive="base">
                                        <p:cTn id="13" dur="500" fill="hold"/>
                                        <p:tgtEl>
                                          <p:spTgt spid="437250">
                                            <p:txEl>
                                              <p:charRg st="75" end="99"/>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37250">
                                            <p:txEl>
                                              <p:charRg st="75" end="99"/>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437250">
                                            <p:txEl>
                                              <p:charRg st="99" end="147"/>
                                            </p:txEl>
                                          </p:spTgt>
                                        </p:tgtEl>
                                        <p:attrNameLst>
                                          <p:attrName>style.visibility</p:attrName>
                                        </p:attrNameLst>
                                      </p:cBhvr>
                                      <p:to>
                                        <p:strVal val="visible"/>
                                      </p:to>
                                    </p:set>
                                    <p:anim calcmode="lin" valueType="num">
                                      <p:cBhvr additive="base">
                                        <p:cTn id="17" dur="500" fill="hold"/>
                                        <p:tgtEl>
                                          <p:spTgt spid="437250">
                                            <p:txEl>
                                              <p:charRg st="99" end="147"/>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37250">
                                            <p:txEl>
                                              <p:charRg st="99" end="147"/>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437250">
                                            <p:txEl>
                                              <p:charRg st="147" end="158"/>
                                            </p:txEl>
                                          </p:spTgt>
                                        </p:tgtEl>
                                        <p:attrNameLst>
                                          <p:attrName>style.visibility</p:attrName>
                                        </p:attrNameLst>
                                      </p:cBhvr>
                                      <p:to>
                                        <p:strVal val="visible"/>
                                      </p:to>
                                    </p:set>
                                    <p:anim calcmode="lin" valueType="num">
                                      <p:cBhvr additive="base">
                                        <p:cTn id="21" dur="500" fill="hold"/>
                                        <p:tgtEl>
                                          <p:spTgt spid="437250">
                                            <p:txEl>
                                              <p:charRg st="147" end="158"/>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37250">
                                            <p:txEl>
                                              <p:charRg st="147" end="158"/>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437250">
                                            <p:txEl>
                                              <p:charRg st="158" end="193"/>
                                            </p:txEl>
                                          </p:spTgt>
                                        </p:tgtEl>
                                        <p:attrNameLst>
                                          <p:attrName>style.visibility</p:attrName>
                                        </p:attrNameLst>
                                      </p:cBhvr>
                                      <p:to>
                                        <p:strVal val="visible"/>
                                      </p:to>
                                    </p:set>
                                    <p:anim calcmode="lin" valueType="num">
                                      <p:cBhvr additive="base">
                                        <p:cTn id="25" dur="500" fill="hold"/>
                                        <p:tgtEl>
                                          <p:spTgt spid="437250">
                                            <p:txEl>
                                              <p:charRg st="158" end="19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37250">
                                            <p:txEl>
                                              <p:charRg st="158" end="193"/>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437250">
                                            <p:txEl>
                                              <p:charRg st="193" end="213"/>
                                            </p:txEl>
                                          </p:spTgt>
                                        </p:tgtEl>
                                        <p:attrNameLst>
                                          <p:attrName>style.visibility</p:attrName>
                                        </p:attrNameLst>
                                      </p:cBhvr>
                                      <p:to>
                                        <p:strVal val="visible"/>
                                      </p:to>
                                    </p:set>
                                    <p:anim calcmode="lin" valueType="num">
                                      <p:cBhvr additive="base">
                                        <p:cTn id="29" dur="500" fill="hold"/>
                                        <p:tgtEl>
                                          <p:spTgt spid="437250">
                                            <p:txEl>
                                              <p:charRg st="193" end="21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37250">
                                            <p:txEl>
                                              <p:charRg st="193" end="213"/>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437250">
                                            <p:txEl>
                                              <p:charRg st="213" end="238"/>
                                            </p:txEl>
                                          </p:spTgt>
                                        </p:tgtEl>
                                        <p:attrNameLst>
                                          <p:attrName>style.visibility</p:attrName>
                                        </p:attrNameLst>
                                      </p:cBhvr>
                                      <p:to>
                                        <p:strVal val="visible"/>
                                      </p:to>
                                    </p:set>
                                    <p:anim calcmode="lin" valueType="num">
                                      <p:cBhvr additive="base">
                                        <p:cTn id="33" dur="500" fill="hold"/>
                                        <p:tgtEl>
                                          <p:spTgt spid="437250">
                                            <p:txEl>
                                              <p:charRg st="213" end="238"/>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437250">
                                            <p:txEl>
                                              <p:charRg st="213" end="238"/>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437250">
                                            <p:txEl>
                                              <p:charRg st="238" end="281"/>
                                            </p:txEl>
                                          </p:spTgt>
                                        </p:tgtEl>
                                        <p:attrNameLst>
                                          <p:attrName>style.visibility</p:attrName>
                                        </p:attrNameLst>
                                      </p:cBhvr>
                                      <p:to>
                                        <p:strVal val="visible"/>
                                      </p:to>
                                    </p:set>
                                    <p:anim calcmode="lin" valueType="num">
                                      <p:cBhvr additive="base">
                                        <p:cTn id="37" dur="500" fill="hold"/>
                                        <p:tgtEl>
                                          <p:spTgt spid="437250">
                                            <p:txEl>
                                              <p:charRg st="238" end="28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37250">
                                            <p:txEl>
                                              <p:charRg st="238" end="281"/>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437250">
                                            <p:txEl>
                                              <p:charRg st="281" end="327"/>
                                            </p:txEl>
                                          </p:spTgt>
                                        </p:tgtEl>
                                        <p:attrNameLst>
                                          <p:attrName>style.visibility</p:attrName>
                                        </p:attrNameLst>
                                      </p:cBhvr>
                                      <p:to>
                                        <p:strVal val="visible"/>
                                      </p:to>
                                    </p:set>
                                    <p:anim calcmode="lin" valueType="num">
                                      <p:cBhvr additive="base">
                                        <p:cTn id="41" dur="500" fill="hold"/>
                                        <p:tgtEl>
                                          <p:spTgt spid="437250">
                                            <p:txEl>
                                              <p:charRg st="281" end="32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37250">
                                            <p:txEl>
                                              <p:charRg st="281" end="327"/>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437250">
                                            <p:txEl>
                                              <p:charRg st="327" end="353"/>
                                            </p:txEl>
                                          </p:spTgt>
                                        </p:tgtEl>
                                        <p:attrNameLst>
                                          <p:attrName>style.visibility</p:attrName>
                                        </p:attrNameLst>
                                      </p:cBhvr>
                                      <p:to>
                                        <p:strVal val="visible"/>
                                      </p:to>
                                    </p:set>
                                    <p:anim calcmode="lin" valueType="num">
                                      <p:cBhvr additive="base">
                                        <p:cTn id="45" dur="500" fill="hold"/>
                                        <p:tgtEl>
                                          <p:spTgt spid="437250">
                                            <p:txEl>
                                              <p:charRg st="327" end="353"/>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437250">
                                            <p:txEl>
                                              <p:charRg st="327" end="353"/>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437250">
                                            <p:txEl>
                                              <p:charRg st="353" end="374"/>
                                            </p:txEl>
                                          </p:spTgt>
                                        </p:tgtEl>
                                        <p:attrNameLst>
                                          <p:attrName>style.visibility</p:attrName>
                                        </p:attrNameLst>
                                      </p:cBhvr>
                                      <p:to>
                                        <p:strVal val="visible"/>
                                      </p:to>
                                    </p:set>
                                    <p:anim calcmode="lin" valueType="num">
                                      <p:cBhvr additive="base">
                                        <p:cTn id="49" dur="500" fill="hold"/>
                                        <p:tgtEl>
                                          <p:spTgt spid="437250">
                                            <p:txEl>
                                              <p:charRg st="353" end="374"/>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37250">
                                            <p:txEl>
                                              <p:charRg st="353" end="374"/>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437250">
                                            <p:txEl>
                                              <p:charRg st="374" end="377"/>
                                            </p:txEl>
                                          </p:spTgt>
                                        </p:tgtEl>
                                        <p:attrNameLst>
                                          <p:attrName>style.visibility</p:attrName>
                                        </p:attrNameLst>
                                      </p:cBhvr>
                                      <p:to>
                                        <p:strVal val="visible"/>
                                      </p:to>
                                    </p:set>
                                    <p:anim calcmode="lin" valueType="num">
                                      <p:cBhvr additive="base">
                                        <p:cTn id="53" dur="500" fill="hold"/>
                                        <p:tgtEl>
                                          <p:spTgt spid="437250">
                                            <p:txEl>
                                              <p:charRg st="374" end="377"/>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437250">
                                            <p:txEl>
                                              <p:charRg st="374" end="377"/>
                                            </p:txEl>
                                          </p:spTgt>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437250">
                                            <p:txEl>
                                              <p:charRg st="377" end="388"/>
                                            </p:txEl>
                                          </p:spTgt>
                                        </p:tgtEl>
                                        <p:attrNameLst>
                                          <p:attrName>style.visibility</p:attrName>
                                        </p:attrNameLst>
                                      </p:cBhvr>
                                      <p:to>
                                        <p:strVal val="visible"/>
                                      </p:to>
                                    </p:set>
                                    <p:anim calcmode="lin" valueType="num">
                                      <p:cBhvr additive="base">
                                        <p:cTn id="57" dur="500" fill="hold"/>
                                        <p:tgtEl>
                                          <p:spTgt spid="437250">
                                            <p:txEl>
                                              <p:charRg st="377" end="388"/>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437250">
                                            <p:txEl>
                                              <p:charRg st="377" end="388"/>
                                            </p:txEl>
                                          </p:spTgt>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437250">
                                            <p:txEl>
                                              <p:charRg st="388" end="394"/>
                                            </p:txEl>
                                          </p:spTgt>
                                        </p:tgtEl>
                                        <p:attrNameLst>
                                          <p:attrName>style.visibility</p:attrName>
                                        </p:attrNameLst>
                                      </p:cBhvr>
                                      <p:to>
                                        <p:strVal val="visible"/>
                                      </p:to>
                                    </p:set>
                                    <p:anim calcmode="lin" valueType="num">
                                      <p:cBhvr additive="base">
                                        <p:cTn id="61" dur="500" fill="hold"/>
                                        <p:tgtEl>
                                          <p:spTgt spid="437250">
                                            <p:txEl>
                                              <p:charRg st="388" end="394"/>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437250">
                                            <p:txEl>
                                              <p:charRg st="388" end="394"/>
                                            </p:txEl>
                                          </p:spTgt>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437250">
                                            <p:txEl>
                                              <p:charRg st="394" end="396"/>
                                            </p:txEl>
                                          </p:spTgt>
                                        </p:tgtEl>
                                        <p:attrNameLst>
                                          <p:attrName>style.visibility</p:attrName>
                                        </p:attrNameLst>
                                      </p:cBhvr>
                                      <p:to>
                                        <p:strVal val="visible"/>
                                      </p:to>
                                    </p:set>
                                    <p:anim calcmode="lin" valueType="num">
                                      <p:cBhvr additive="base">
                                        <p:cTn id="65" dur="500" fill="hold"/>
                                        <p:tgtEl>
                                          <p:spTgt spid="437250">
                                            <p:txEl>
                                              <p:charRg st="394" end="396"/>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437250">
                                            <p:txEl>
                                              <p:charRg st="394" end="396"/>
                                            </p:txEl>
                                          </p:spTgt>
                                        </p:tgtEl>
                                        <p:attrNameLst>
                                          <p:attrName>ppt_y</p:attrName>
                                        </p:attrNameLst>
                                      </p:cBhvr>
                                      <p:tavLst>
                                        <p:tav tm="0">
                                          <p:val>
                                            <p:strVal val="1+#ppt_h/2"/>
                                          </p:val>
                                        </p:tav>
                                        <p:tav tm="100000">
                                          <p:val>
                                            <p:strVal val="#ppt_y"/>
                                          </p:val>
                                        </p:tav>
                                      </p:tavLst>
                                    </p:anim>
                                  </p:childTnLst>
                                </p:cTn>
                              </p:par>
                              <p:par>
                                <p:cTn id="67" presetID="2" presetClass="entr" presetSubtype="4" fill="hold" nodeType="withEffect">
                                  <p:stCondLst>
                                    <p:cond delay="0"/>
                                  </p:stCondLst>
                                  <p:childTnLst>
                                    <p:set>
                                      <p:cBhvr>
                                        <p:cTn id="68" dur="1" fill="hold">
                                          <p:stCondLst>
                                            <p:cond delay="0"/>
                                          </p:stCondLst>
                                        </p:cTn>
                                        <p:tgtEl>
                                          <p:spTgt spid="437250">
                                            <p:txEl>
                                              <p:charRg st="396" end="414"/>
                                            </p:txEl>
                                          </p:spTgt>
                                        </p:tgtEl>
                                        <p:attrNameLst>
                                          <p:attrName>style.visibility</p:attrName>
                                        </p:attrNameLst>
                                      </p:cBhvr>
                                      <p:to>
                                        <p:strVal val="visible"/>
                                      </p:to>
                                    </p:set>
                                    <p:anim calcmode="lin" valueType="num">
                                      <p:cBhvr additive="base">
                                        <p:cTn id="69" dur="500" fill="hold"/>
                                        <p:tgtEl>
                                          <p:spTgt spid="437250">
                                            <p:txEl>
                                              <p:charRg st="396" end="414"/>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437250">
                                            <p:txEl>
                                              <p:charRg st="396" end="414"/>
                                            </p:txEl>
                                          </p:spTgt>
                                        </p:tgtEl>
                                        <p:attrNameLst>
                                          <p:attrName>ppt_y</p:attrName>
                                        </p:attrNameLst>
                                      </p:cBhvr>
                                      <p:tavLst>
                                        <p:tav tm="0">
                                          <p:val>
                                            <p:strVal val="1+#ppt_h/2"/>
                                          </p:val>
                                        </p:tav>
                                        <p:tav tm="100000">
                                          <p:val>
                                            <p:strVal val="#ppt_y"/>
                                          </p:val>
                                        </p:tav>
                                      </p:tavLst>
                                    </p:anim>
                                  </p:childTnLst>
                                </p:cTn>
                              </p:par>
                              <p:par>
                                <p:cTn id="71" presetID="2" presetClass="entr" presetSubtype="4" fill="hold" nodeType="withEffect">
                                  <p:stCondLst>
                                    <p:cond delay="0"/>
                                  </p:stCondLst>
                                  <p:childTnLst>
                                    <p:set>
                                      <p:cBhvr>
                                        <p:cTn id="72" dur="1" fill="hold">
                                          <p:stCondLst>
                                            <p:cond delay="0"/>
                                          </p:stCondLst>
                                        </p:cTn>
                                        <p:tgtEl>
                                          <p:spTgt spid="437250">
                                            <p:txEl>
                                              <p:charRg st="414" end="426"/>
                                            </p:txEl>
                                          </p:spTgt>
                                        </p:tgtEl>
                                        <p:attrNameLst>
                                          <p:attrName>style.visibility</p:attrName>
                                        </p:attrNameLst>
                                      </p:cBhvr>
                                      <p:to>
                                        <p:strVal val="visible"/>
                                      </p:to>
                                    </p:set>
                                    <p:anim calcmode="lin" valueType="num">
                                      <p:cBhvr additive="base">
                                        <p:cTn id="73" dur="500" fill="hold"/>
                                        <p:tgtEl>
                                          <p:spTgt spid="437250">
                                            <p:txEl>
                                              <p:charRg st="414" end="426"/>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437250">
                                            <p:txEl>
                                              <p:charRg st="414" end="426"/>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2"/>
                                        </p:tgtEl>
                                        <p:attrNameLst>
                                          <p:attrName>style.visibility</p:attrName>
                                        </p:attrNameLst>
                                      </p:cBhvr>
                                      <p:to>
                                        <p:strVal val="visible"/>
                                      </p:to>
                                    </p:set>
                                    <p:anim calcmode="lin" valueType="num">
                                      <p:cBhvr additive="base">
                                        <p:cTn id="79" dur="500" fill="hold"/>
                                        <p:tgtEl>
                                          <p:spTgt spid="2"/>
                                        </p:tgtEl>
                                        <p:attrNameLst>
                                          <p:attrName>ppt_x</p:attrName>
                                        </p:attrNameLst>
                                      </p:cBhvr>
                                      <p:tavLst>
                                        <p:tav tm="0">
                                          <p:val>
                                            <p:strVal val="#ppt_x"/>
                                          </p:val>
                                        </p:tav>
                                        <p:tav tm="100000">
                                          <p:val>
                                            <p:strVal val="#ppt_x"/>
                                          </p:val>
                                        </p:tav>
                                      </p:tavLst>
                                    </p:anim>
                                    <p:anim calcmode="lin" valueType="num">
                                      <p:cBhvr additive="base">
                                        <p:cTn id="8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8274" name="Rectangle 2"/>
          <p:cNvSpPr>
            <a:spLocks noGrp="1" noChangeArrowheads="1"/>
          </p:cNvSpPr>
          <p:nvPr>
            <p:ph type="title"/>
          </p:nvPr>
        </p:nvSpPr>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438275"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上面的实现方法虽然可行，但是，</a:t>
            </a:r>
            <a:endPar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当数组空间不够时，它需要重新申请空间、进行数据转移以及释放原有的空间，这样做比较麻烦并且效率有时不高。</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当需要在数组中增加或删除元素时，它还将会面临数组元素的大量移动问题。</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3"/>
          <p:cNvSpPr>
            <a:spLocks noGrp="1" noChangeArrowheads="1"/>
          </p:cNvSpPr>
          <p:nvPr>
            <p:ph idx="1"/>
          </p:nvPr>
        </p:nvSpPr>
        <p:spPr>
          <a:xfrm>
            <a:off x="457200" y="1117600"/>
            <a:ext cx="8229600" cy="2376488"/>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a:bodyPr>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mn-ea"/>
                <a:cs typeface="+mn-cs"/>
              </a:rPr>
              <a:t>a</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mn-ea"/>
                <a:cs typeface="+mn-cs"/>
              </a:rPr>
              <a:t>为一个一维数组（假设已有元素</a:t>
            </a:r>
            <a:r>
              <a:rPr kumimoji="0" lang="zh-CN" altLang="en-US" sz="3200" b="0" i="0" u="none" strike="noStrike" kern="0" cap="none" spc="0" normalizeH="0" baseline="0" noProof="0" dirty="0">
                <a:ln>
                  <a:noFill/>
                </a:ln>
                <a:solidFill>
                  <a:schemeClr val="tx1"/>
                </a:solidFill>
                <a:effectLst>
                  <a:outerShdw blurRad="38100" dist="38100" dir="2700000" algn="tl">
                    <a:srgbClr val="000000">
                      <a:alpha val="43137"/>
                    </a:srgbClr>
                  </a:outerShdw>
                </a:effectLst>
                <a:uLnTx/>
                <a:uFillTx/>
                <a:latin typeface="+mn-lt"/>
                <a:ea typeface="+mn-ea"/>
                <a:cs typeface="+mn-cs"/>
              </a:rPr>
              <a:t>个数为</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mn-ea"/>
                <a:cs typeface="+mn-cs"/>
              </a:rPr>
              <a:t>n</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mn-ea"/>
                <a:cs typeface="+mn-cs"/>
              </a:rPr>
              <a:t>）</a:t>
            </a:r>
            <a:endParaRPr kumimoji="0" lang="zh-CN" altLang="en-US" sz="3200" b="0" i="0" u="none" strike="noStrike" kern="0" cap="none" spc="0" normalizeH="0" baseline="0" noProof="0" dirty="0">
              <a:ln>
                <a:noFill/>
              </a:ln>
              <a:solidFill>
                <a:schemeClr val="tx1"/>
              </a:solidFill>
              <a:effectLst>
                <a:outerShdw blurRad="38100" dist="38100" dir="2700000" algn="tl">
                  <a:srgbClr val="000000">
                    <a:alpha val="43137"/>
                  </a:srgbClr>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mn-ea"/>
              </a:rPr>
              <a:t>删除数组</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mn-ea"/>
              </a:rPr>
              <a:t>a</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mn-ea"/>
              </a:rPr>
              <a:t>中位置</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mn-ea"/>
              </a:rPr>
              <a:t>m</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mn-ea"/>
              </a:rPr>
              <a:t>处的元素，赋给变量</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mn-ea"/>
              </a:rPr>
              <a:t>x</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mn-ea"/>
              </a:rPr>
              <a:t>在数组</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mn-ea"/>
              </a:rPr>
              <a:t>a</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mn-ea"/>
              </a:rPr>
              <a:t>中位置</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mn-ea"/>
              </a:rPr>
              <a:t>m</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mn-ea"/>
              </a:rPr>
              <a:t>处插入一个元素</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mn-ea"/>
              </a:rPr>
              <a:t>x</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mn-ea"/>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alpha val="43137"/>
                    </a:srgbClr>
                  </a:outerShdw>
                </a:effectLst>
                <a:uLnTx/>
                <a:uFillTx/>
                <a:latin typeface="+mn-lt"/>
                <a:ea typeface="+mn-ea"/>
                <a:cs typeface="+mn-cs"/>
              </a:rPr>
              <a:t>循环怎么安排</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mn-ea"/>
              <a:cs typeface="+mn-cs"/>
            </a:endParaRPr>
          </a:p>
        </p:txBody>
      </p:sp>
      <p:sp>
        <p:nvSpPr>
          <p:cNvPr id="31" name="标题 1"/>
          <p:cNvSpPr>
            <a:spLocks noGrp="1"/>
          </p:cNvSpPr>
          <p:nvPr>
            <p:ph type="title"/>
          </p:nvPr>
        </p:nvSpPr>
        <p:spPr>
          <a:xfrm>
            <a:off x="457200" y="115888"/>
            <a:ext cx="8229600" cy="865188"/>
          </a:xfrm>
        </p:spPr>
        <p:txBody>
          <a:bodyPr vert="horz" wrap="square" lIns="91440" tIns="45720" rIns="91440" bIns="45720" numCol="1" anchor="ctr" anchorCtr="1"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rPr>
              <a:t>数组元素的插入</a:t>
            </a:r>
            <a:r>
              <a:rPr kumimoji="0" lang="en-US" altLang="zh-CN"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rPr>
              <a:t>/</a:t>
            </a:r>
            <a:r>
              <a:rPr kumimoji="0" lang="zh-CN" altLang="en-US"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rPr>
              <a:t>删除操作</a:t>
            </a:r>
            <a:endParaRPr kumimoji="0" lang="zh-CN" altLang="en-US"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46" name="TextBox 45"/>
          <p:cNvSpPr txBox="1"/>
          <p:nvPr/>
        </p:nvSpPr>
        <p:spPr>
          <a:xfrm>
            <a:off x="211138" y="4868863"/>
            <a:ext cx="4289425" cy="1865313"/>
          </a:xfrm>
          <a:prstGeom prst="rect">
            <a:avLst/>
          </a:prstGeom>
          <a:solidFill>
            <a:srgbClr val="0066CC"/>
          </a:solidFill>
        </p:spPr>
        <p:txBody>
          <a:bodyPr wrap="none">
            <a:spAutoFit/>
          </a:bodyPr>
          <a:lstStyle/>
          <a:p>
            <a:pPr marR="0" defTabSz="914400" eaLnBrk="1" fontAlgn="auto" hangingPunct="1">
              <a:lnSpc>
                <a:spcPct val="80000"/>
              </a:lnSpc>
              <a:spcBef>
                <a:spcPct val="20000"/>
              </a:spcBef>
              <a:spcAft>
                <a:spcPts val="0"/>
              </a:spcAft>
              <a:buClr>
                <a:srgbClr val="FFFFCC"/>
              </a:buClr>
              <a:buSzPct val="60000"/>
              <a:buFont typeface="Wingdings" panose="05000000000000000000" pitchFamily="2" charset="2"/>
              <a:buNone/>
              <a:defRPr/>
            </a:pPr>
            <a:r>
              <a:rPr kumimoji="0" lang="en-US" altLang="zh-CN" kern="0" cap="none" spc="0" normalizeH="0" baseline="0" noProof="0" dirty="0">
                <a:solidFill>
                  <a:srgbClr val="FFFFFF"/>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a:t>
            </a:r>
            <a:r>
              <a:rPr kumimoji="0" lang="zh-CN" altLang="en-US" kern="0" cap="none" spc="0" normalizeH="0" baseline="0" noProof="0" dirty="0">
                <a:solidFill>
                  <a:srgbClr val="FFFFFF"/>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循环从前往后</a:t>
            </a:r>
            <a:endParaRPr kumimoji="0" lang="en-US" altLang="zh-CN" kern="0" cap="none" spc="0" normalizeH="0" baseline="0" noProof="0" dirty="0">
              <a:solidFill>
                <a:srgbClr val="FFFFFF"/>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defTabSz="914400" eaLnBrk="1" fontAlgn="auto" hangingPunct="1">
              <a:lnSpc>
                <a:spcPct val="80000"/>
              </a:lnSpc>
              <a:spcBef>
                <a:spcPct val="20000"/>
              </a:spcBef>
              <a:spcAft>
                <a:spcPts val="0"/>
              </a:spcAft>
              <a:buClr>
                <a:srgbClr val="FFFFCC"/>
              </a:buClr>
              <a:buSzPct val="60000"/>
              <a:buFont typeface="Wingdings" panose="05000000000000000000" pitchFamily="2" charset="2"/>
              <a:buNone/>
              <a:defRPr/>
            </a:pPr>
            <a:r>
              <a:rPr kumimoji="0" lang="en-US" altLang="zh-CN" kern="0" cap="none" spc="0" normalizeH="0" baseline="0" noProof="0" dirty="0">
                <a:solidFill>
                  <a:srgbClr val="FFFFFF"/>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x = a[m];</a:t>
            </a:r>
            <a:endParaRPr kumimoji="0" lang="en-US" altLang="zh-CN" kern="0" cap="none" spc="0" normalizeH="0" baseline="0" noProof="0" dirty="0">
              <a:solidFill>
                <a:srgbClr val="FFFFFF"/>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defTabSz="914400" eaLnBrk="1" fontAlgn="auto" hangingPunct="1">
              <a:lnSpc>
                <a:spcPct val="80000"/>
              </a:lnSpc>
              <a:spcBef>
                <a:spcPct val="20000"/>
              </a:spcBef>
              <a:spcAft>
                <a:spcPts val="0"/>
              </a:spcAft>
              <a:buClr>
                <a:srgbClr val="FFFFCC"/>
              </a:buClr>
              <a:buSzPct val="60000"/>
              <a:buFont typeface="Wingdings" panose="05000000000000000000" pitchFamily="2" charset="2"/>
              <a:buNone/>
              <a:defRPr/>
            </a:pPr>
            <a:r>
              <a:rPr kumimoji="0" lang="en-US" altLang="zh-CN" kern="0" cap="none" spc="0" normalizeH="0" baseline="0" noProof="0" dirty="0">
                <a:solidFill>
                  <a:srgbClr val="FFFFFF"/>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for (</a:t>
            </a:r>
            <a:r>
              <a:rPr kumimoji="0" lang="en-US" altLang="zh-CN" kern="0" cap="none" spc="0" normalizeH="0" baseline="0" noProof="0" dirty="0" err="1">
                <a:solidFill>
                  <a:srgbClr val="FFFFFF"/>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i</a:t>
            </a:r>
            <a:r>
              <a:rPr kumimoji="0" lang="en-US" altLang="zh-CN" kern="0" cap="none" spc="0" normalizeH="0" baseline="0" noProof="0" dirty="0">
                <a:solidFill>
                  <a:srgbClr val="FFFFFF"/>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=m+1; </a:t>
            </a:r>
            <a:r>
              <a:rPr kumimoji="0" lang="en-US" altLang="zh-CN" kern="0" cap="none" spc="0" normalizeH="0" baseline="0" noProof="0" dirty="0" err="1">
                <a:solidFill>
                  <a:srgbClr val="FFFFFF"/>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i</a:t>
            </a:r>
            <a:r>
              <a:rPr kumimoji="0" lang="en-US" altLang="zh-CN" kern="0" cap="none" spc="0" normalizeH="0" baseline="0" noProof="0" dirty="0">
                <a:solidFill>
                  <a:srgbClr val="FFFFFF"/>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&lt;=n-1; </a:t>
            </a:r>
            <a:r>
              <a:rPr kumimoji="0" lang="en-US" altLang="zh-CN" kern="0" cap="none" spc="0" normalizeH="0" baseline="0" noProof="0" dirty="0" err="1">
                <a:solidFill>
                  <a:srgbClr val="FFFFFF"/>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i</a:t>
            </a:r>
            <a:r>
              <a:rPr kumimoji="0" lang="en-US" altLang="zh-CN" kern="0" cap="none" spc="0" normalizeH="0" baseline="0" noProof="0" dirty="0">
                <a:solidFill>
                  <a:srgbClr val="FFFFFF"/>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a:t>
            </a:r>
            <a:endParaRPr kumimoji="0" lang="en-US" altLang="zh-CN" kern="0" cap="none" spc="0" normalizeH="0" baseline="0" noProof="0" dirty="0">
              <a:solidFill>
                <a:srgbClr val="FFFFFF"/>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defTabSz="914400" eaLnBrk="1" fontAlgn="auto" hangingPunct="1">
              <a:lnSpc>
                <a:spcPct val="80000"/>
              </a:lnSpc>
              <a:spcBef>
                <a:spcPct val="20000"/>
              </a:spcBef>
              <a:spcAft>
                <a:spcPts val="0"/>
              </a:spcAft>
              <a:buClr>
                <a:srgbClr val="FFFFCC"/>
              </a:buClr>
              <a:buSzPct val="60000"/>
              <a:buFont typeface="Wingdings" panose="05000000000000000000" pitchFamily="2" charset="2"/>
              <a:buNone/>
              <a:defRPr/>
            </a:pPr>
            <a:r>
              <a:rPr kumimoji="0" lang="en-US" altLang="zh-CN" kern="0" cap="none" spc="0" normalizeH="0" baseline="0" noProof="0" dirty="0">
                <a:solidFill>
                  <a:srgbClr val="FFFFFF"/>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   a[i-1] = a[</a:t>
            </a:r>
            <a:r>
              <a:rPr kumimoji="0" lang="en-US" altLang="zh-CN" kern="0" cap="none" spc="0" normalizeH="0" baseline="0" noProof="0" dirty="0" err="1">
                <a:solidFill>
                  <a:srgbClr val="FFFFFF"/>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i</a:t>
            </a:r>
            <a:r>
              <a:rPr kumimoji="0" lang="en-US" altLang="zh-CN" kern="0" cap="none" spc="0" normalizeH="0" baseline="0" noProof="0" dirty="0">
                <a:solidFill>
                  <a:srgbClr val="FFFFFF"/>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a:t>
            </a:r>
            <a:endParaRPr kumimoji="0" lang="en-US" altLang="zh-CN" kern="0" cap="none" spc="0" normalizeH="0" baseline="0" noProof="0" dirty="0">
              <a:solidFill>
                <a:srgbClr val="FFFFFF"/>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defTabSz="914400" eaLnBrk="1" fontAlgn="auto" hangingPunct="1">
              <a:lnSpc>
                <a:spcPct val="80000"/>
              </a:lnSpc>
              <a:spcBef>
                <a:spcPct val="20000"/>
              </a:spcBef>
              <a:spcAft>
                <a:spcPts val="0"/>
              </a:spcAft>
              <a:buClr>
                <a:srgbClr val="FFFFCC"/>
              </a:buClr>
              <a:buSzPct val="60000"/>
              <a:buFont typeface="Wingdings" panose="05000000000000000000" pitchFamily="2" charset="2"/>
              <a:buNone/>
              <a:defRPr/>
            </a:pPr>
            <a:r>
              <a:rPr kumimoji="0" lang="en-US" altLang="zh-CN" kern="0" cap="none" spc="0" normalizeH="0" baseline="0" noProof="0" dirty="0">
                <a:solidFill>
                  <a:srgbClr val="FFFFFF"/>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n--;</a:t>
            </a:r>
            <a:endParaRPr kumimoji="0" lang="zh-CN" altLang="en-US" kern="0" cap="none" spc="0" normalizeH="0" baseline="0" noProof="0" dirty="0">
              <a:solidFill>
                <a:srgbClr val="FFFFFF"/>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p:txBody>
      </p:sp>
      <p:sp>
        <p:nvSpPr>
          <p:cNvPr id="48" name="TextBox 47"/>
          <p:cNvSpPr txBox="1"/>
          <p:nvPr/>
        </p:nvSpPr>
        <p:spPr>
          <a:xfrm>
            <a:off x="4916488" y="4868863"/>
            <a:ext cx="3616325" cy="1865313"/>
          </a:xfrm>
          <a:prstGeom prst="rect">
            <a:avLst/>
          </a:prstGeom>
          <a:solidFill>
            <a:srgbClr val="0066CC"/>
          </a:solidFill>
        </p:spPr>
        <p:txBody>
          <a:bodyPr wrap="none">
            <a:spAutoFit/>
          </a:bodyPr>
          <a:lstStyle/>
          <a:p>
            <a:pPr marR="0" defTabSz="914400" eaLnBrk="1" fontAlgn="auto" hangingPunct="1">
              <a:lnSpc>
                <a:spcPct val="80000"/>
              </a:lnSpc>
              <a:spcBef>
                <a:spcPct val="20000"/>
              </a:spcBef>
              <a:spcAft>
                <a:spcPts val="0"/>
              </a:spcAft>
              <a:buClr>
                <a:srgbClr val="FFFFCC"/>
              </a:buClr>
              <a:buSzPct val="60000"/>
              <a:buFont typeface="Wingdings" panose="05000000000000000000" pitchFamily="2" charset="2"/>
              <a:buNone/>
              <a:defRPr/>
            </a:pPr>
            <a:r>
              <a:rPr kumimoji="0" lang="en-US" altLang="zh-CN" kern="0" cap="none" spc="0" normalizeH="0" baseline="0" noProof="0" dirty="0">
                <a:solidFill>
                  <a:srgbClr val="FFFFFF"/>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a:t>
            </a:r>
            <a:r>
              <a:rPr kumimoji="0" lang="zh-CN" altLang="en-US" kern="0" cap="none" spc="0" normalizeH="0" baseline="0" noProof="0" dirty="0">
                <a:solidFill>
                  <a:srgbClr val="FFFFFF"/>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循环从后往前</a:t>
            </a:r>
            <a:endParaRPr kumimoji="0" lang="en-US" altLang="zh-CN" kern="0" cap="none" spc="0" normalizeH="0" baseline="0" noProof="0" dirty="0">
              <a:solidFill>
                <a:srgbClr val="FFFFFF"/>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defTabSz="914400" eaLnBrk="1" fontAlgn="auto" hangingPunct="1">
              <a:lnSpc>
                <a:spcPct val="80000"/>
              </a:lnSpc>
              <a:spcBef>
                <a:spcPct val="20000"/>
              </a:spcBef>
              <a:spcAft>
                <a:spcPts val="0"/>
              </a:spcAft>
              <a:buClr>
                <a:srgbClr val="FFFFCC"/>
              </a:buClr>
              <a:buSzPct val="60000"/>
              <a:buFont typeface="Wingdings" panose="05000000000000000000" pitchFamily="2" charset="2"/>
              <a:buNone/>
              <a:defRPr/>
            </a:pPr>
            <a:r>
              <a:rPr kumimoji="0" lang="en-US" altLang="zh-CN" kern="0" cap="none" spc="0" normalizeH="0" baseline="0" noProof="0" dirty="0">
                <a:solidFill>
                  <a:srgbClr val="FFFFFF"/>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for (</a:t>
            </a:r>
            <a:r>
              <a:rPr kumimoji="0" lang="en-US" altLang="zh-CN" kern="0" cap="none" spc="0" normalizeH="0" baseline="0" noProof="0" dirty="0" err="1">
                <a:solidFill>
                  <a:srgbClr val="FFFFFF"/>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i</a:t>
            </a:r>
            <a:r>
              <a:rPr kumimoji="0" lang="en-US" altLang="zh-CN" kern="0" cap="none" spc="0" normalizeH="0" baseline="0" noProof="0" dirty="0">
                <a:solidFill>
                  <a:srgbClr val="FFFFFF"/>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=n-1; </a:t>
            </a:r>
            <a:r>
              <a:rPr kumimoji="0" lang="en-US" altLang="zh-CN" kern="0" cap="none" spc="0" normalizeH="0" baseline="0" noProof="0" dirty="0" err="1">
                <a:solidFill>
                  <a:srgbClr val="FFFFFF"/>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i</a:t>
            </a:r>
            <a:r>
              <a:rPr kumimoji="0" lang="en-US" altLang="zh-CN" kern="0" cap="none" spc="0" normalizeH="0" baseline="0" noProof="0" dirty="0">
                <a:solidFill>
                  <a:srgbClr val="FFFFFF"/>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&gt;=m; </a:t>
            </a:r>
            <a:r>
              <a:rPr kumimoji="0" lang="en-US" altLang="zh-CN" kern="0" cap="none" spc="0" normalizeH="0" baseline="0" noProof="0" dirty="0" err="1">
                <a:solidFill>
                  <a:srgbClr val="FFFFFF"/>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i</a:t>
            </a:r>
            <a:r>
              <a:rPr kumimoji="0" lang="en-US" altLang="zh-CN" kern="0" cap="none" spc="0" normalizeH="0" baseline="0" noProof="0" dirty="0">
                <a:solidFill>
                  <a:srgbClr val="FFFFFF"/>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a:t>
            </a:r>
            <a:endParaRPr kumimoji="0" lang="en-US" altLang="zh-CN" kern="0" cap="none" spc="0" normalizeH="0" baseline="0" noProof="0" dirty="0">
              <a:solidFill>
                <a:srgbClr val="FFFFFF"/>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defTabSz="914400" eaLnBrk="1" fontAlgn="auto" hangingPunct="1">
              <a:lnSpc>
                <a:spcPct val="80000"/>
              </a:lnSpc>
              <a:spcBef>
                <a:spcPct val="20000"/>
              </a:spcBef>
              <a:spcAft>
                <a:spcPts val="0"/>
              </a:spcAft>
              <a:buClr>
                <a:srgbClr val="FFFFCC"/>
              </a:buClr>
              <a:buSzPct val="60000"/>
              <a:buFont typeface="Wingdings" panose="05000000000000000000" pitchFamily="2" charset="2"/>
              <a:buNone/>
              <a:defRPr/>
            </a:pPr>
            <a:r>
              <a:rPr kumimoji="0" lang="en-US" altLang="zh-CN" kern="0" cap="none" spc="0" normalizeH="0" baseline="0" noProof="0" dirty="0">
                <a:solidFill>
                  <a:srgbClr val="FFFFFF"/>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   a[i+1] = a[</a:t>
            </a:r>
            <a:r>
              <a:rPr kumimoji="0" lang="en-US" altLang="zh-CN" kern="0" cap="none" spc="0" normalizeH="0" baseline="0" noProof="0" dirty="0" err="1">
                <a:solidFill>
                  <a:srgbClr val="FFFFFF"/>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i</a:t>
            </a:r>
            <a:r>
              <a:rPr kumimoji="0" lang="en-US" altLang="zh-CN" kern="0" cap="none" spc="0" normalizeH="0" baseline="0" noProof="0" dirty="0">
                <a:solidFill>
                  <a:srgbClr val="FFFFFF"/>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a:t>
            </a:r>
            <a:endParaRPr kumimoji="0" lang="en-US" altLang="zh-CN" kern="0" cap="none" spc="0" normalizeH="0" baseline="0" noProof="0" dirty="0">
              <a:solidFill>
                <a:srgbClr val="FFFFFF"/>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defTabSz="914400" eaLnBrk="1" fontAlgn="auto" hangingPunct="1">
              <a:lnSpc>
                <a:spcPct val="80000"/>
              </a:lnSpc>
              <a:spcBef>
                <a:spcPct val="20000"/>
              </a:spcBef>
              <a:spcAft>
                <a:spcPts val="0"/>
              </a:spcAft>
              <a:buClr>
                <a:srgbClr val="FFFFCC"/>
              </a:buClr>
              <a:buSzPct val="60000"/>
              <a:buFont typeface="Wingdings" panose="05000000000000000000" pitchFamily="2" charset="2"/>
              <a:buNone/>
              <a:defRPr/>
            </a:pPr>
            <a:r>
              <a:rPr kumimoji="0" lang="en-US" altLang="zh-CN" kern="0" cap="none" spc="0" normalizeH="0" baseline="0" noProof="0" dirty="0">
                <a:solidFill>
                  <a:srgbClr val="FFFFFF"/>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a[m] = x;</a:t>
            </a:r>
            <a:endParaRPr kumimoji="0" lang="en-US" altLang="zh-CN" kern="0" cap="none" spc="0" normalizeH="0" baseline="0" noProof="0" dirty="0">
              <a:solidFill>
                <a:srgbClr val="FFFFFF"/>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defTabSz="914400" eaLnBrk="1" fontAlgn="auto" hangingPunct="1">
              <a:lnSpc>
                <a:spcPct val="80000"/>
              </a:lnSpc>
              <a:spcBef>
                <a:spcPct val="20000"/>
              </a:spcBef>
              <a:spcAft>
                <a:spcPts val="0"/>
              </a:spcAft>
              <a:buClr>
                <a:srgbClr val="FFFFCC"/>
              </a:buClr>
              <a:buSzPct val="60000"/>
              <a:buFont typeface="Wingdings" panose="05000000000000000000" pitchFamily="2" charset="2"/>
              <a:buNone/>
              <a:defRPr/>
            </a:pPr>
            <a:r>
              <a:rPr kumimoji="0" lang="en-US" altLang="zh-CN" kern="0" cap="none" spc="0" normalizeH="0" baseline="0" noProof="0" dirty="0">
                <a:solidFill>
                  <a:srgbClr val="FFFFFF"/>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n++;</a:t>
            </a:r>
            <a:endParaRPr kumimoji="0" lang="zh-CN" altLang="en-US" kern="0" cap="none" spc="0" normalizeH="0" baseline="0" noProof="0" dirty="0">
              <a:solidFill>
                <a:srgbClr val="FFFFFF"/>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p:txBody>
      </p:sp>
      <p:grpSp>
        <p:nvGrpSpPr>
          <p:cNvPr id="2" name="组合 1"/>
          <p:cNvGrpSpPr/>
          <p:nvPr/>
        </p:nvGrpSpPr>
        <p:grpSpPr>
          <a:xfrm>
            <a:off x="201613" y="3598863"/>
            <a:ext cx="4297362" cy="1208087"/>
            <a:chOff x="202030" y="3598863"/>
            <a:chExt cx="4297611" cy="1208136"/>
          </a:xfrm>
        </p:grpSpPr>
        <p:grpSp>
          <p:nvGrpSpPr>
            <p:cNvPr id="35868" name="组合 15"/>
            <p:cNvGrpSpPr/>
            <p:nvPr/>
          </p:nvGrpSpPr>
          <p:grpSpPr>
            <a:xfrm>
              <a:off x="231775" y="3598863"/>
              <a:ext cx="4267866" cy="1201737"/>
              <a:chOff x="231570" y="3598863"/>
              <a:chExt cx="4268075" cy="1201737"/>
            </a:xfrm>
          </p:grpSpPr>
          <p:grpSp>
            <p:nvGrpSpPr>
              <p:cNvPr id="35872" name="组合 9"/>
              <p:cNvGrpSpPr/>
              <p:nvPr/>
            </p:nvGrpSpPr>
            <p:grpSpPr>
              <a:xfrm>
                <a:off x="231570" y="3598863"/>
                <a:ext cx="4268075" cy="1201737"/>
                <a:chOff x="231570" y="3598863"/>
                <a:chExt cx="4268075" cy="1201737"/>
              </a:xfrm>
            </p:grpSpPr>
            <p:grpSp>
              <p:nvGrpSpPr>
                <p:cNvPr id="35874" name="组合 7168"/>
                <p:cNvGrpSpPr/>
                <p:nvPr/>
              </p:nvGrpSpPr>
              <p:grpSpPr>
                <a:xfrm>
                  <a:off x="231570" y="3598863"/>
                  <a:ext cx="4268075" cy="1201737"/>
                  <a:chOff x="232269" y="3388930"/>
                  <a:chExt cx="4267408" cy="1201490"/>
                </a:xfrm>
              </p:grpSpPr>
              <p:grpSp>
                <p:nvGrpSpPr>
                  <p:cNvPr id="35876" name="组合 30"/>
                  <p:cNvGrpSpPr/>
                  <p:nvPr/>
                </p:nvGrpSpPr>
                <p:grpSpPr>
                  <a:xfrm>
                    <a:off x="251520" y="3501008"/>
                    <a:ext cx="4248157" cy="1089412"/>
                    <a:chOff x="251520" y="3501008"/>
                    <a:chExt cx="4248157" cy="1089412"/>
                  </a:xfrm>
                </p:grpSpPr>
                <p:sp>
                  <p:nvSpPr>
                    <p:cNvPr id="35878" name="矩形 3"/>
                    <p:cNvSpPr/>
                    <p:nvPr/>
                  </p:nvSpPr>
                  <p:spPr>
                    <a:xfrm>
                      <a:off x="251520" y="3789040"/>
                      <a:ext cx="4248157" cy="432048"/>
                    </a:xfrm>
                    <a:prstGeom prst="rect">
                      <a:avLst/>
                    </a:prstGeom>
                    <a:solidFill>
                      <a:schemeClr val="accent1"/>
                    </a:solidFill>
                    <a:ln w="12700" cap="sq" cmpd="sng">
                      <a:solidFill>
                        <a:schemeClr val="tx1"/>
                      </a:solidFill>
                      <a:prstDash val="solid"/>
                      <a:round/>
                      <a:headEnd type="none" w="sm" len="sm"/>
                      <a:tailEnd type="none" w="sm" len="sm"/>
                    </a:ln>
                  </p:spPr>
                  <p:txBody>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dirty="0"/>
                    </a:p>
                  </p:txBody>
                </p:sp>
                <p:cxnSp>
                  <p:nvCxnSpPr>
                    <p:cNvPr id="35879" name="直接连接符 7"/>
                    <p:cNvCxnSpPr/>
                    <p:nvPr/>
                  </p:nvCxnSpPr>
                  <p:spPr>
                    <a:xfrm>
                      <a:off x="1619672" y="3789040"/>
                      <a:ext cx="0" cy="432048"/>
                    </a:xfrm>
                    <a:prstGeom prst="line">
                      <a:avLst/>
                    </a:prstGeom>
                    <a:ln w="12700" cap="sq" cmpd="sng">
                      <a:solidFill>
                        <a:schemeClr val="tx1"/>
                      </a:solidFill>
                      <a:prstDash val="solid"/>
                      <a:headEnd type="none" w="sm" len="sm"/>
                      <a:tailEnd type="none" w="sm" len="sm"/>
                    </a:ln>
                  </p:spPr>
                </p:cxnSp>
                <p:cxnSp>
                  <p:nvCxnSpPr>
                    <p:cNvPr id="35880" name="直接连接符 8"/>
                    <p:cNvCxnSpPr/>
                    <p:nvPr/>
                  </p:nvCxnSpPr>
                  <p:spPr>
                    <a:xfrm>
                      <a:off x="1979712" y="3789040"/>
                      <a:ext cx="0" cy="432048"/>
                    </a:xfrm>
                    <a:prstGeom prst="line">
                      <a:avLst/>
                    </a:prstGeom>
                    <a:ln w="12700" cap="sq" cmpd="sng">
                      <a:solidFill>
                        <a:schemeClr val="tx1"/>
                      </a:solidFill>
                      <a:prstDash val="solid"/>
                      <a:headEnd type="none" w="sm" len="sm"/>
                      <a:tailEnd type="none" w="sm" len="sm"/>
                    </a:ln>
                  </p:spPr>
                </p:cxnSp>
                <p:cxnSp>
                  <p:nvCxnSpPr>
                    <p:cNvPr id="35881" name="直接连接符 9"/>
                    <p:cNvCxnSpPr/>
                    <p:nvPr/>
                  </p:nvCxnSpPr>
                  <p:spPr>
                    <a:xfrm>
                      <a:off x="2339752" y="3789040"/>
                      <a:ext cx="0" cy="432048"/>
                    </a:xfrm>
                    <a:prstGeom prst="line">
                      <a:avLst/>
                    </a:prstGeom>
                    <a:ln w="12700" cap="sq" cmpd="sng">
                      <a:solidFill>
                        <a:schemeClr val="tx1"/>
                      </a:solidFill>
                      <a:prstDash val="solid"/>
                      <a:headEnd type="none" w="sm" len="sm"/>
                      <a:tailEnd type="none" w="sm" len="sm"/>
                    </a:ln>
                  </p:spPr>
                </p:cxnSp>
                <p:sp>
                  <p:nvSpPr>
                    <p:cNvPr id="35882" name="上弧形箭头 18"/>
                    <p:cNvSpPr/>
                    <p:nvPr/>
                  </p:nvSpPr>
                  <p:spPr>
                    <a:xfrm flipH="1">
                      <a:off x="1764241" y="3501008"/>
                      <a:ext cx="396044" cy="288032"/>
                    </a:xfrm>
                    <a:prstGeom prst="curvedDownArrow">
                      <a:avLst>
                        <a:gd name="adj1" fmla="val 24997"/>
                        <a:gd name="adj2" fmla="val 50003"/>
                        <a:gd name="adj3" fmla="val 25000"/>
                      </a:avLst>
                    </a:prstGeom>
                    <a:solidFill>
                      <a:schemeClr val="accent1"/>
                    </a:solidFill>
                    <a:ln w="12700" cap="sq" cmpd="sng">
                      <a:solidFill>
                        <a:schemeClr val="tx1"/>
                      </a:solidFill>
                      <a:prstDash val="solid"/>
                      <a:round/>
                      <a:headEnd type="none" w="sm" len="sm"/>
                      <a:tailEnd type="none" w="sm" len="sm"/>
                    </a:ln>
                  </p:spPr>
                  <p:txBody>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dirty="0"/>
                    </a:p>
                  </p:txBody>
                </p:sp>
                <p:cxnSp>
                  <p:nvCxnSpPr>
                    <p:cNvPr id="35883" name="直接连接符 20"/>
                    <p:cNvCxnSpPr/>
                    <p:nvPr/>
                  </p:nvCxnSpPr>
                  <p:spPr>
                    <a:xfrm>
                      <a:off x="3923928" y="3789040"/>
                      <a:ext cx="0" cy="432048"/>
                    </a:xfrm>
                    <a:prstGeom prst="line">
                      <a:avLst/>
                    </a:prstGeom>
                    <a:ln w="12700" cap="sq" cmpd="sng">
                      <a:solidFill>
                        <a:schemeClr val="tx1"/>
                      </a:solidFill>
                      <a:prstDash val="solid"/>
                      <a:headEnd type="none" w="sm" len="sm"/>
                      <a:tailEnd type="none" w="sm" len="sm"/>
                    </a:ln>
                  </p:spPr>
                </p:cxnSp>
                <p:cxnSp>
                  <p:nvCxnSpPr>
                    <p:cNvPr id="35884" name="直接连接符 21"/>
                    <p:cNvCxnSpPr/>
                    <p:nvPr/>
                  </p:nvCxnSpPr>
                  <p:spPr>
                    <a:xfrm>
                      <a:off x="3563888" y="3789040"/>
                      <a:ext cx="0" cy="432048"/>
                    </a:xfrm>
                    <a:prstGeom prst="line">
                      <a:avLst/>
                    </a:prstGeom>
                    <a:ln w="12700" cap="sq" cmpd="sng">
                      <a:solidFill>
                        <a:schemeClr val="tx1"/>
                      </a:solidFill>
                      <a:prstDash val="solid"/>
                      <a:headEnd type="none" w="sm" len="sm"/>
                      <a:tailEnd type="none" w="sm" len="sm"/>
                    </a:ln>
                  </p:spPr>
                </p:cxnSp>
                <p:sp>
                  <p:nvSpPr>
                    <p:cNvPr id="35885" name="TextBox 19"/>
                    <p:cNvSpPr txBox="1"/>
                    <p:nvPr/>
                  </p:nvSpPr>
                  <p:spPr>
                    <a:xfrm>
                      <a:off x="1594018" y="4220609"/>
                      <a:ext cx="435225" cy="36981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a:spcBef>
                          <a:spcPct val="0"/>
                        </a:spcBef>
                        <a:buClrTx/>
                        <a:buSzTx/>
                        <a:buNone/>
                      </a:pPr>
                      <a:r>
                        <a:rPr lang="en-US" altLang="zh-CN" sz="1800" dirty="0"/>
                        <a:t>m</a:t>
                      </a:r>
                      <a:endParaRPr lang="zh-CN" altLang="en-US" sz="1800" dirty="0"/>
                    </a:p>
                  </p:txBody>
                </p:sp>
                <p:sp>
                  <p:nvSpPr>
                    <p:cNvPr id="35886" name="TextBox 31"/>
                    <p:cNvSpPr txBox="1"/>
                    <p:nvPr/>
                  </p:nvSpPr>
                  <p:spPr>
                    <a:xfrm>
                      <a:off x="3818075" y="4220609"/>
                      <a:ext cx="582521" cy="36981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a:spcBef>
                          <a:spcPct val="0"/>
                        </a:spcBef>
                        <a:buClrTx/>
                        <a:buSzTx/>
                        <a:buNone/>
                      </a:pPr>
                      <a:r>
                        <a:rPr lang="en-US" altLang="zh-CN" sz="1800" dirty="0"/>
                        <a:t>n-1</a:t>
                      </a:r>
                      <a:endParaRPr lang="zh-CN" altLang="en-US" sz="1800" dirty="0"/>
                    </a:p>
                  </p:txBody>
                </p:sp>
                <p:sp>
                  <p:nvSpPr>
                    <p:cNvPr id="35887" name="上弧形箭头 34"/>
                    <p:cNvSpPr/>
                    <p:nvPr/>
                  </p:nvSpPr>
                  <p:spPr>
                    <a:xfrm flipH="1">
                      <a:off x="2232293" y="3501008"/>
                      <a:ext cx="396044" cy="288032"/>
                    </a:xfrm>
                    <a:prstGeom prst="curvedDownArrow">
                      <a:avLst>
                        <a:gd name="adj1" fmla="val 24997"/>
                        <a:gd name="adj2" fmla="val 50003"/>
                        <a:gd name="adj3" fmla="val 25000"/>
                      </a:avLst>
                    </a:prstGeom>
                    <a:solidFill>
                      <a:schemeClr val="accent1"/>
                    </a:solidFill>
                    <a:ln w="12700" cap="sq" cmpd="sng">
                      <a:solidFill>
                        <a:schemeClr val="tx1"/>
                      </a:solidFill>
                      <a:prstDash val="solid"/>
                      <a:round/>
                      <a:headEnd type="none" w="sm" len="sm"/>
                      <a:tailEnd type="none" w="sm" len="sm"/>
                    </a:ln>
                  </p:spPr>
                  <p:txBody>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dirty="0"/>
                    </a:p>
                  </p:txBody>
                </p:sp>
              </p:grpSp>
              <p:sp>
                <p:nvSpPr>
                  <p:cNvPr id="35877" name="TextBox 38"/>
                  <p:cNvSpPr txBox="1"/>
                  <p:nvPr/>
                </p:nvSpPr>
                <p:spPr>
                  <a:xfrm>
                    <a:off x="232269" y="3388930"/>
                    <a:ext cx="1474852" cy="40002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a:spcBef>
                        <a:spcPct val="0"/>
                      </a:spcBef>
                      <a:buClrTx/>
                      <a:buSzTx/>
                      <a:buNone/>
                    </a:pPr>
                    <a:r>
                      <a:rPr lang="zh-CN" altLang="en-US" sz="2000" dirty="0"/>
                      <a:t>删除：前移</a:t>
                    </a:r>
                    <a:endParaRPr lang="zh-CN" altLang="en-US" sz="2000" dirty="0"/>
                  </a:p>
                </p:txBody>
              </p:sp>
            </p:grpSp>
            <p:cxnSp>
              <p:nvCxnSpPr>
                <p:cNvPr id="35875" name="直接箭头连接符 4"/>
                <p:cNvCxnSpPr/>
                <p:nvPr/>
              </p:nvCxnSpPr>
              <p:spPr>
                <a:xfrm>
                  <a:off x="2771800" y="3861048"/>
                  <a:ext cx="936104" cy="0"/>
                </a:xfrm>
                <a:prstGeom prst="straightConnector1">
                  <a:avLst/>
                </a:prstGeom>
                <a:ln w="9525" cap="flat" cmpd="sng">
                  <a:solidFill>
                    <a:schemeClr val="tx1"/>
                  </a:solidFill>
                  <a:prstDash val="solid"/>
                  <a:headEnd type="none" w="med" len="med"/>
                  <a:tailEnd type="triangle" w="med" len="med"/>
                </a:ln>
              </p:spPr>
            </p:cxnSp>
          </p:grpSp>
          <p:sp>
            <p:nvSpPr>
              <p:cNvPr id="35873" name="上弧形箭头 34"/>
              <p:cNvSpPr/>
              <p:nvPr/>
            </p:nvSpPr>
            <p:spPr>
              <a:xfrm flipH="1">
                <a:off x="3743846" y="3717032"/>
                <a:ext cx="396106" cy="288091"/>
              </a:xfrm>
              <a:prstGeom prst="curvedDownArrow">
                <a:avLst>
                  <a:gd name="adj1" fmla="val 24996"/>
                  <a:gd name="adj2" fmla="val 50000"/>
                  <a:gd name="adj3" fmla="val 25000"/>
                </a:avLst>
              </a:prstGeom>
              <a:solidFill>
                <a:schemeClr val="accent1"/>
              </a:solidFill>
              <a:ln w="12700" cap="sq" cmpd="sng">
                <a:solidFill>
                  <a:schemeClr val="tx1"/>
                </a:solidFill>
                <a:prstDash val="solid"/>
                <a:round/>
                <a:headEnd type="none" w="sm" len="sm"/>
                <a:tailEnd type="none" w="sm" len="sm"/>
              </a:ln>
            </p:spPr>
            <p:txBody>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dirty="0"/>
              </a:p>
            </p:txBody>
          </p:sp>
        </p:grpSp>
        <p:cxnSp>
          <p:nvCxnSpPr>
            <p:cNvPr id="35869" name="直接连接符 20"/>
            <p:cNvCxnSpPr/>
            <p:nvPr/>
          </p:nvCxnSpPr>
          <p:spPr>
            <a:xfrm>
              <a:off x="4211960" y="4005064"/>
              <a:ext cx="0" cy="432137"/>
            </a:xfrm>
            <a:prstGeom prst="line">
              <a:avLst/>
            </a:prstGeom>
            <a:ln w="12700" cap="sq" cmpd="sng">
              <a:solidFill>
                <a:schemeClr val="tx1"/>
              </a:solidFill>
              <a:prstDash val="solid"/>
              <a:headEnd type="none" w="sm" len="sm"/>
              <a:tailEnd type="none" w="sm" len="sm"/>
            </a:ln>
          </p:spPr>
        </p:cxnSp>
        <p:sp>
          <p:nvSpPr>
            <p:cNvPr id="35870" name="TextBox 19"/>
            <p:cNvSpPr txBox="1"/>
            <p:nvPr/>
          </p:nvSpPr>
          <p:spPr>
            <a:xfrm>
              <a:off x="202030" y="4437112"/>
              <a:ext cx="337522" cy="36988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a:spcBef>
                  <a:spcPct val="0"/>
                </a:spcBef>
                <a:buClrTx/>
                <a:buSzTx/>
                <a:buNone/>
              </a:pPr>
              <a:r>
                <a:rPr lang="en-US" altLang="zh-CN" sz="1800" dirty="0"/>
                <a:t>0</a:t>
              </a:r>
              <a:endParaRPr lang="zh-CN" altLang="en-US" sz="1800" dirty="0"/>
            </a:p>
          </p:txBody>
        </p:sp>
        <p:cxnSp>
          <p:nvCxnSpPr>
            <p:cNvPr id="35871" name="直接连接符 7"/>
            <p:cNvCxnSpPr/>
            <p:nvPr/>
          </p:nvCxnSpPr>
          <p:spPr>
            <a:xfrm>
              <a:off x="539552" y="4005064"/>
              <a:ext cx="0" cy="432137"/>
            </a:xfrm>
            <a:prstGeom prst="line">
              <a:avLst/>
            </a:prstGeom>
            <a:ln w="12700" cap="sq" cmpd="sng">
              <a:solidFill>
                <a:schemeClr val="tx1"/>
              </a:solidFill>
              <a:prstDash val="solid"/>
              <a:headEnd type="none" w="sm" len="sm"/>
              <a:tailEnd type="none" w="sm" len="sm"/>
            </a:ln>
          </p:spPr>
        </p:cxnSp>
      </p:grpSp>
      <p:grpSp>
        <p:nvGrpSpPr>
          <p:cNvPr id="3" name="组合 2"/>
          <p:cNvGrpSpPr/>
          <p:nvPr/>
        </p:nvGrpSpPr>
        <p:grpSpPr>
          <a:xfrm>
            <a:off x="4787900" y="3598863"/>
            <a:ext cx="4248150" cy="1208087"/>
            <a:chOff x="4787900" y="3598863"/>
            <a:chExt cx="4248150" cy="1208136"/>
          </a:xfrm>
        </p:grpSpPr>
        <p:grpSp>
          <p:nvGrpSpPr>
            <p:cNvPr id="35848" name="组合 16"/>
            <p:cNvGrpSpPr/>
            <p:nvPr/>
          </p:nvGrpSpPr>
          <p:grpSpPr>
            <a:xfrm>
              <a:off x="4787900" y="3598863"/>
              <a:ext cx="4248150" cy="1201737"/>
              <a:chOff x="4787900" y="3598863"/>
              <a:chExt cx="4248150" cy="1201737"/>
            </a:xfrm>
          </p:grpSpPr>
          <p:grpSp>
            <p:nvGrpSpPr>
              <p:cNvPr id="35852" name="组合 10"/>
              <p:cNvGrpSpPr/>
              <p:nvPr/>
            </p:nvGrpSpPr>
            <p:grpSpPr>
              <a:xfrm>
                <a:off x="4787900" y="3598863"/>
                <a:ext cx="4248150" cy="1201737"/>
                <a:chOff x="4787900" y="3598863"/>
                <a:chExt cx="4248150" cy="1201737"/>
              </a:xfrm>
            </p:grpSpPr>
            <p:grpSp>
              <p:nvGrpSpPr>
                <p:cNvPr id="35854" name="组合 7170"/>
                <p:cNvGrpSpPr/>
                <p:nvPr/>
              </p:nvGrpSpPr>
              <p:grpSpPr>
                <a:xfrm>
                  <a:off x="4787900" y="3598863"/>
                  <a:ext cx="4248150" cy="1201737"/>
                  <a:chOff x="4932040" y="3388930"/>
                  <a:chExt cx="4248269" cy="1201490"/>
                </a:xfrm>
              </p:grpSpPr>
              <p:grpSp>
                <p:nvGrpSpPr>
                  <p:cNvPr id="35856" name="组合 7167"/>
                  <p:cNvGrpSpPr/>
                  <p:nvPr/>
                </p:nvGrpSpPr>
                <p:grpSpPr>
                  <a:xfrm>
                    <a:off x="4932040" y="3501008"/>
                    <a:ext cx="4248269" cy="1089412"/>
                    <a:chOff x="4932040" y="3501008"/>
                    <a:chExt cx="4248269" cy="1089412"/>
                  </a:xfrm>
                </p:grpSpPr>
                <p:sp>
                  <p:nvSpPr>
                    <p:cNvPr id="35858" name="矩形 22"/>
                    <p:cNvSpPr/>
                    <p:nvPr/>
                  </p:nvSpPr>
                  <p:spPr>
                    <a:xfrm>
                      <a:off x="4932040" y="3789040"/>
                      <a:ext cx="4248269" cy="432048"/>
                    </a:xfrm>
                    <a:prstGeom prst="rect">
                      <a:avLst/>
                    </a:prstGeom>
                    <a:solidFill>
                      <a:schemeClr val="accent1"/>
                    </a:solidFill>
                    <a:ln w="12700" cap="sq" cmpd="sng">
                      <a:solidFill>
                        <a:schemeClr val="tx1"/>
                      </a:solidFill>
                      <a:prstDash val="solid"/>
                      <a:round/>
                      <a:headEnd type="none" w="sm" len="sm"/>
                      <a:tailEnd type="none" w="sm" len="sm"/>
                    </a:ln>
                  </p:spPr>
                  <p:txBody>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dirty="0"/>
                    </a:p>
                  </p:txBody>
                </p:sp>
                <p:cxnSp>
                  <p:nvCxnSpPr>
                    <p:cNvPr id="35859" name="直接连接符 24"/>
                    <p:cNvCxnSpPr/>
                    <p:nvPr/>
                  </p:nvCxnSpPr>
                  <p:spPr>
                    <a:xfrm>
                      <a:off x="6300192" y="3789040"/>
                      <a:ext cx="0" cy="432048"/>
                    </a:xfrm>
                    <a:prstGeom prst="line">
                      <a:avLst/>
                    </a:prstGeom>
                    <a:ln w="12700" cap="sq" cmpd="sng">
                      <a:solidFill>
                        <a:schemeClr val="tx1"/>
                      </a:solidFill>
                      <a:prstDash val="solid"/>
                      <a:headEnd type="none" w="sm" len="sm"/>
                      <a:tailEnd type="none" w="sm" len="sm"/>
                    </a:ln>
                  </p:spPr>
                </p:cxnSp>
                <p:cxnSp>
                  <p:nvCxnSpPr>
                    <p:cNvPr id="35860" name="直接连接符 25"/>
                    <p:cNvCxnSpPr/>
                    <p:nvPr/>
                  </p:nvCxnSpPr>
                  <p:spPr>
                    <a:xfrm>
                      <a:off x="6660232" y="3789040"/>
                      <a:ext cx="0" cy="432048"/>
                    </a:xfrm>
                    <a:prstGeom prst="line">
                      <a:avLst/>
                    </a:prstGeom>
                    <a:ln w="12700" cap="sq" cmpd="sng">
                      <a:solidFill>
                        <a:schemeClr val="tx1"/>
                      </a:solidFill>
                      <a:prstDash val="solid"/>
                      <a:headEnd type="none" w="sm" len="sm"/>
                      <a:tailEnd type="none" w="sm" len="sm"/>
                    </a:ln>
                  </p:spPr>
                </p:cxnSp>
                <p:cxnSp>
                  <p:nvCxnSpPr>
                    <p:cNvPr id="35861" name="直接连接符 26"/>
                    <p:cNvCxnSpPr/>
                    <p:nvPr/>
                  </p:nvCxnSpPr>
                  <p:spPr>
                    <a:xfrm>
                      <a:off x="7020272" y="3789040"/>
                      <a:ext cx="0" cy="432048"/>
                    </a:xfrm>
                    <a:prstGeom prst="line">
                      <a:avLst/>
                    </a:prstGeom>
                    <a:ln w="12700" cap="sq" cmpd="sng">
                      <a:solidFill>
                        <a:schemeClr val="tx1"/>
                      </a:solidFill>
                      <a:prstDash val="solid"/>
                      <a:headEnd type="none" w="sm" len="sm"/>
                      <a:tailEnd type="none" w="sm" len="sm"/>
                    </a:ln>
                  </p:spPr>
                </p:cxnSp>
                <p:cxnSp>
                  <p:nvCxnSpPr>
                    <p:cNvPr id="35862" name="直接连接符 27"/>
                    <p:cNvCxnSpPr/>
                    <p:nvPr/>
                  </p:nvCxnSpPr>
                  <p:spPr>
                    <a:xfrm>
                      <a:off x="8604448" y="3789040"/>
                      <a:ext cx="0" cy="432048"/>
                    </a:xfrm>
                    <a:prstGeom prst="line">
                      <a:avLst/>
                    </a:prstGeom>
                    <a:ln w="12700" cap="sq" cmpd="sng">
                      <a:solidFill>
                        <a:schemeClr val="tx1"/>
                      </a:solidFill>
                      <a:prstDash val="solid"/>
                      <a:headEnd type="none" w="sm" len="sm"/>
                      <a:tailEnd type="none" w="sm" len="sm"/>
                    </a:ln>
                  </p:spPr>
                </p:cxnSp>
                <p:cxnSp>
                  <p:nvCxnSpPr>
                    <p:cNvPr id="35863" name="直接连接符 28"/>
                    <p:cNvCxnSpPr/>
                    <p:nvPr/>
                  </p:nvCxnSpPr>
                  <p:spPr>
                    <a:xfrm>
                      <a:off x="8244408" y="3789040"/>
                      <a:ext cx="0" cy="432048"/>
                    </a:xfrm>
                    <a:prstGeom prst="line">
                      <a:avLst/>
                    </a:prstGeom>
                    <a:ln w="12700" cap="sq" cmpd="sng">
                      <a:solidFill>
                        <a:schemeClr val="tx1"/>
                      </a:solidFill>
                      <a:prstDash val="solid"/>
                      <a:headEnd type="none" w="sm" len="sm"/>
                      <a:tailEnd type="none" w="sm" len="sm"/>
                    </a:ln>
                  </p:spPr>
                </p:cxnSp>
                <p:sp>
                  <p:nvSpPr>
                    <p:cNvPr id="35864" name="上弧形箭头 29"/>
                    <p:cNvSpPr/>
                    <p:nvPr/>
                  </p:nvSpPr>
                  <p:spPr>
                    <a:xfrm>
                      <a:off x="8748261" y="3501008"/>
                      <a:ext cx="432048" cy="288032"/>
                    </a:xfrm>
                    <a:prstGeom prst="curvedDownArrow">
                      <a:avLst>
                        <a:gd name="adj1" fmla="val 25000"/>
                        <a:gd name="adj2" fmla="val 49999"/>
                        <a:gd name="adj3" fmla="val 25000"/>
                      </a:avLst>
                    </a:prstGeom>
                    <a:solidFill>
                      <a:schemeClr val="accent1"/>
                    </a:solidFill>
                    <a:ln w="12700" cap="sq" cmpd="sng">
                      <a:solidFill>
                        <a:schemeClr val="tx1"/>
                      </a:solidFill>
                      <a:prstDash val="solid"/>
                      <a:round/>
                      <a:headEnd type="none" w="sm" len="sm"/>
                      <a:tailEnd type="none" w="sm" len="sm"/>
                    </a:ln>
                  </p:spPr>
                  <p:txBody>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dirty="0"/>
                    </a:p>
                  </p:txBody>
                </p:sp>
                <p:sp>
                  <p:nvSpPr>
                    <p:cNvPr id="35865" name="TextBox 32"/>
                    <p:cNvSpPr txBox="1"/>
                    <p:nvPr/>
                  </p:nvSpPr>
                  <p:spPr>
                    <a:xfrm>
                      <a:off x="8499253" y="4220609"/>
                      <a:ext cx="582628" cy="36981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a:spcBef>
                          <a:spcPct val="0"/>
                        </a:spcBef>
                        <a:buClrTx/>
                        <a:buSzTx/>
                        <a:buNone/>
                      </a:pPr>
                      <a:r>
                        <a:rPr lang="en-US" altLang="zh-CN" sz="1800" dirty="0"/>
                        <a:t>n-1</a:t>
                      </a:r>
                      <a:endParaRPr lang="zh-CN" altLang="en-US" sz="1800" dirty="0"/>
                    </a:p>
                  </p:txBody>
                </p:sp>
                <p:sp>
                  <p:nvSpPr>
                    <p:cNvPr id="35866" name="TextBox 33"/>
                    <p:cNvSpPr txBox="1"/>
                    <p:nvPr/>
                  </p:nvSpPr>
                  <p:spPr>
                    <a:xfrm>
                      <a:off x="6267165" y="4220609"/>
                      <a:ext cx="409586" cy="36981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a:spcBef>
                          <a:spcPct val="0"/>
                        </a:spcBef>
                        <a:buClrTx/>
                        <a:buSzTx/>
                        <a:buNone/>
                      </a:pPr>
                      <a:r>
                        <a:rPr lang="en-US" altLang="zh-CN" sz="1800" dirty="0"/>
                        <a:t>m</a:t>
                      </a:r>
                      <a:endParaRPr lang="zh-CN" altLang="en-US" sz="1800" dirty="0"/>
                    </a:p>
                  </p:txBody>
                </p:sp>
                <p:sp>
                  <p:nvSpPr>
                    <p:cNvPr id="35867" name="上弧形箭头 35"/>
                    <p:cNvSpPr/>
                    <p:nvPr/>
                  </p:nvSpPr>
                  <p:spPr>
                    <a:xfrm>
                      <a:off x="8316215" y="3501008"/>
                      <a:ext cx="432048" cy="288032"/>
                    </a:xfrm>
                    <a:prstGeom prst="curvedDownArrow">
                      <a:avLst>
                        <a:gd name="adj1" fmla="val 25000"/>
                        <a:gd name="adj2" fmla="val 49999"/>
                        <a:gd name="adj3" fmla="val 25000"/>
                      </a:avLst>
                    </a:prstGeom>
                    <a:solidFill>
                      <a:schemeClr val="accent1"/>
                    </a:solidFill>
                    <a:ln w="12700" cap="sq" cmpd="sng">
                      <a:solidFill>
                        <a:schemeClr val="tx1"/>
                      </a:solidFill>
                      <a:prstDash val="solid"/>
                      <a:round/>
                      <a:headEnd type="none" w="sm" len="sm"/>
                      <a:tailEnd type="none" w="sm" len="sm"/>
                    </a:ln>
                  </p:spPr>
                  <p:txBody>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dirty="0"/>
                    </a:p>
                  </p:txBody>
                </p:sp>
              </p:grpSp>
              <p:sp>
                <p:nvSpPr>
                  <p:cNvPr id="35857" name="TextBox 40"/>
                  <p:cNvSpPr txBox="1"/>
                  <p:nvPr/>
                </p:nvSpPr>
                <p:spPr>
                  <a:xfrm>
                    <a:off x="4932164" y="3388930"/>
                    <a:ext cx="1475124" cy="40002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a:spcBef>
                        <a:spcPct val="0"/>
                      </a:spcBef>
                      <a:buClrTx/>
                      <a:buSzTx/>
                      <a:buNone/>
                    </a:pPr>
                    <a:r>
                      <a:rPr lang="zh-CN" altLang="en-US" sz="2000" dirty="0"/>
                      <a:t>插入：后移</a:t>
                    </a:r>
                    <a:endParaRPr lang="zh-CN" altLang="en-US" sz="2000" dirty="0"/>
                  </a:p>
                </p:txBody>
              </p:sp>
            </p:grpSp>
            <p:cxnSp>
              <p:nvCxnSpPr>
                <p:cNvPr id="35855" name="直接箭头连接符 39"/>
                <p:cNvCxnSpPr/>
                <p:nvPr/>
              </p:nvCxnSpPr>
              <p:spPr>
                <a:xfrm flipH="1">
                  <a:off x="6876074" y="3861048"/>
                  <a:ext cx="1124728" cy="0"/>
                </a:xfrm>
                <a:prstGeom prst="straightConnector1">
                  <a:avLst/>
                </a:prstGeom>
                <a:ln w="9525" cap="flat" cmpd="sng">
                  <a:solidFill>
                    <a:schemeClr val="tx1"/>
                  </a:solidFill>
                  <a:prstDash val="solid"/>
                  <a:headEnd type="none" w="med" len="med"/>
                  <a:tailEnd type="triangle" w="med" len="med"/>
                </a:ln>
              </p:spPr>
            </p:cxnSp>
          </p:grpSp>
          <p:sp>
            <p:nvSpPr>
              <p:cNvPr id="35853" name="上弧形箭头 35"/>
              <p:cNvSpPr/>
              <p:nvPr/>
            </p:nvSpPr>
            <p:spPr>
              <a:xfrm>
                <a:off x="6300192" y="3717032"/>
                <a:ext cx="432036" cy="288091"/>
              </a:xfrm>
              <a:prstGeom prst="curvedDownArrow">
                <a:avLst>
                  <a:gd name="adj1" fmla="val 24994"/>
                  <a:gd name="adj2" fmla="val 50002"/>
                  <a:gd name="adj3" fmla="val 25000"/>
                </a:avLst>
              </a:prstGeom>
              <a:solidFill>
                <a:schemeClr val="accent1"/>
              </a:solidFill>
              <a:ln w="12700" cap="sq" cmpd="sng">
                <a:solidFill>
                  <a:schemeClr val="tx1"/>
                </a:solidFill>
                <a:prstDash val="solid"/>
                <a:round/>
                <a:headEnd type="none" w="sm" len="sm"/>
                <a:tailEnd type="none" w="sm" len="sm"/>
              </a:ln>
            </p:spPr>
            <p:txBody>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dirty="0"/>
              </a:p>
            </p:txBody>
          </p:sp>
        </p:grpSp>
        <p:cxnSp>
          <p:nvCxnSpPr>
            <p:cNvPr id="35849" name="直接连接符 27"/>
            <p:cNvCxnSpPr/>
            <p:nvPr/>
          </p:nvCxnSpPr>
          <p:spPr>
            <a:xfrm>
              <a:off x="8748464" y="4005064"/>
              <a:ext cx="0" cy="432137"/>
            </a:xfrm>
            <a:prstGeom prst="line">
              <a:avLst/>
            </a:prstGeom>
            <a:ln w="12700" cap="sq" cmpd="sng">
              <a:solidFill>
                <a:schemeClr val="tx1"/>
              </a:solidFill>
              <a:prstDash val="solid"/>
              <a:headEnd type="none" w="sm" len="sm"/>
              <a:tailEnd type="none" w="sm" len="sm"/>
            </a:ln>
          </p:spPr>
        </p:cxnSp>
        <p:sp>
          <p:nvSpPr>
            <p:cNvPr id="35850" name="TextBox 19"/>
            <p:cNvSpPr txBox="1"/>
            <p:nvPr/>
          </p:nvSpPr>
          <p:spPr>
            <a:xfrm>
              <a:off x="4810542" y="4437112"/>
              <a:ext cx="337522" cy="36988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a:spcBef>
                  <a:spcPct val="0"/>
                </a:spcBef>
                <a:buClrTx/>
                <a:buSzTx/>
                <a:buNone/>
              </a:pPr>
              <a:r>
                <a:rPr lang="en-US" altLang="zh-CN" sz="1800" dirty="0"/>
                <a:t>0</a:t>
              </a:r>
              <a:endParaRPr lang="zh-CN" altLang="en-US" sz="1800" dirty="0"/>
            </a:p>
          </p:txBody>
        </p:sp>
        <p:cxnSp>
          <p:nvCxnSpPr>
            <p:cNvPr id="35851" name="直接连接符 24"/>
            <p:cNvCxnSpPr/>
            <p:nvPr/>
          </p:nvCxnSpPr>
          <p:spPr>
            <a:xfrm>
              <a:off x="5076056" y="4005064"/>
              <a:ext cx="0" cy="432137"/>
            </a:xfrm>
            <a:prstGeom prst="line">
              <a:avLst/>
            </a:prstGeom>
            <a:ln w="12700" cap="sq" cmpd="sng">
              <a:solidFill>
                <a:schemeClr val="tx1"/>
              </a:solidFill>
              <a:prstDash val="solid"/>
              <a:headEnd type="none" w="sm" len="sm"/>
              <a:tailEnd type="none" w="sm" len="sm"/>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 calcmode="lin" valueType="num">
                                      <p:cBhvr additive="base">
                                        <p:cTn id="7" dur="500" fill="hold"/>
                                        <p:tgtEl>
                                          <p:spTgt spid="46"/>
                                        </p:tgtEl>
                                        <p:attrNameLst>
                                          <p:attrName>ppt_x</p:attrName>
                                        </p:attrNameLst>
                                      </p:cBhvr>
                                      <p:tavLst>
                                        <p:tav tm="0">
                                          <p:val>
                                            <p:strVal val="#ppt_x"/>
                                          </p:val>
                                        </p:tav>
                                        <p:tav tm="100000">
                                          <p:val>
                                            <p:strVal val="#ppt_x"/>
                                          </p:val>
                                        </p:tav>
                                      </p:tavLst>
                                    </p:anim>
                                    <p:anim calcmode="lin" valueType="num">
                                      <p:cBhvr additive="base">
                                        <p:cTn id="8" dur="500" fill="hold"/>
                                        <p:tgtEl>
                                          <p:spTgt spid="4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8"/>
                                        </p:tgtEl>
                                        <p:attrNameLst>
                                          <p:attrName>style.visibility</p:attrName>
                                        </p:attrNameLst>
                                      </p:cBhvr>
                                      <p:to>
                                        <p:strVal val="visible"/>
                                      </p:to>
                                    </p:set>
                                    <p:anim calcmode="lin" valueType="num">
                                      <p:cBhvr additive="base">
                                        <p:cTn id="17" dur="500" fill="hold"/>
                                        <p:tgtEl>
                                          <p:spTgt spid="48"/>
                                        </p:tgtEl>
                                        <p:attrNameLst>
                                          <p:attrName>ppt_x</p:attrName>
                                        </p:attrNameLst>
                                      </p:cBhvr>
                                      <p:tavLst>
                                        <p:tav tm="0">
                                          <p:val>
                                            <p:strVal val="#ppt_x"/>
                                          </p:val>
                                        </p:tav>
                                        <p:tav tm="100000">
                                          <p:val>
                                            <p:strVal val="#ppt_x"/>
                                          </p:val>
                                        </p:tav>
                                      </p:tavLst>
                                    </p:anim>
                                    <p:anim calcmode="lin" valueType="num">
                                      <p:cBhvr additive="base">
                                        <p:cTn id="18" dur="500" fill="hold"/>
                                        <p:tgtEl>
                                          <p:spTgt spid="48"/>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ppt_x"/>
                                          </p:val>
                                        </p:tav>
                                        <p:tav tm="100000">
                                          <p:val>
                                            <p:strVal val="#ppt_x"/>
                                          </p:val>
                                        </p:tav>
                                      </p:tavLst>
                                    </p:anim>
                                    <p:anim calcmode="lin" valueType="num">
                                      <p:cBhvr additive="base">
                                        <p:cTn id="2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4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9298" name="Rectangle 2"/>
          <p:cNvSpPr>
            <a:spLocks noGrp="1" noChangeArrowheads="1"/>
          </p:cNvSpPr>
          <p:nvPr>
            <p:ph type="title"/>
          </p:nvPr>
        </p:nvSpPr>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动态变量的应用</a:t>
            </a:r>
            <a:r>
              <a:rPr kumimoji="0" lang="en-US" altLang="zh-CN"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2――</a:t>
            </a: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链表</a:t>
            </a:r>
            <a:endPar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439299" name="Rectangle 3"/>
          <p:cNvSpPr>
            <a:spLocks noGrp="1" noChangeArrowheads="1"/>
          </p:cNvSpPr>
          <p:nvPr>
            <p:ph idx="1"/>
          </p:nvPr>
        </p:nvSpPr>
        <p:spPr>
          <a:xfrm>
            <a:off x="457200" y="1600200"/>
            <a:ext cx="8229600" cy="5068888"/>
          </a:xfrm>
        </p:spPr>
        <p:txBody>
          <a:bodyPr vert="horz" wrap="square" lIns="91440" tIns="45720" rIns="91440" bIns="45720" numCol="1" anchor="t" anchorCtr="0" compatLnSpc="1">
            <a:normAutofit fontScale="77500" lnSpcReduction="20000"/>
          </a:bodyPr>
          <a:lstStyle/>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链表用于表示由</a:t>
            </a: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数量不定</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的同类型元素所构成的具有线性结构的复合数据。</a:t>
            </a:r>
            <a:endPar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与动态数组不同：</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链表的</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每个</a:t>
            </a:r>
            <a:r>
              <a:rPr kumimoji="0" lang="zh-CN" altLang="en-US" sz="28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元素都是一个动态变量</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，并且是</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逐个</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生成的，因此扩充容易。</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链表中的每一个元素除了本身的数据外，还</a:t>
            </a:r>
            <a:r>
              <a:rPr kumimoji="0" lang="zh-CN" altLang="en-US" sz="28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rPr>
              <a:t>包含一个（或多个）指针</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，它（们）指向链表中下一个（和其它）元素的内存位置，因此，各元素在</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内存中不必存放在连续的空间</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内。</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需要有一个指针（</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头指针</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）指向链表的第一个元素，要访问链表中的某个元素，一般要从第一个元素开始遍历（通过头指针）。</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在链表中</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插入</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删除一个元素时一般只影响它前后两个元素。</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23" name="Rectangle 3"/>
          <p:cNvSpPr>
            <a:spLocks noGrp="1" noChangeArrowheads="1"/>
          </p:cNvSpPr>
          <p:nvPr>
            <p:ph idx="1"/>
          </p:nvPr>
        </p:nvSpPr>
        <p:spPr>
          <a:xfrm>
            <a:off x="250825" y="2924175"/>
            <a:ext cx="8686800" cy="3933825"/>
          </a:xfrm>
        </p:spPr>
        <p:txBody>
          <a:bodyPr vert="horz" wrap="square" lIns="91440" tIns="45720" rIns="91440" bIns="45720" numCol="1" anchor="t" anchorCtr="0" compatLnSpc="1">
            <a:normAutofit/>
          </a:bodyPr>
          <a:lstStyle/>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单链表的每个</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元素（又称</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结点</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或</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节点</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只</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包含一个指向下一个元素的指针。结点类型可定义如下：</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90000"/>
              </a:lnSpc>
              <a:spcBef>
                <a:spcPct val="20000"/>
              </a:spcBef>
              <a:spcAft>
                <a:spcPct val="0"/>
              </a:spcAft>
              <a:buClr>
                <a:schemeClr val="tx1"/>
              </a:buClr>
              <a:buSzTx/>
              <a:buFontTx/>
              <a:buNone/>
              <a:defRPr/>
            </a:pP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struct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rPr>
              <a:t>Node </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结点的类型定义</a:t>
            </a:r>
            <a:endParaRPr kumimoji="0" lang="en-US" altLang="zh-CN" sz="24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9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content;  //</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存储结点的数据</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90000"/>
              </a:lnSpc>
              <a:spcBef>
                <a:spcPct val="20000"/>
              </a:spcBef>
              <a:spcAft>
                <a:spcPct val="0"/>
              </a:spcAft>
              <a:buClr>
                <a:schemeClr val="tx1"/>
              </a:buClr>
              <a:buSzTx/>
              <a:buFontTx/>
              <a:buNone/>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Node *</a:t>
            </a:r>
            <a:r>
              <a:rPr kumimoji="0" lang="en-US" altLang="zh-CN" sz="24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rPr>
              <a:t>next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存储下一个结点的地址</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9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另外需要</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一个</a:t>
            </a:r>
            <a:r>
              <a:rPr kumimoji="0" lang="zh-CN" altLang="en-US" sz="2800" b="0" i="0" u="none" strike="noStrike" kern="0" cap="none" spc="0" normalizeH="0" baseline="0" noProof="0" dirty="0">
                <a:ln>
                  <a:noFill/>
                </a:ln>
                <a:solidFill>
                  <a:schemeClr val="folHlink"/>
                </a:solidFill>
                <a:effectLst>
                  <a:outerShdw blurRad="38100" dist="38100" dir="2700000" algn="tl">
                    <a:srgbClr val="000000"/>
                  </a:outerShdw>
                </a:effectLst>
                <a:uLnTx/>
                <a:uFillTx/>
                <a:latin typeface="+mn-lt"/>
                <a:ea typeface="+mn-ea"/>
                <a:cs typeface="+mn-cs"/>
              </a:rPr>
              <a:t>头</a:t>
            </a:r>
            <a:r>
              <a:rPr kumimoji="0" lang="zh-CN" altLang="en-US" sz="28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cs typeface="+mn-cs"/>
              </a:rPr>
              <a:t>指针</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指向</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第一个</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结点，定义如下：</a:t>
            </a:r>
            <a:endPar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9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Node *</a:t>
            </a:r>
            <a:r>
              <a:rPr kumimoji="0" lang="en-US" altLang="zh-CN" sz="24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rPr>
              <a:t>head</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=NULL;  //</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头指针变量定义，初始状态下</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90000"/>
              </a:lnSpc>
              <a:spcBef>
                <a:spcPct val="20000"/>
              </a:spcBef>
              <a:spcAft>
                <a:spcPct val="0"/>
              </a:spcAft>
              <a:buClr>
                <a:schemeClr val="tx1"/>
              </a:buClr>
              <a:buSzTx/>
              <a:buFontTx/>
              <a:buNone/>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为空值。</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NULL</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在</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cstdio</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中定义为</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0</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
        <p:nvSpPr>
          <p:cNvPr id="37891" name="Rectangle 5"/>
          <p:cNvSpPr/>
          <p:nvPr/>
        </p:nvSpPr>
        <p:spPr>
          <a:xfrm>
            <a:off x="2841625" y="1622425"/>
            <a:ext cx="673100" cy="936625"/>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algn="ctr" eaLnBrk="1" hangingPunct="1">
              <a:spcBef>
                <a:spcPct val="50000"/>
              </a:spcBef>
              <a:buClrTx/>
              <a:buSzTx/>
              <a:buFontTx/>
              <a:buNone/>
            </a:pPr>
            <a:endParaRPr lang="zh-CN" altLang="en-US" sz="2400" dirty="0"/>
          </a:p>
        </p:txBody>
      </p:sp>
      <p:sp>
        <p:nvSpPr>
          <p:cNvPr id="37892" name="Rectangle 6"/>
          <p:cNvSpPr/>
          <p:nvPr/>
        </p:nvSpPr>
        <p:spPr>
          <a:xfrm>
            <a:off x="4187825" y="1622425"/>
            <a:ext cx="673100" cy="936625"/>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algn="ctr" eaLnBrk="1" hangingPunct="1">
              <a:spcBef>
                <a:spcPct val="50000"/>
              </a:spcBef>
              <a:buClrTx/>
              <a:buSzTx/>
              <a:buFontTx/>
              <a:buNone/>
            </a:pPr>
            <a:endParaRPr lang="zh-CN" altLang="en-US" sz="2400" dirty="0"/>
          </a:p>
        </p:txBody>
      </p:sp>
      <p:sp>
        <p:nvSpPr>
          <p:cNvPr id="37893" name="Rectangle 7"/>
          <p:cNvSpPr/>
          <p:nvPr/>
        </p:nvSpPr>
        <p:spPr>
          <a:xfrm>
            <a:off x="6654800" y="1622425"/>
            <a:ext cx="673100" cy="936625"/>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algn="ctr" eaLnBrk="1" hangingPunct="1">
              <a:spcBef>
                <a:spcPct val="50000"/>
              </a:spcBef>
              <a:buClrTx/>
              <a:buSzTx/>
              <a:buFontTx/>
              <a:buNone/>
            </a:pPr>
            <a:endParaRPr lang="zh-CN" altLang="en-US" sz="2400" dirty="0"/>
          </a:p>
        </p:txBody>
      </p:sp>
      <p:sp>
        <p:nvSpPr>
          <p:cNvPr id="37894" name="Line 8"/>
          <p:cNvSpPr/>
          <p:nvPr/>
        </p:nvSpPr>
        <p:spPr>
          <a:xfrm>
            <a:off x="2841625" y="2089150"/>
            <a:ext cx="673100" cy="0"/>
          </a:xfrm>
          <a:prstGeom prst="line">
            <a:avLst/>
          </a:prstGeom>
          <a:ln w="9525" cap="flat" cmpd="sng">
            <a:solidFill>
              <a:schemeClr val="tx1"/>
            </a:solidFill>
            <a:prstDash val="solid"/>
            <a:headEnd type="none" w="med" len="med"/>
            <a:tailEnd type="none" w="med" len="med"/>
          </a:ln>
        </p:spPr>
      </p:sp>
      <p:sp>
        <p:nvSpPr>
          <p:cNvPr id="37895" name="Line 9"/>
          <p:cNvSpPr/>
          <p:nvPr/>
        </p:nvSpPr>
        <p:spPr>
          <a:xfrm>
            <a:off x="4187825" y="2089150"/>
            <a:ext cx="673100" cy="0"/>
          </a:xfrm>
          <a:prstGeom prst="line">
            <a:avLst/>
          </a:prstGeom>
          <a:ln w="9525" cap="flat" cmpd="sng">
            <a:solidFill>
              <a:schemeClr val="tx1"/>
            </a:solidFill>
            <a:prstDash val="solid"/>
            <a:headEnd type="none" w="med" len="med"/>
            <a:tailEnd type="none" w="med" len="med"/>
          </a:ln>
        </p:spPr>
      </p:sp>
      <p:sp>
        <p:nvSpPr>
          <p:cNvPr id="37896" name="Line 10"/>
          <p:cNvSpPr/>
          <p:nvPr/>
        </p:nvSpPr>
        <p:spPr>
          <a:xfrm>
            <a:off x="6654800" y="2089150"/>
            <a:ext cx="673100" cy="0"/>
          </a:xfrm>
          <a:prstGeom prst="line">
            <a:avLst/>
          </a:prstGeom>
          <a:ln w="9525" cap="flat" cmpd="sng">
            <a:solidFill>
              <a:schemeClr val="tx1"/>
            </a:solidFill>
            <a:prstDash val="solid"/>
            <a:headEnd type="none" w="med" len="med"/>
            <a:tailEnd type="none" w="med" len="med"/>
          </a:ln>
        </p:spPr>
      </p:sp>
      <p:sp>
        <p:nvSpPr>
          <p:cNvPr id="124938" name="Rectangle 11"/>
          <p:cNvSpPr/>
          <p:nvPr/>
        </p:nvSpPr>
        <p:spPr>
          <a:xfrm>
            <a:off x="1495425" y="2089150"/>
            <a:ext cx="673100" cy="469900"/>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algn="ctr" eaLnBrk="1" hangingPunct="1">
              <a:spcBef>
                <a:spcPct val="50000"/>
              </a:spcBef>
              <a:buClrTx/>
              <a:buSzTx/>
              <a:buFontTx/>
              <a:buNone/>
            </a:pPr>
            <a:endParaRPr lang="zh-CN" altLang="en-US" sz="2400" dirty="0"/>
          </a:p>
        </p:txBody>
      </p:sp>
      <p:sp>
        <p:nvSpPr>
          <p:cNvPr id="124939" name="Line 12"/>
          <p:cNvSpPr/>
          <p:nvPr/>
        </p:nvSpPr>
        <p:spPr>
          <a:xfrm>
            <a:off x="1944688" y="2325688"/>
            <a:ext cx="447675" cy="0"/>
          </a:xfrm>
          <a:prstGeom prst="line">
            <a:avLst/>
          </a:prstGeom>
          <a:ln w="9525" cap="flat" cmpd="sng">
            <a:solidFill>
              <a:schemeClr val="tx1"/>
            </a:solidFill>
            <a:prstDash val="solid"/>
            <a:headEnd type="none" w="med" len="med"/>
            <a:tailEnd type="none" w="med" len="med"/>
          </a:ln>
        </p:spPr>
      </p:sp>
      <p:sp>
        <p:nvSpPr>
          <p:cNvPr id="124940" name="Line 13"/>
          <p:cNvSpPr/>
          <p:nvPr/>
        </p:nvSpPr>
        <p:spPr>
          <a:xfrm flipV="1">
            <a:off x="2392363" y="1855788"/>
            <a:ext cx="0" cy="469900"/>
          </a:xfrm>
          <a:prstGeom prst="line">
            <a:avLst/>
          </a:prstGeom>
          <a:ln w="9525" cap="flat" cmpd="sng">
            <a:solidFill>
              <a:schemeClr val="tx1"/>
            </a:solidFill>
            <a:prstDash val="solid"/>
            <a:headEnd type="none" w="med" len="med"/>
            <a:tailEnd type="none" w="med" len="med"/>
          </a:ln>
        </p:spPr>
      </p:sp>
      <p:sp>
        <p:nvSpPr>
          <p:cNvPr id="124941" name="Line 14"/>
          <p:cNvSpPr/>
          <p:nvPr/>
        </p:nvSpPr>
        <p:spPr>
          <a:xfrm>
            <a:off x="2392363" y="1855788"/>
            <a:ext cx="449262" cy="0"/>
          </a:xfrm>
          <a:prstGeom prst="line">
            <a:avLst/>
          </a:prstGeom>
          <a:ln w="9525" cap="flat" cmpd="sng">
            <a:solidFill>
              <a:schemeClr val="tx1"/>
            </a:solidFill>
            <a:prstDash val="solid"/>
            <a:headEnd type="none" w="med" len="med"/>
            <a:tailEnd type="triangle" w="med" len="med"/>
          </a:ln>
        </p:spPr>
      </p:sp>
      <p:sp>
        <p:nvSpPr>
          <p:cNvPr id="37901" name="Line 15"/>
          <p:cNvSpPr/>
          <p:nvPr/>
        </p:nvSpPr>
        <p:spPr>
          <a:xfrm>
            <a:off x="3289300" y="2325688"/>
            <a:ext cx="449263" cy="0"/>
          </a:xfrm>
          <a:prstGeom prst="line">
            <a:avLst/>
          </a:prstGeom>
          <a:ln w="9525" cap="flat" cmpd="sng">
            <a:solidFill>
              <a:schemeClr val="tx1"/>
            </a:solidFill>
            <a:prstDash val="solid"/>
            <a:headEnd type="none" w="med" len="med"/>
            <a:tailEnd type="none" w="med" len="med"/>
          </a:ln>
        </p:spPr>
      </p:sp>
      <p:sp>
        <p:nvSpPr>
          <p:cNvPr id="37902" name="Line 16"/>
          <p:cNvSpPr/>
          <p:nvPr/>
        </p:nvSpPr>
        <p:spPr>
          <a:xfrm flipV="1">
            <a:off x="3738563" y="1855788"/>
            <a:ext cx="0" cy="469900"/>
          </a:xfrm>
          <a:prstGeom prst="line">
            <a:avLst/>
          </a:prstGeom>
          <a:ln w="9525" cap="flat" cmpd="sng">
            <a:solidFill>
              <a:schemeClr val="tx1"/>
            </a:solidFill>
            <a:prstDash val="solid"/>
            <a:headEnd type="none" w="med" len="med"/>
            <a:tailEnd type="none" w="med" len="med"/>
          </a:ln>
        </p:spPr>
      </p:sp>
      <p:sp>
        <p:nvSpPr>
          <p:cNvPr id="37903" name="Line 17"/>
          <p:cNvSpPr/>
          <p:nvPr/>
        </p:nvSpPr>
        <p:spPr>
          <a:xfrm>
            <a:off x="3738563" y="1855788"/>
            <a:ext cx="449262" cy="0"/>
          </a:xfrm>
          <a:prstGeom prst="line">
            <a:avLst/>
          </a:prstGeom>
          <a:ln w="9525" cap="flat" cmpd="sng">
            <a:solidFill>
              <a:schemeClr val="tx1"/>
            </a:solidFill>
            <a:prstDash val="solid"/>
            <a:headEnd type="none" w="med" len="med"/>
            <a:tailEnd type="triangle" w="med" len="med"/>
          </a:ln>
        </p:spPr>
      </p:sp>
      <p:sp>
        <p:nvSpPr>
          <p:cNvPr id="37904" name="Line 18"/>
          <p:cNvSpPr/>
          <p:nvPr/>
        </p:nvSpPr>
        <p:spPr>
          <a:xfrm>
            <a:off x="4635500" y="2325688"/>
            <a:ext cx="449263" cy="0"/>
          </a:xfrm>
          <a:prstGeom prst="line">
            <a:avLst/>
          </a:prstGeom>
          <a:ln w="9525" cap="flat" cmpd="sng">
            <a:solidFill>
              <a:schemeClr val="tx1"/>
            </a:solidFill>
            <a:prstDash val="solid"/>
            <a:headEnd type="none" w="med" len="med"/>
            <a:tailEnd type="none" w="med" len="med"/>
          </a:ln>
        </p:spPr>
      </p:sp>
      <p:sp>
        <p:nvSpPr>
          <p:cNvPr id="37905" name="Line 19"/>
          <p:cNvSpPr/>
          <p:nvPr/>
        </p:nvSpPr>
        <p:spPr>
          <a:xfrm flipV="1">
            <a:off x="5084763" y="1855788"/>
            <a:ext cx="0" cy="469900"/>
          </a:xfrm>
          <a:prstGeom prst="line">
            <a:avLst/>
          </a:prstGeom>
          <a:ln w="9525" cap="flat" cmpd="sng">
            <a:solidFill>
              <a:schemeClr val="tx1"/>
            </a:solidFill>
            <a:prstDash val="solid"/>
            <a:headEnd type="none" w="med" len="med"/>
            <a:tailEnd type="none" w="med" len="med"/>
          </a:ln>
        </p:spPr>
      </p:sp>
      <p:sp>
        <p:nvSpPr>
          <p:cNvPr id="37906" name="Line 20"/>
          <p:cNvSpPr/>
          <p:nvPr/>
        </p:nvSpPr>
        <p:spPr>
          <a:xfrm>
            <a:off x="5084763" y="1855788"/>
            <a:ext cx="449262" cy="0"/>
          </a:xfrm>
          <a:prstGeom prst="line">
            <a:avLst/>
          </a:prstGeom>
          <a:ln w="9525" cap="flat" cmpd="sng">
            <a:solidFill>
              <a:schemeClr val="tx1"/>
            </a:solidFill>
            <a:prstDash val="solid"/>
            <a:headEnd type="none" w="med" len="med"/>
            <a:tailEnd type="triangle" w="med" len="med"/>
          </a:ln>
        </p:spPr>
      </p:sp>
      <p:sp>
        <p:nvSpPr>
          <p:cNvPr id="37907" name="Line 21"/>
          <p:cNvSpPr/>
          <p:nvPr/>
        </p:nvSpPr>
        <p:spPr>
          <a:xfrm>
            <a:off x="5757863" y="2325688"/>
            <a:ext cx="447675" cy="0"/>
          </a:xfrm>
          <a:prstGeom prst="line">
            <a:avLst/>
          </a:prstGeom>
          <a:ln w="9525" cap="flat" cmpd="sng">
            <a:solidFill>
              <a:schemeClr val="tx1"/>
            </a:solidFill>
            <a:prstDash val="solid"/>
            <a:headEnd type="none" w="med" len="med"/>
            <a:tailEnd type="none" w="med" len="med"/>
          </a:ln>
        </p:spPr>
      </p:sp>
      <p:sp>
        <p:nvSpPr>
          <p:cNvPr id="37908" name="Line 22"/>
          <p:cNvSpPr/>
          <p:nvPr/>
        </p:nvSpPr>
        <p:spPr>
          <a:xfrm flipV="1">
            <a:off x="6205538" y="1855788"/>
            <a:ext cx="0" cy="469900"/>
          </a:xfrm>
          <a:prstGeom prst="line">
            <a:avLst/>
          </a:prstGeom>
          <a:ln w="9525" cap="flat" cmpd="sng">
            <a:solidFill>
              <a:schemeClr val="tx1"/>
            </a:solidFill>
            <a:prstDash val="solid"/>
            <a:headEnd type="none" w="med" len="med"/>
            <a:tailEnd type="none" w="med" len="med"/>
          </a:ln>
        </p:spPr>
      </p:sp>
      <p:sp>
        <p:nvSpPr>
          <p:cNvPr id="37909" name="Line 23"/>
          <p:cNvSpPr/>
          <p:nvPr/>
        </p:nvSpPr>
        <p:spPr>
          <a:xfrm>
            <a:off x="6205538" y="1855788"/>
            <a:ext cx="449262" cy="0"/>
          </a:xfrm>
          <a:prstGeom prst="line">
            <a:avLst/>
          </a:prstGeom>
          <a:ln w="9525" cap="flat" cmpd="sng">
            <a:solidFill>
              <a:schemeClr val="tx1"/>
            </a:solidFill>
            <a:prstDash val="solid"/>
            <a:headEnd type="none" w="med" len="med"/>
            <a:tailEnd type="triangle" w="med" len="med"/>
          </a:ln>
        </p:spPr>
      </p:sp>
      <p:sp>
        <p:nvSpPr>
          <p:cNvPr id="124951" name="Text Box 24"/>
          <p:cNvSpPr txBox="1"/>
          <p:nvPr/>
        </p:nvSpPr>
        <p:spPr>
          <a:xfrm>
            <a:off x="1403350" y="1270000"/>
            <a:ext cx="1085850" cy="7842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50000"/>
              </a:spcBef>
              <a:buClrTx/>
              <a:buSzTx/>
              <a:buNone/>
            </a:pPr>
            <a:r>
              <a:rPr lang="en-US" altLang="zh-CN" sz="1800" dirty="0"/>
              <a:t>(</a:t>
            </a:r>
            <a:r>
              <a:rPr lang="zh-CN" altLang="en-US" sz="1800" dirty="0"/>
              <a:t>头指针</a:t>
            </a:r>
            <a:r>
              <a:rPr lang="en-US" altLang="zh-CN" sz="1800" dirty="0"/>
              <a:t>)</a:t>
            </a:r>
            <a:endParaRPr lang="en-US" altLang="zh-CN" sz="1800" dirty="0"/>
          </a:p>
          <a:p>
            <a:pPr marL="0" lvl="0" indent="0" eaLnBrk="1" hangingPunct="1">
              <a:spcBef>
                <a:spcPct val="50000"/>
              </a:spcBef>
              <a:buClrTx/>
              <a:buSzTx/>
              <a:buFontTx/>
              <a:buNone/>
            </a:pPr>
            <a:r>
              <a:rPr lang="en-US" altLang="zh-CN" sz="1800" dirty="0"/>
              <a:t>head</a:t>
            </a:r>
            <a:endParaRPr lang="en-US" altLang="zh-CN" sz="1800" dirty="0"/>
          </a:p>
        </p:txBody>
      </p:sp>
      <p:sp>
        <p:nvSpPr>
          <p:cNvPr id="37911" name="Text Box 25"/>
          <p:cNvSpPr txBox="1"/>
          <p:nvPr/>
        </p:nvSpPr>
        <p:spPr>
          <a:xfrm>
            <a:off x="2914650" y="1636713"/>
            <a:ext cx="417513"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50000"/>
              </a:spcBef>
              <a:buClrTx/>
              <a:buSzTx/>
              <a:buFontTx/>
              <a:buNone/>
            </a:pPr>
            <a:r>
              <a:rPr lang="en-US" altLang="zh-CN" sz="1800" dirty="0"/>
              <a:t>a</a:t>
            </a:r>
            <a:r>
              <a:rPr lang="en-US" altLang="zh-CN" sz="1800" baseline="-25000" dirty="0"/>
              <a:t>1</a:t>
            </a:r>
            <a:endParaRPr lang="en-US" altLang="zh-CN" sz="1800" baseline="-25000" dirty="0"/>
          </a:p>
        </p:txBody>
      </p:sp>
      <p:sp>
        <p:nvSpPr>
          <p:cNvPr id="37912" name="Text Box 26"/>
          <p:cNvSpPr txBox="1"/>
          <p:nvPr/>
        </p:nvSpPr>
        <p:spPr>
          <a:xfrm>
            <a:off x="4303713" y="1622425"/>
            <a:ext cx="417512"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50000"/>
              </a:spcBef>
              <a:buClrTx/>
              <a:buSzTx/>
              <a:buFontTx/>
              <a:buNone/>
            </a:pPr>
            <a:r>
              <a:rPr lang="en-US" altLang="zh-CN" sz="1800" dirty="0"/>
              <a:t>a</a:t>
            </a:r>
            <a:r>
              <a:rPr lang="en-US" altLang="zh-CN" sz="1800" baseline="-25000" dirty="0"/>
              <a:t>2</a:t>
            </a:r>
            <a:endParaRPr lang="en-US" altLang="zh-CN" sz="1800" baseline="-25000" dirty="0"/>
          </a:p>
        </p:txBody>
      </p:sp>
      <p:sp>
        <p:nvSpPr>
          <p:cNvPr id="37913" name="Text Box 27"/>
          <p:cNvSpPr txBox="1"/>
          <p:nvPr/>
        </p:nvSpPr>
        <p:spPr>
          <a:xfrm>
            <a:off x="6765925" y="1636713"/>
            <a:ext cx="417513"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50000"/>
              </a:spcBef>
              <a:buClrTx/>
              <a:buSzTx/>
              <a:buFontTx/>
              <a:buNone/>
            </a:pPr>
            <a:r>
              <a:rPr lang="en-US" altLang="zh-CN" sz="1800" dirty="0"/>
              <a:t>a</a:t>
            </a:r>
            <a:r>
              <a:rPr lang="en-US" altLang="zh-CN" sz="1800" baseline="-25000" dirty="0"/>
              <a:t>n</a:t>
            </a:r>
            <a:endParaRPr lang="en-US" altLang="zh-CN" sz="1800" baseline="-25000" dirty="0"/>
          </a:p>
        </p:txBody>
      </p:sp>
      <p:sp>
        <p:nvSpPr>
          <p:cNvPr id="37914" name="Line 28"/>
          <p:cNvSpPr/>
          <p:nvPr/>
        </p:nvSpPr>
        <p:spPr>
          <a:xfrm>
            <a:off x="5383213" y="2125663"/>
            <a:ext cx="431800" cy="0"/>
          </a:xfrm>
          <a:prstGeom prst="line">
            <a:avLst/>
          </a:prstGeom>
          <a:ln w="9525" cap="flat" cmpd="sng">
            <a:solidFill>
              <a:schemeClr val="tx1"/>
            </a:solidFill>
            <a:prstDash val="dash"/>
            <a:headEnd type="none" w="med" len="med"/>
            <a:tailEnd type="none" w="med" len="med"/>
          </a:ln>
        </p:spPr>
      </p:sp>
      <p:sp>
        <p:nvSpPr>
          <p:cNvPr id="37915" name="Text Box 29"/>
          <p:cNvSpPr txBox="1"/>
          <p:nvPr/>
        </p:nvSpPr>
        <p:spPr>
          <a:xfrm>
            <a:off x="6640513" y="2198688"/>
            <a:ext cx="776287"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50000"/>
              </a:spcBef>
              <a:buClrTx/>
              <a:buSzTx/>
              <a:buFontTx/>
              <a:buNone/>
            </a:pPr>
            <a:r>
              <a:rPr lang="en-US" altLang="zh-CN" sz="1800" dirty="0"/>
              <a:t>NULL</a:t>
            </a:r>
            <a:endParaRPr lang="en-US" altLang="zh-CN" sz="1800" dirty="0"/>
          </a:p>
        </p:txBody>
      </p:sp>
      <p:sp>
        <p:nvSpPr>
          <p:cNvPr id="37916" name="Text Box 24"/>
          <p:cNvSpPr txBox="1"/>
          <p:nvPr/>
        </p:nvSpPr>
        <p:spPr>
          <a:xfrm>
            <a:off x="2627313" y="1190625"/>
            <a:ext cx="1398587" cy="3683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50000"/>
              </a:spcBef>
              <a:buClrTx/>
              <a:buSzTx/>
              <a:buNone/>
            </a:pPr>
            <a:r>
              <a:rPr lang="en-US" altLang="zh-CN" sz="1800" dirty="0"/>
              <a:t> (</a:t>
            </a:r>
            <a:r>
              <a:rPr lang="zh-CN" altLang="en-US" sz="1800" dirty="0"/>
              <a:t>链表元素</a:t>
            </a:r>
            <a:r>
              <a:rPr lang="en-US" altLang="zh-CN" sz="1800" dirty="0"/>
              <a:t>)</a:t>
            </a:r>
            <a:endParaRPr lang="en-US" altLang="zh-CN" sz="1800" dirty="0"/>
          </a:p>
        </p:txBody>
      </p:sp>
      <p:sp>
        <p:nvSpPr>
          <p:cNvPr id="2" name="标题 1"/>
          <p:cNvSpPr>
            <a:spLocks noGrp="1"/>
          </p:cNvSpPr>
          <p:nvPr>
            <p:ph type="title"/>
          </p:nvPr>
        </p:nvSpPr>
        <p:spPr/>
        <p:txBody>
          <a:bodyPr vert="horz" wrap="square" lIns="91440" tIns="45720" rIns="91440" bIns="45720" numCol="1" anchor="ctr" anchorCtr="1"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单链表</a:t>
            </a:r>
            <a:endParaRPr kumimoji="0" lang="zh-CN" altLang="en-US"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4938"/>
                                        </p:tgtEl>
                                        <p:attrNameLst>
                                          <p:attrName>style.visibility</p:attrName>
                                        </p:attrNameLst>
                                      </p:cBhvr>
                                      <p:to>
                                        <p:strVal val="visible"/>
                                      </p:to>
                                    </p:set>
                                    <p:anim calcmode="lin" valueType="num">
                                      <p:cBhvr additive="base">
                                        <p:cTn id="7" dur="500" fill="hold"/>
                                        <p:tgtEl>
                                          <p:spTgt spid="124938"/>
                                        </p:tgtEl>
                                        <p:attrNameLst>
                                          <p:attrName>ppt_x</p:attrName>
                                        </p:attrNameLst>
                                      </p:cBhvr>
                                      <p:tavLst>
                                        <p:tav tm="0">
                                          <p:val>
                                            <p:strVal val="#ppt_x"/>
                                          </p:val>
                                        </p:tav>
                                        <p:tav tm="100000">
                                          <p:val>
                                            <p:strVal val="#ppt_x"/>
                                          </p:val>
                                        </p:tav>
                                      </p:tavLst>
                                    </p:anim>
                                    <p:anim calcmode="lin" valueType="num">
                                      <p:cBhvr additive="base">
                                        <p:cTn id="8" dur="500" fill="hold"/>
                                        <p:tgtEl>
                                          <p:spTgt spid="12493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24939"/>
                                        </p:tgtEl>
                                        <p:attrNameLst>
                                          <p:attrName>style.visibility</p:attrName>
                                        </p:attrNameLst>
                                      </p:cBhvr>
                                      <p:to>
                                        <p:strVal val="visible"/>
                                      </p:to>
                                    </p:set>
                                    <p:anim calcmode="lin" valueType="num">
                                      <p:cBhvr additive="base">
                                        <p:cTn id="11" dur="500" fill="hold"/>
                                        <p:tgtEl>
                                          <p:spTgt spid="124939"/>
                                        </p:tgtEl>
                                        <p:attrNameLst>
                                          <p:attrName>ppt_x</p:attrName>
                                        </p:attrNameLst>
                                      </p:cBhvr>
                                      <p:tavLst>
                                        <p:tav tm="0">
                                          <p:val>
                                            <p:strVal val="#ppt_x"/>
                                          </p:val>
                                        </p:tav>
                                        <p:tav tm="100000">
                                          <p:val>
                                            <p:strVal val="#ppt_x"/>
                                          </p:val>
                                        </p:tav>
                                      </p:tavLst>
                                    </p:anim>
                                    <p:anim calcmode="lin" valueType="num">
                                      <p:cBhvr additive="base">
                                        <p:cTn id="12" dur="500" fill="hold"/>
                                        <p:tgtEl>
                                          <p:spTgt spid="124939"/>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24940"/>
                                        </p:tgtEl>
                                        <p:attrNameLst>
                                          <p:attrName>style.visibility</p:attrName>
                                        </p:attrNameLst>
                                      </p:cBhvr>
                                      <p:to>
                                        <p:strVal val="visible"/>
                                      </p:to>
                                    </p:set>
                                    <p:anim calcmode="lin" valueType="num">
                                      <p:cBhvr additive="base">
                                        <p:cTn id="15" dur="500" fill="hold"/>
                                        <p:tgtEl>
                                          <p:spTgt spid="124940"/>
                                        </p:tgtEl>
                                        <p:attrNameLst>
                                          <p:attrName>ppt_x</p:attrName>
                                        </p:attrNameLst>
                                      </p:cBhvr>
                                      <p:tavLst>
                                        <p:tav tm="0">
                                          <p:val>
                                            <p:strVal val="#ppt_x"/>
                                          </p:val>
                                        </p:tav>
                                        <p:tav tm="100000">
                                          <p:val>
                                            <p:strVal val="#ppt_x"/>
                                          </p:val>
                                        </p:tav>
                                      </p:tavLst>
                                    </p:anim>
                                    <p:anim calcmode="lin" valueType="num">
                                      <p:cBhvr additive="base">
                                        <p:cTn id="16" dur="500" fill="hold"/>
                                        <p:tgtEl>
                                          <p:spTgt spid="124940"/>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24941"/>
                                        </p:tgtEl>
                                        <p:attrNameLst>
                                          <p:attrName>style.visibility</p:attrName>
                                        </p:attrNameLst>
                                      </p:cBhvr>
                                      <p:to>
                                        <p:strVal val="visible"/>
                                      </p:to>
                                    </p:set>
                                    <p:anim calcmode="lin" valueType="num">
                                      <p:cBhvr additive="base">
                                        <p:cTn id="19" dur="500" fill="hold"/>
                                        <p:tgtEl>
                                          <p:spTgt spid="124941"/>
                                        </p:tgtEl>
                                        <p:attrNameLst>
                                          <p:attrName>ppt_x</p:attrName>
                                        </p:attrNameLst>
                                      </p:cBhvr>
                                      <p:tavLst>
                                        <p:tav tm="0">
                                          <p:val>
                                            <p:strVal val="#ppt_x"/>
                                          </p:val>
                                        </p:tav>
                                        <p:tav tm="100000">
                                          <p:val>
                                            <p:strVal val="#ppt_x"/>
                                          </p:val>
                                        </p:tav>
                                      </p:tavLst>
                                    </p:anim>
                                    <p:anim calcmode="lin" valueType="num">
                                      <p:cBhvr additive="base">
                                        <p:cTn id="20" dur="500" fill="hold"/>
                                        <p:tgtEl>
                                          <p:spTgt spid="124941"/>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24951"/>
                                        </p:tgtEl>
                                        <p:attrNameLst>
                                          <p:attrName>style.visibility</p:attrName>
                                        </p:attrNameLst>
                                      </p:cBhvr>
                                      <p:to>
                                        <p:strVal val="visible"/>
                                      </p:to>
                                    </p:set>
                                    <p:anim calcmode="lin" valueType="num">
                                      <p:cBhvr additive="base">
                                        <p:cTn id="23" dur="500" fill="hold"/>
                                        <p:tgtEl>
                                          <p:spTgt spid="124951"/>
                                        </p:tgtEl>
                                        <p:attrNameLst>
                                          <p:attrName>ppt_x</p:attrName>
                                        </p:attrNameLst>
                                      </p:cBhvr>
                                      <p:tavLst>
                                        <p:tav tm="0">
                                          <p:val>
                                            <p:strVal val="#ppt_x"/>
                                          </p:val>
                                        </p:tav>
                                        <p:tav tm="100000">
                                          <p:val>
                                            <p:strVal val="#ppt_x"/>
                                          </p:val>
                                        </p:tav>
                                      </p:tavLst>
                                    </p:anim>
                                    <p:anim calcmode="lin" valueType="num">
                                      <p:cBhvr additive="base">
                                        <p:cTn id="24" dur="500" fill="hold"/>
                                        <p:tgtEl>
                                          <p:spTgt spid="124951"/>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440323">
                                            <p:txEl>
                                              <p:charRg st="124" end="147"/>
                                            </p:txEl>
                                          </p:spTgt>
                                        </p:tgtEl>
                                        <p:attrNameLst>
                                          <p:attrName>style.visibility</p:attrName>
                                        </p:attrNameLst>
                                      </p:cBhvr>
                                      <p:to>
                                        <p:strVal val="visible"/>
                                      </p:to>
                                    </p:set>
                                    <p:anim calcmode="lin" valueType="num">
                                      <p:cBhvr additive="base">
                                        <p:cTn id="27" dur="500" fill="hold"/>
                                        <p:tgtEl>
                                          <p:spTgt spid="440323">
                                            <p:txEl>
                                              <p:charRg st="124" end="14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40323">
                                            <p:txEl>
                                              <p:charRg st="124" end="147"/>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440323">
                                            <p:txEl>
                                              <p:charRg st="147" end="181"/>
                                            </p:txEl>
                                          </p:spTgt>
                                        </p:tgtEl>
                                        <p:attrNameLst>
                                          <p:attrName>style.visibility</p:attrName>
                                        </p:attrNameLst>
                                      </p:cBhvr>
                                      <p:to>
                                        <p:strVal val="visible"/>
                                      </p:to>
                                    </p:set>
                                    <p:anim calcmode="lin" valueType="num">
                                      <p:cBhvr additive="base">
                                        <p:cTn id="31" dur="500" fill="hold"/>
                                        <p:tgtEl>
                                          <p:spTgt spid="440323">
                                            <p:txEl>
                                              <p:charRg st="147" end="18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40323">
                                            <p:txEl>
                                              <p:charRg st="147" end="181"/>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440323">
                                            <p:txEl>
                                              <p:charRg st="181" end="209"/>
                                            </p:txEl>
                                          </p:spTgt>
                                        </p:tgtEl>
                                        <p:attrNameLst>
                                          <p:attrName>style.visibility</p:attrName>
                                        </p:attrNameLst>
                                      </p:cBhvr>
                                      <p:to>
                                        <p:strVal val="visible"/>
                                      </p:to>
                                    </p:set>
                                    <p:anim calcmode="lin" valueType="num">
                                      <p:cBhvr additive="base">
                                        <p:cTn id="35" dur="500" fill="hold"/>
                                        <p:tgtEl>
                                          <p:spTgt spid="440323">
                                            <p:txEl>
                                              <p:charRg st="181" end="209"/>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40323">
                                            <p:txEl>
                                              <p:charRg st="181" end="20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8" grpId="0" animBg="1"/>
      <p:bldP spid="12495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7200" y="44450"/>
            <a:ext cx="8229600" cy="1139825"/>
          </a:xfrm>
        </p:spPr>
        <p:txBody>
          <a:bodyPr vert="horz" wrap="square" lIns="91440" tIns="45720" rIns="91440" bIns="45720" numCol="1" anchor="ctr" anchorCtr="1"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链表与数组的结合</a:t>
            </a:r>
            <a:endParaRPr kumimoji="0" lang="zh-CN" altLang="en-US"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 name="内容占位符 2"/>
          <p:cNvSpPr>
            <a:spLocks noGrp="1"/>
          </p:cNvSpPr>
          <p:nvPr>
            <p:ph idx="1"/>
          </p:nvPr>
        </p:nvSpPr>
        <p:spPr>
          <a:xfrm>
            <a:off x="468313" y="1341438"/>
            <a:ext cx="8229600" cy="5256213"/>
          </a:xfrm>
        </p:spPr>
        <p:txBody>
          <a:bodyPr vert="horz" wrap="square" lIns="91440" tIns="45720" rIns="91440" bIns="45720" numCol="1" anchor="t" anchorCtr="0" compatLnSpc="1">
            <a:normAutofit fontScale="70000" lnSpcReduction="20000"/>
          </a:bodyPr>
          <a:lstStyle/>
          <a:p>
            <a:pPr marL="342900" marR="0" lvl="0" indent="-34290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数组与链表在表示线性元素构成的数据时各有</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特点</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0" fontAlgn="base" latinLnBrk="0" hangingPunct="0">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数组访问元素</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效率高，但空间扩充困难，插入</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删除效率低。</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0" fontAlgn="base" latinLnBrk="0" hangingPunct="0">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链表空间扩充容易，插入</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删除效率高，但</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元素访问</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效率低。</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可以把它们结合起来使用：</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0" fontAlgn="base" latinLnBrk="0" hangingPunct="0">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整体是链表，链表的每个结点中用数组存储多个元素</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。例如，结点的类型可以是</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1" fontAlgn="base" latinLnBrk="0" hangingPunct="1">
              <a:lnSpc>
                <a:spcPct val="120000"/>
              </a:lnSpc>
              <a:spcBef>
                <a:spcPct val="20000"/>
              </a:spcBef>
              <a:spcAft>
                <a:spcPct val="0"/>
              </a:spcAft>
              <a:buClr>
                <a:schemeClr val="accent2"/>
              </a:buClr>
              <a:buSzPct val="60000"/>
              <a:buFontTx/>
              <a:buNone/>
              <a:defRPr/>
            </a:pPr>
            <a:r>
              <a:rPr kumimoji="0" lang="en-US"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struct</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a:ln>
                  <a:noFill/>
                </a:ln>
                <a:solidFill>
                  <a:schemeClr val="folHlink"/>
                </a:solidFill>
                <a:effectLst>
                  <a:outerShdw blurRad="38100" dist="38100" dir="2700000" algn="tl">
                    <a:srgbClr val="000000"/>
                  </a:outerShdw>
                </a:effectLst>
                <a:uLnTx/>
                <a:uFillTx/>
                <a:latin typeface="+mn-lt"/>
                <a:ea typeface="+mn-ea"/>
              </a:rPr>
              <a:t>Node </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结点的类型定义</a:t>
            </a:r>
            <a:endParaRPr kumimoji="0" lang="en-US" altLang="zh-CN" sz="2400" b="0" i="0" u="none" strike="noStrike" kern="0" cap="none" spc="0" normalizeH="0" baseline="0" noProof="0" dirty="0">
              <a:ln>
                <a:noFill/>
              </a:ln>
              <a:solidFill>
                <a:schemeClr val="folHlink"/>
              </a:solidFill>
              <a:effectLst>
                <a:outerShdw blurRad="38100" dist="38100" dir="2700000" algn="tl">
                  <a:srgbClr val="000000"/>
                </a:outerShdw>
              </a:effectLst>
              <a:uLnTx/>
              <a:uFillTx/>
              <a:latin typeface="+mn-lt"/>
              <a:ea typeface="+mn-ea"/>
            </a:endParaRPr>
          </a:p>
          <a:p>
            <a:pPr marL="1143000" marR="0" lvl="2" indent="-228600" algn="l" defTabSz="914400" rtl="0" eaLnBrk="1" fontAlgn="base" latinLnBrk="0" hangingPunct="1">
              <a:lnSpc>
                <a:spcPct val="120000"/>
              </a:lnSpc>
              <a:spcBef>
                <a:spcPct val="20000"/>
              </a:spcBef>
              <a:spcAft>
                <a:spcPct val="0"/>
              </a:spcAft>
              <a:buClr>
                <a:schemeClr val="accent2"/>
              </a:buClr>
              <a:buSzPct val="60000"/>
              <a:buFontTx/>
              <a:buNone/>
              <a:defRPr/>
            </a:pP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content[20];  //</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最多存储</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20</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个元素的数据</a:t>
            </a: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1" fontAlgn="base" latinLnBrk="0" hangingPunct="1">
              <a:lnSpc>
                <a:spcPct val="120000"/>
              </a:lnSpc>
              <a:spcBef>
                <a:spcPct val="20000"/>
              </a:spcBef>
              <a:spcAft>
                <a:spcPct val="0"/>
              </a:spcAft>
              <a:buClr>
                <a:schemeClr val="accent2"/>
              </a:buClr>
              <a:buSzPct val="60000"/>
              <a:buFontTx/>
              <a:buNone/>
              <a:defRPr/>
            </a:pP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num</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本结点中元素的实际个数</a:t>
            </a:r>
            <a:endPar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1" fontAlgn="base" latinLnBrk="0" hangingPunct="1">
              <a:lnSpc>
                <a:spcPct val="120000"/>
              </a:lnSpc>
              <a:spcBef>
                <a:spcPct val="20000"/>
              </a:spcBef>
              <a:spcAft>
                <a:spcPct val="0"/>
              </a:spcAft>
              <a:buClr>
                <a:schemeClr val="accent2"/>
              </a:buClr>
              <a:buSzPct val="60000"/>
              <a:buFontTx/>
              <a:buNone/>
              <a:defRPr/>
            </a:pP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Node *</a:t>
            </a:r>
            <a:r>
              <a:rPr kumimoji="0" lang="en-US" altLang="zh-CN" sz="2400" b="0" i="0" u="none" strike="noStrike" kern="0" cap="none" spc="0" normalizeH="0" baseline="0" noProof="0" dirty="0">
                <a:ln>
                  <a:noFill/>
                </a:ln>
                <a:solidFill>
                  <a:schemeClr val="folHlink"/>
                </a:solidFill>
                <a:effectLst>
                  <a:outerShdw blurRad="38100" dist="38100" dir="2700000" algn="tl">
                    <a:srgbClr val="000000"/>
                  </a:outerShdw>
                </a:effectLst>
                <a:uLnTx/>
                <a:uFillTx/>
                <a:latin typeface="+mn-lt"/>
                <a:ea typeface="+mn-ea"/>
              </a:rPr>
              <a:t>next</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存储下一个结点的地址</a:t>
            </a:r>
            <a:endPar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1" fontAlgn="base" latinLnBrk="0" hangingPunct="1">
              <a:lnSpc>
                <a:spcPct val="120000"/>
              </a:lnSpc>
              <a:spcBef>
                <a:spcPct val="20000"/>
              </a:spcBef>
              <a:spcAft>
                <a:spcPct val="0"/>
              </a:spcAft>
              <a:buClr>
                <a:schemeClr val="accent2"/>
              </a:buClr>
              <a:buSzPct val="60000"/>
              <a:buFontTx/>
              <a:buNone/>
              <a:defRPr/>
            </a:pP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0" fontAlgn="base" latinLnBrk="0" hangingPunct="0">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访问</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元素</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时先找到元素所在的结点，在结点内部可用下标访问。</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0" fontAlgn="base" latinLnBrk="0" hangingPunct="0">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增加</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删除元素在某结点内部进行：</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0" fontAlgn="base" latinLnBrk="0" hangingPunct="0">
              <a:lnSpc>
                <a:spcPct val="120000"/>
              </a:lnSpc>
              <a:spcBef>
                <a:spcPct val="20000"/>
              </a:spcBef>
              <a:spcAft>
                <a:spcPct val="0"/>
              </a:spcAft>
              <a:buClr>
                <a:schemeClr val="accent2"/>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结点内部空间不够时，可增加一个结点存放新元素。</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0" fontAlgn="base" latinLnBrk="0" hangingPunct="0">
              <a:lnSpc>
                <a:spcPct val="120000"/>
              </a:lnSpc>
              <a:spcBef>
                <a:spcPct val="20000"/>
              </a:spcBef>
              <a:spcAft>
                <a:spcPct val="0"/>
              </a:spcAft>
              <a:buClr>
                <a:schemeClr val="accent2"/>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结点内部元素较少时，可合并相邻结点。</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7200" y="44450"/>
            <a:ext cx="8229600" cy="1139825"/>
          </a:xfrm>
        </p:spPr>
        <p:txBody>
          <a:bodyPr vert="horz" wrap="square" lIns="91440" tIns="45720" rIns="91440" bIns="45720" numCol="1" anchor="ctr" anchorCtr="1"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引用类型</a:t>
            </a:r>
            <a:endParaRPr kumimoji="0" lang="zh-CN" altLang="en-US"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 name="内容占位符 2"/>
          <p:cNvSpPr>
            <a:spLocks noGrp="1"/>
          </p:cNvSpPr>
          <p:nvPr>
            <p:ph idx="1"/>
          </p:nvPr>
        </p:nvSpPr>
        <p:spPr>
          <a:xfrm>
            <a:off x="457200" y="1268413"/>
            <a:ext cx="8229600" cy="5473700"/>
          </a:xfrm>
        </p:spPr>
        <p:txBody>
          <a:bodyPr vert="horz" wrap="square" lIns="91440" tIns="45720" rIns="91440" bIns="45720" numCol="1" anchor="t" anchorCtr="0" compatLnSpc="1">
            <a:normAutofit fontScale="92500"/>
          </a:bodyPr>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引用类型是用来给一个变量取一个</a:t>
            </a: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别名</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，通过该别名可以访问原来的变量：</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一个引用类型的变量没有自己的内存空间，而是共享它引用的变量的内存空间。例如：</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800100" marR="0" lvl="2" indent="0" algn="l" defTabSz="914400" rtl="0" eaLnBrk="0" fontAlgn="base" latinLnBrk="0" hangingPunct="0">
              <a:lnSpc>
                <a:spcPct val="100000"/>
              </a:lnSpc>
              <a:spcBef>
                <a:spcPct val="20000"/>
              </a:spcBef>
              <a:spcAft>
                <a:spcPct val="0"/>
              </a:spcAft>
              <a:buClr>
                <a:schemeClr val="accent2"/>
              </a:buClr>
              <a:buSzPct val="60000"/>
              <a:buFont typeface="Wingdings" panose="05000000000000000000" pitchFamily="2" charset="2"/>
              <a:buNone/>
              <a:defRPr/>
            </a:pP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x=10;</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800100" marR="0" lvl="2" indent="0" algn="l" defTabSz="914400" rtl="0" eaLnBrk="0" fontAlgn="base" latinLnBrk="0" hangingPunct="0">
              <a:lnSpc>
                <a:spcPct val="100000"/>
              </a:lnSpc>
              <a:spcBef>
                <a:spcPct val="20000"/>
              </a:spcBef>
              <a:spcAft>
                <a:spcPct val="0"/>
              </a:spcAft>
              <a:buClr>
                <a:schemeClr val="accent2"/>
              </a:buClr>
              <a:buSzPct val="60000"/>
              <a:buFont typeface="Wingdings" panose="05000000000000000000" pitchFamily="2" charset="2"/>
              <a:buNone/>
              <a:defRPr/>
            </a:pP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&amp;y</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=x; //y</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为引用类型的变量，它是</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x</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的别名</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800100" marR="0" lvl="2" indent="0" algn="l" defTabSz="914400" rtl="0" eaLnBrk="0" fontAlgn="base" latinLnBrk="0" hangingPunct="0">
              <a:lnSpc>
                <a:spcPct val="100000"/>
              </a:lnSpc>
              <a:spcBef>
                <a:spcPct val="20000"/>
              </a:spcBef>
              <a:spcAft>
                <a:spcPct val="0"/>
              </a:spcAft>
              <a:buClr>
                <a:schemeClr val="accent2"/>
              </a:buClr>
              <a:buSzPct val="60000"/>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y = 20;  //</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通过</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y</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访问</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x</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，效果上等价于：</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x = 20;</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34290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引用类型具有指针类型的一些效果。例如：</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800100" marR="0" lvl="2" indent="0" algn="l" defTabSz="914400" rtl="0" eaLnBrk="0" fontAlgn="base" latinLnBrk="0" hangingPunct="0">
              <a:lnSpc>
                <a:spcPct val="100000"/>
              </a:lnSpc>
              <a:spcBef>
                <a:spcPct val="20000"/>
              </a:spcBef>
              <a:spcAft>
                <a:spcPct val="0"/>
              </a:spcAft>
              <a:buClr>
                <a:schemeClr val="accent2"/>
              </a:buClr>
              <a:buSzPct val="60000"/>
              <a:buFont typeface="Wingdings" panose="05000000000000000000" pitchFamily="2" charset="2"/>
              <a:buNone/>
              <a:defRPr/>
            </a:pPr>
            <a:r>
              <a:rPr kumimoji="0" lang="en-US"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*p</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=&amp;x; //p</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为指针类型的变量，它指向</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x</a:t>
            </a: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800100" marR="0" lvl="2" indent="0" algn="l" defTabSz="914400" rtl="0" eaLnBrk="0" fontAlgn="base" latinLnBrk="0" hangingPunct="0">
              <a:lnSpc>
                <a:spcPct val="100000"/>
              </a:lnSpc>
              <a:spcBef>
                <a:spcPct val="20000"/>
              </a:spcBef>
              <a:spcAft>
                <a:spcPct val="0"/>
              </a:spcAft>
              <a:buClr>
                <a:schemeClr val="accent2"/>
              </a:buClr>
              <a:buSzPct val="60000"/>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*p = </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30</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通过</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p</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访问</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x</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，效果上等价于：</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x = </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30</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引用主要用于函数的参数类型，实现指针类型参数的效果</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，但比指针类型抽象和安全</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Rectangle 2"/>
          <p:cNvSpPr>
            <a:spLocks noGrp="1" noChangeArrowheads="1"/>
          </p:cNvSpPr>
          <p:nvPr>
            <p:ph idx="1"/>
          </p:nvPr>
        </p:nvSpPr>
        <p:spPr>
          <a:xfrm>
            <a:off x="323850" y="404813"/>
            <a:ext cx="8507413" cy="6337300"/>
          </a:xfrm>
        </p:spPr>
        <p:txBody>
          <a:bodyPr vert="horz" wrap="square" lIns="91440" tIns="45720" rIns="91440" bIns="45720" numCol="1" anchor="t" anchorCtr="0" compatLnSpc="1">
            <a:normAutofit fontScale="55000" lnSpcReduction="20000"/>
          </a:bodyPr>
          <a:lstStyle/>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5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引用类型可提高参数传递的效率。例如：</a:t>
            </a:r>
            <a:endParaRPr kumimoji="0" lang="en-US" altLang="zh-CN" sz="5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457200" marR="0" lvl="1" indent="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36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struct</a:t>
            </a:r>
            <a:r>
              <a:rPr kumimoji="0" lang="en-US" altLang="zh-CN"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a:t>
            </a:r>
            <a:endParaRPr kumimoji="0" lang="en-US" altLang="zh-CN"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36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36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a:t>
            </a:r>
            <a:r>
              <a:rPr kumimoji="0" lang="en-US" altLang="zh-CN"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en-US" altLang="zh-CN"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endParaRPr kumimoji="0" lang="en-US" altLang="zh-CN"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en-US" altLang="zh-CN"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void f(A </a:t>
            </a:r>
            <a:r>
              <a:rPr kumimoji="0" lang="en-US" altLang="zh-CN" sz="36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&amp;x</a:t>
            </a:r>
            <a:r>
              <a:rPr kumimoji="0" lang="en-US" altLang="zh-CN"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3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x</a:t>
            </a:r>
            <a:r>
              <a:rPr kumimoji="0" lang="zh-CN" altLang="en-US" sz="3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使用实参</a:t>
            </a:r>
            <a:r>
              <a:rPr kumimoji="0" lang="en-US" altLang="zh-CN" sz="3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a:t>
            </a:r>
            <a:r>
              <a:rPr kumimoji="0" lang="zh-CN" altLang="en-US" sz="3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的</a:t>
            </a:r>
            <a:r>
              <a:rPr kumimoji="0" lang="zh-CN" altLang="en-US"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内存空间，提高参数传递效率</a:t>
            </a:r>
            <a:endParaRPr kumimoji="0" lang="zh-CN" altLang="en-US"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endParaRPr kumimoji="0" lang="en-US" altLang="zh-CN"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 </a:t>
            </a:r>
            <a:r>
              <a:rPr kumimoji="0" lang="en-US" altLang="zh-CN" sz="3600" b="0" i="0" u="none" strike="noStrike" kern="0" cap="none" spc="0" normalizeH="0" baseline="0" noProof="0" dirty="0" err="1">
                <a:ln>
                  <a:noFill/>
                </a:ln>
                <a:solidFill>
                  <a:srgbClr val="FFC000"/>
                </a:solidFill>
                <a:effectLst>
                  <a:outerShdw blurRad="38100" dist="38100" dir="2700000" algn="tl">
                    <a:srgbClr val="000000"/>
                  </a:outerShdw>
                </a:effectLst>
                <a:uLnTx/>
                <a:uFillTx/>
                <a:latin typeface="+mn-lt"/>
                <a:ea typeface="+mn-ea"/>
              </a:rPr>
              <a:t>x.i</a:t>
            </a:r>
            <a:r>
              <a:rPr kumimoji="0" lang="en-US" altLang="zh-CN"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 //</a:t>
            </a:r>
            <a:r>
              <a:rPr kumimoji="0" lang="zh-CN" altLang="en-US"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访问实参</a:t>
            </a:r>
            <a:endParaRPr kumimoji="0" lang="zh-CN" altLang="en-US"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1" fontAlgn="base" latinLnBrk="0" hangingPunct="1">
              <a:lnSpc>
                <a:spcPct val="120000"/>
              </a:lnSpc>
              <a:spcBef>
                <a:spcPct val="20000"/>
              </a:spcBef>
              <a:spcAft>
                <a:spcPct val="0"/>
              </a:spcAft>
              <a:buClr>
                <a:schemeClr val="tx1"/>
              </a:buClr>
              <a:buSzTx/>
              <a:buFontTx/>
              <a:buNone/>
              <a:defRPr/>
            </a:pPr>
            <a:r>
              <a:rPr kumimoji="0" lang="zh-CN" altLang="en-US"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en-US" altLang="zh-CN"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en-US" altLang="zh-CN"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36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main()</a:t>
            </a:r>
            <a:endParaRPr kumimoji="0" lang="en-US" altLang="zh-CN"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 </a:t>
            </a:r>
            <a:r>
              <a:rPr kumimoji="0" lang="en-US" altLang="zh-CN" sz="36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a</a:t>
            </a:r>
            <a:r>
              <a:rPr kumimoji="0" lang="en-US" altLang="zh-CN"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en-US" altLang="zh-CN"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endParaRPr kumimoji="0" lang="en-US" altLang="zh-CN"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f(</a:t>
            </a:r>
            <a:r>
              <a:rPr kumimoji="0" lang="en-US" altLang="zh-CN" sz="36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a</a:t>
            </a:r>
            <a:r>
              <a:rPr kumimoji="0" lang="en-US" altLang="zh-CN"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3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US" sz="3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把</a:t>
            </a:r>
            <a:r>
              <a:rPr kumimoji="0" lang="en-US" altLang="zh-CN" sz="3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a:t>
            </a:r>
            <a:r>
              <a:rPr kumimoji="0" lang="zh-CN" altLang="en-US" sz="3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传给函数</a:t>
            </a:r>
            <a:r>
              <a:rPr kumimoji="0" lang="en-US" altLang="zh-CN" sz="3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f</a:t>
            </a:r>
            <a:endParaRPr kumimoji="0" lang="zh-CN" altLang="en-US"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1" fontAlgn="base" latinLnBrk="0" hangingPunct="1">
              <a:lnSpc>
                <a:spcPct val="120000"/>
              </a:lnSpc>
              <a:spcBef>
                <a:spcPct val="20000"/>
              </a:spcBef>
              <a:spcAft>
                <a:spcPct val="0"/>
              </a:spcAft>
              <a:buClr>
                <a:schemeClr val="tx1"/>
              </a:buClr>
              <a:buSzTx/>
              <a:buFontTx/>
              <a:buNone/>
              <a:defRPr/>
            </a:pPr>
            <a:r>
              <a:rPr kumimoji="0" lang="zh-CN" altLang="en-US"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en-US" altLang="zh-CN"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zh-CN" altLang="en-US" sz="3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323850" y="404813"/>
            <a:ext cx="8229600" cy="6119813"/>
          </a:xfrm>
        </p:spPr>
        <p:txBody>
          <a:bodyPr vert="horz" wrap="square" lIns="91440" tIns="45720" rIns="91440" bIns="45720" numCol="1" anchor="t" anchorCtr="0" compatLnSpc="1">
            <a:normAutofit fontScale="92500" lnSpcReduction="20000"/>
          </a:bodyPr>
          <a:lstStyle/>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引用类型可实现通过形参改变实参的值。</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例如</a:t>
            </a:r>
            <a:r>
              <a:rPr kumimoji="0" lang="zh-CN" altLang="en-GB"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endParaRPr kumimoji="0" lang="zh-CN" altLang="en-GB"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GB"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#include &lt;</a:t>
            </a:r>
            <a:r>
              <a:rPr kumimoji="0" lang="en-GB" altLang="zh-CN" sz="20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iostream</a:t>
            </a:r>
            <a:r>
              <a:rPr kumimoji="0" lang="en-GB"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&gt;</a:t>
            </a:r>
            <a:endPar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using namespace </a:t>
            </a:r>
            <a:r>
              <a:rPr kumimoji="0" lang="en-US" altLang="zh-CN" sz="20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std</a:t>
            </a: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void swap(</a:t>
            </a:r>
            <a:r>
              <a:rPr kumimoji="0" lang="en-US" altLang="zh-CN" sz="20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0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&amp;x</a:t>
            </a: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0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0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&amp;y</a:t>
            </a: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zh-CN" altLang="en-US"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交换两个</a:t>
            </a:r>
            <a:r>
              <a:rPr kumimoji="0" lang="en-US" altLang="zh-CN" sz="20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zh-CN" altLang="en-US"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型变量的值</a:t>
            </a:r>
            <a:endParaRPr kumimoji="0" lang="zh-CN" altLang="en-US"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0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t;</a:t>
            </a:r>
            <a:endPar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t = x;</a:t>
            </a:r>
            <a:endPar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x = y;</a:t>
            </a:r>
            <a:endPar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y = t;</a:t>
            </a:r>
            <a:endPar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0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main()</a:t>
            </a:r>
            <a:endPar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0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a=0,b=1;</a:t>
            </a:r>
            <a:endPar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0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cout</a:t>
            </a: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&lt;&lt; a &lt;&lt; ',' &lt;&lt; b &lt;&lt; </a:t>
            </a:r>
            <a:r>
              <a:rPr kumimoji="0" lang="en-US" altLang="zh-CN" sz="20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endl</a:t>
            </a: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zh-CN" altLang="en-US"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结果为：</a:t>
            </a: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0,1</a:t>
            </a:r>
            <a:endPar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swap(</a:t>
            </a:r>
            <a:r>
              <a:rPr kumimoji="0" lang="en-US" altLang="zh-CN" sz="2000" b="0" i="0" u="none" strike="noStrike" kern="0" cap="none" spc="0" normalizeH="0" baseline="0" noProof="0" dirty="0" err="1">
                <a:ln>
                  <a:noFill/>
                </a:ln>
                <a:solidFill>
                  <a:srgbClr val="FFC000"/>
                </a:solidFill>
                <a:effectLst>
                  <a:outerShdw blurRad="38100" dist="38100" dir="2700000" algn="tl">
                    <a:srgbClr val="000000"/>
                  </a:outerShdw>
                </a:effectLst>
                <a:uLnTx/>
                <a:uFillTx/>
                <a:latin typeface="+mn-lt"/>
                <a:ea typeface="+mn-ea"/>
              </a:rPr>
              <a:t>a</a:t>
            </a:r>
            <a:r>
              <a:rPr kumimoji="0" lang="en-US" altLang="zh-CN" sz="20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a:t>
            </a:r>
            <a:r>
              <a:rPr kumimoji="0" lang="en-US" altLang="zh-CN" sz="2000" b="0" i="0" u="none" strike="noStrike" kern="0" cap="none" spc="0" normalizeH="0" baseline="0" noProof="0" dirty="0" err="1">
                <a:ln>
                  <a:noFill/>
                </a:ln>
                <a:solidFill>
                  <a:srgbClr val="FFC000"/>
                </a:solidFill>
                <a:effectLst>
                  <a:outerShdw blurRad="38100" dist="38100" dir="2700000" algn="tl">
                    <a:srgbClr val="000000"/>
                  </a:outerShdw>
                </a:effectLst>
                <a:uLnTx/>
                <a:uFillTx/>
                <a:latin typeface="+mn-lt"/>
                <a:ea typeface="+mn-ea"/>
              </a:rPr>
              <a:t>b</a:t>
            </a: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0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cout</a:t>
            </a: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&lt;&lt; a &lt;&lt; ',' &lt;&lt; b &lt;&lt; </a:t>
            </a:r>
            <a:r>
              <a:rPr kumimoji="0" lang="en-US" altLang="zh-CN" sz="20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endl</a:t>
            </a: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zh-CN" altLang="en-US"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结果为：</a:t>
            </a: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1,0</a:t>
            </a:r>
            <a:endPar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return 0;</a:t>
            </a:r>
            <a:endPar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3330" name="Rectangle 2"/>
          <p:cNvSpPr>
            <a:spLocks noGrp="1" noChangeArrowheads="1"/>
          </p:cNvSpPr>
          <p:nvPr>
            <p:ph idx="1"/>
          </p:nvPr>
        </p:nvSpPr>
        <p:spPr>
          <a:xfrm>
            <a:off x="457200" y="260350"/>
            <a:ext cx="8229600" cy="6481763"/>
          </a:xfrm>
        </p:spPr>
        <p:txBody>
          <a:bodyPr vert="horz" wrap="square" lIns="91440" tIns="45720" rIns="91440" bIns="45720" numCol="1" anchor="t" anchorCtr="0" compatLnSpc="1">
            <a:normAutofit lnSpcReduction="10000"/>
          </a:bodyPr>
          <a:lstStyle/>
          <a:p>
            <a:pPr marL="381000" marR="0" lvl="0" indent="-3810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引用类型能保证通过形参访问的永远是实参数据。</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81000" marR="0" lvl="0" indent="-3810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void f(</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*p</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81000" marR="0" lvl="0" indent="-3810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 *p ... </a:t>
            </a: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通过</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p</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访问</a:t>
            </a:r>
            <a:r>
              <a:rPr kumimoji="0" lang="zh-CN" altLang="en-US"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实参</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81000" marR="0" lvl="0" indent="-3810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m;</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81000" marR="0" lvl="0" indent="-3810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p = &amp;m; //OK</a:t>
            </a:r>
            <a:endPar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81000" marR="0" lvl="0" indent="-3810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defRPr/>
            </a:pP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*p ... //</a:t>
            </a:r>
            <a:r>
              <a:rPr kumimoji="0" lang="zh-CN" altLang="en-US"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访问</a:t>
            </a:r>
            <a:r>
              <a:rPr kumimoji="0" lang="en-US" altLang="zh-CN"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m</a:t>
            </a:r>
            <a:r>
              <a:rPr kumimoji="0" lang="zh-CN" altLang="en-US"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，即通过</a:t>
            </a:r>
            <a:r>
              <a:rPr kumimoji="0" lang="en-US" altLang="zh-CN"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p</a:t>
            </a:r>
            <a:r>
              <a:rPr kumimoji="0" lang="zh-CN" altLang="en-US"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可以访问实参以外的数据</a:t>
            </a:r>
            <a:endParaRPr kumimoji="0" lang="zh-CN" altLang="en-US"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endParaRPr>
          </a:p>
          <a:p>
            <a:pPr marL="381000" marR="0" lvl="0" indent="-3810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81000" marR="0" lvl="0" indent="-3810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void g(</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&amp;x</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81000" marR="0" lvl="0" indent="-3810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 x ...</a:t>
            </a: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通过</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x</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访问</a:t>
            </a:r>
            <a:r>
              <a:rPr kumimoji="0" lang="zh-CN" altLang="en-US"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实参</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81000" marR="0" lvl="0" indent="-3810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m;</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81000" marR="0" lvl="0" indent="-3810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x = &amp;m; //</a:t>
            </a:r>
            <a:r>
              <a:rPr kumimoji="0" lang="en-US" altLang="zh-CN"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Error</a:t>
            </a:r>
            <a:endParaRPr kumimoji="0" lang="en-US" altLang="zh-CN"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endParaRPr>
          </a:p>
          <a:p>
            <a:pPr marL="381000" marR="0" lvl="0" indent="-3810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 x … //</a:t>
            </a:r>
            <a:r>
              <a:rPr kumimoji="0" lang="zh-CN" altLang="en-US"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通过</a:t>
            </a:r>
            <a:r>
              <a:rPr kumimoji="0" lang="en-US" altLang="zh-CN"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x</a:t>
            </a:r>
            <a:r>
              <a:rPr kumimoji="0" lang="zh-CN" altLang="en-US"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只能访问实参</a:t>
            </a:r>
            <a:endParaRPr kumimoji="0" lang="zh-CN" altLang="en-US"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endParaRPr>
          </a:p>
          <a:p>
            <a:pPr marL="381000" marR="0" lvl="0" indent="-3810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81000" marR="0" lvl="0" indent="-3810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main()</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81000" marR="0" lvl="0" indent="-3810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81000" marR="0" lvl="0" indent="-3810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f(&amp;a);</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81000" marR="0" lvl="0" indent="-3810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g(a);</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81000" marR="0" lvl="0" indent="-3810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
        <p:nvSpPr>
          <p:cNvPr id="3" name="Rectangle 3"/>
          <p:cNvSpPr txBox="1">
            <a:spLocks noChangeArrowheads="1"/>
          </p:cNvSpPr>
          <p:nvPr/>
        </p:nvSpPr>
        <p:spPr bwMode="auto">
          <a:xfrm>
            <a:off x="4211638" y="3357563"/>
            <a:ext cx="4897438" cy="3133725"/>
          </a:xfrm>
          <a:prstGeom prst="rect">
            <a:avLst/>
          </a:prstGeom>
          <a:solidFill>
            <a:schemeClr val="bg1">
              <a:lumMod val="50000"/>
            </a:schemeClr>
          </a:solidFill>
          <a:ln>
            <a:noFill/>
          </a:ln>
          <a:effectLst/>
        </p:spPr>
        <p:txBody>
          <a:bodyPr>
            <a:normAutofit fontScale="70000" lnSpcReduction="20000"/>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9pPr>
          </a:lstStyle>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当然，使用</a:t>
            </a: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指针类型的常量</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也可以实现引用类型形参的这个效果：</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void f(</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800" b="0" i="0" u="none" strike="noStrike" kern="0" cap="none" spc="0" normalizeH="0" baseline="0" noProof="0" dirty="0" err="1" smtClean="0">
                <a:ln>
                  <a:noFill/>
                </a:ln>
                <a:solidFill>
                  <a:schemeClr val="folHlink"/>
                </a:solidFill>
                <a:effectLst>
                  <a:outerShdw blurRad="38100" dist="38100" dir="2700000" algn="tl">
                    <a:srgbClr val="000000"/>
                  </a:outerShdw>
                </a:effectLst>
                <a:uLnTx/>
                <a:uFillTx/>
                <a:latin typeface="+mn-lt"/>
                <a:ea typeface="+mn-ea"/>
                <a:cs typeface="+mn-cs"/>
              </a:rPr>
              <a:t>const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p)</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 *p ...</a:t>
            </a:r>
            <a:r>
              <a:rPr kumimoji="0"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zh-CN" altLang="en-US"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通过</a:t>
            </a:r>
            <a:r>
              <a:rPr kumimoji="0"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p</a:t>
            </a:r>
            <a:r>
              <a:rPr kumimoji="0" lang="zh-CN" altLang="en-US"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访问</a:t>
            </a:r>
            <a:r>
              <a:rPr kumimoji="0" lang="zh-CN" altLang="en-US" sz="2800" b="0" i="0" u="none" strike="noStrike" kern="120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实参</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m;</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p = &amp;m; //</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Error</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*p ... //</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通过</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p</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只能访问实参</a:t>
            </a:r>
            <a:endPar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404813"/>
            <a:ext cx="8229600" cy="6157913"/>
          </a:xfrm>
        </p:spPr>
        <p:txBody>
          <a:bodyPr vert="horz" wrap="square" lIns="91440" tIns="45720" rIns="91440" bIns="45720" numCol="1" anchor="t" anchorCtr="0" compatLnSpc="1">
            <a:normAutofit fontScale="70000" lnSpcReduction="20000"/>
          </a:bodyPr>
          <a:lstStyle/>
          <a:p>
            <a:pPr marL="342900" marR="0" lvl="0" indent="-34290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如何防止函数通过指针和引用类型的形参修改传进来的数据？</a:t>
            </a:r>
            <a:endParaRPr kumimoji="0" lang="en-US" altLang="zh-CN" sz="3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void f(</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*p</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cout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&lt;&lt; *p; </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*p = 20;</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void g(</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&amp;x</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cout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&lt;&lt; x;</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x = 30;</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a=10;</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f(&amp;a); //</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调用中输出：</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10</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cout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&lt;&lt; a; //</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调用后</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的值变成：</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20</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g(a);  //</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调用中输出：</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20</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cout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&lt;&lt; a; //</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调用后</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的值变成：</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30</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404813"/>
            <a:ext cx="8229600" cy="6086475"/>
          </a:xfrm>
        </p:spPr>
        <p:txBody>
          <a:bodyPr vert="horz" wrap="square" lIns="91440" tIns="45720" rIns="91440" bIns="45720" numCol="1" anchor="t" anchorCtr="0" compatLnSpc="1">
            <a:normAutofit fontScale="70000" lnSpcReduction="20000"/>
          </a:bodyPr>
          <a:lstStyle/>
          <a:p>
            <a:pPr marL="342900" marR="0" lvl="0" indent="-34290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如何防止函数通过指针和引用</a:t>
            </a:r>
            <a:r>
              <a:rPr kumimoji="0" lang="zh-CN" altLang="en-US" sz="3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类型</a:t>
            </a:r>
            <a:r>
              <a:rPr kumimoji="0" lang="zh-CN" altLang="en-US" sz="3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的形参</a:t>
            </a:r>
            <a:r>
              <a:rPr kumimoji="0" lang="zh-CN" altLang="en-US" sz="3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修改</a:t>
            </a:r>
            <a:r>
              <a:rPr kumimoji="0" lang="zh-CN" altLang="en-US" sz="3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传进来的数据</a:t>
            </a:r>
            <a:r>
              <a:rPr kumimoji="0" lang="zh-CN" altLang="en-US" sz="3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void f(</a:t>
            </a:r>
            <a:r>
              <a:rPr kumimoji="0" lang="en-US" altLang="zh-CN" sz="32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cs typeface="+mn-cs"/>
              </a:rPr>
              <a:t>const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*p</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cout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&lt;&lt; *p; </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*p = 20; </a:t>
            </a:r>
            <a:r>
              <a:rPr kumimoji="0" lang="en-US"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//Error</a:t>
            </a:r>
            <a:endParaRPr kumimoji="0" lang="en-US"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void g(</a:t>
            </a:r>
            <a:r>
              <a:rPr kumimoji="0" lang="en-US" altLang="zh-CN" sz="32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cs typeface="+mn-cs"/>
              </a:rPr>
              <a:t>const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&amp;x</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cout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&lt;&lt; x;</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x = 30;</a:t>
            </a:r>
            <a:r>
              <a:rPr kumimoji="0" lang="en-US" altLang="zh-CN" sz="3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 //Error</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a=10;</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f(&amp;a); //</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调用中输出：</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10</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cout</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&lt;&lt; a; //</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调用后</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的值不变</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g(a);  //</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调用中输出：</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10</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cout</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&lt;&lt; a; //</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调用后</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的值不变</a:t>
            </a: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404813"/>
            <a:ext cx="8229600" cy="4248150"/>
          </a:xfrm>
        </p:spPr>
        <p:txBody>
          <a:bodyPr vert="horz" wrap="square" lIns="91440" tIns="45720" rIns="91440" bIns="45720" numCol="1" anchor="t" anchorCtr="0" compatLnSpc="1">
            <a:normAutofit fontScale="70000" lnSpcReduction="20000"/>
          </a:bodyPr>
          <a:lstStyle/>
          <a:p>
            <a:pPr marL="342900" marR="0" lvl="0" indent="-34290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如何防止函数通过指针和引用</a:t>
            </a:r>
            <a:r>
              <a:rPr kumimoji="0" lang="zh-CN" altLang="en-US" sz="3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类型</a:t>
            </a:r>
            <a:r>
              <a:rPr kumimoji="0" lang="zh-CN" altLang="en-US" sz="3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的形参</a:t>
            </a:r>
            <a:r>
              <a:rPr kumimoji="0" lang="zh-CN" altLang="en-US" sz="3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修改</a:t>
            </a:r>
            <a:r>
              <a:rPr kumimoji="0" lang="zh-CN" altLang="en-US" sz="3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传进来的数据</a:t>
            </a:r>
            <a:r>
              <a:rPr kumimoji="0" lang="zh-CN" altLang="en-US" sz="3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void f(</a:t>
            </a:r>
            <a:r>
              <a:rPr kumimoji="0" lang="en-US" altLang="zh-CN" sz="32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cs typeface="+mn-cs"/>
              </a:rPr>
              <a:t>const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x[],</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num</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 </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x[</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 20; </a:t>
            </a:r>
            <a:r>
              <a:rPr kumimoji="0" lang="en-US"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//Error</a:t>
            </a:r>
            <a:endParaRPr kumimoji="0" lang="en-US"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a[10];</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f(a,10); //</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调用后</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的值不变</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261938"/>
            <a:ext cx="8229600" cy="6335713"/>
          </a:xfrm>
        </p:spPr>
        <p:txBody>
          <a:bodyPr vert="horz" wrap="square" lIns="91440" tIns="45720" rIns="91440" bIns="45720" numCol="1" anchor="t" anchorCtr="0" compatLnSpc="1">
            <a:normAutofit fontScale="77500" lnSpcReduction="20000"/>
          </a:bodyPr>
          <a:lstStyle/>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函数返回值可以为引用类型</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45720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struct</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m;</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double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n;</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 &amp;</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func1(A x[],</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len</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查找</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x</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中</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成员</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m</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为最大的元素，设其下标为</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i_max</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return x[</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i_max</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func2(A </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x[],</a:t>
            </a:r>
            <a:r>
              <a:rPr kumimoji="0" lang="en-US" altLang="zh-CN" sz="28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len</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查找</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x</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中成员</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m</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为</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最大的元素，设其下标为</a:t>
            </a:r>
            <a:r>
              <a:rPr kumimoji="0" lang="en-US" altLang="zh-CN" sz="28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i_max</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return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x[</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i_max</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 a[10];</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func1(a,10).n++; //a</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中成员</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m</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最大的元素的</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n</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的值增加了</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1</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func2(a,10).n++; //a</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中成员</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m</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最大的元素的</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n</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的</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值</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没变</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5986" name="Rectangle 2"/>
          <p:cNvSpPr>
            <a:spLocks noGrp="1" noChangeArrowheads="1"/>
          </p:cNvSpPr>
          <p:nvPr>
            <p:ph idx="1"/>
          </p:nvPr>
        </p:nvSpPr>
        <p:spPr>
          <a:xfrm>
            <a:off x="250825" y="333375"/>
            <a:ext cx="8229600" cy="6264275"/>
          </a:xfrm>
        </p:spPr>
        <p:txBody>
          <a:bodyPr vert="horz" wrap="square" lIns="91440" tIns="45720" rIns="91440" bIns="45720" numCol="1" anchor="t" anchorCtr="0" compatLnSpc="1">
            <a:normAutofit fontScale="92500" lnSpcReduction="10000"/>
          </a:bodyPr>
          <a:lstStyle/>
          <a:p>
            <a:pPr marL="342900" marR="0" lvl="0" indent="-342900" algn="just"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注意：</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不要把</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局部量</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的引用返回给调用者，因为函数返回后，局部量的内存空间已无效，后续操作中可能又分配给其它变量！例如：</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just" defTabSz="914400" rtl="0" eaLnBrk="1" fontAlgn="base" latinLnBrk="0" hangingPunct="1">
              <a:lnSpc>
                <a:spcPct val="90000"/>
              </a:lnSpc>
              <a:spcBef>
                <a:spcPct val="20000"/>
              </a:spcBef>
              <a:spcAft>
                <a:spcPct val="0"/>
              </a:spcAft>
              <a:buClr>
                <a:schemeClr val="tx1"/>
              </a:buClr>
              <a:buSzTx/>
              <a:buFontTx/>
              <a:buNone/>
              <a:defRPr/>
            </a:pPr>
            <a:endPar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just" defTabSz="914400" rtl="0" eaLnBrk="1" fontAlgn="base" latinLnBrk="0" hangingPunct="1">
              <a:lnSpc>
                <a:spcPct val="90000"/>
              </a:lnSpc>
              <a:spcBef>
                <a:spcPct val="20000"/>
              </a:spcBef>
              <a:spcAft>
                <a:spcPct val="0"/>
              </a:spcAft>
              <a:buClr>
                <a:schemeClr val="tx1"/>
              </a:buClr>
              <a:buSzTx/>
              <a:buFontTx/>
              <a:buNone/>
              <a:defRPr/>
            </a:pPr>
            <a:r>
              <a:rPr kumimoji="0" lang="en-US" altLang="zh-CN" sz="2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&amp;f()</a:t>
            </a:r>
            <a:endPar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just" defTabSz="914400" rtl="0" eaLnBrk="1" fontAlgn="base" latinLnBrk="0" hangingPunct="1">
              <a:lnSpc>
                <a:spcPct val="90000"/>
              </a:lnSpc>
              <a:spcBef>
                <a:spcPct val="20000"/>
              </a:spcBef>
              <a:spcAft>
                <a:spcPct val="0"/>
              </a:spcAft>
              <a:buClr>
                <a:schemeClr val="tx1"/>
              </a:buClr>
              <a:buSzTx/>
              <a:buFontTx/>
              <a:buNone/>
              <a:defRPr/>
            </a:pP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=0;</a:t>
            </a:r>
            <a:endPar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just" defTabSz="914400" rtl="0" eaLnBrk="1" fontAlgn="base" latinLnBrk="0" hangingPunct="1">
              <a:lnSpc>
                <a:spcPct val="90000"/>
              </a:lnSpc>
              <a:spcBef>
                <a:spcPct val="20000"/>
              </a:spcBef>
              <a:spcAft>
                <a:spcPct val="0"/>
              </a:spcAft>
              <a:buClr>
                <a:schemeClr val="tx1"/>
              </a:buClr>
              <a:buSzTx/>
              <a:buFontTx/>
              <a:buNone/>
              <a:defRPr/>
            </a:pP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return </a:t>
            </a:r>
            <a:r>
              <a:rPr kumimoji="0" lang="en-US" altLang="zh-CN" sz="22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rPr>
              <a:t>i</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just" defTabSz="914400" rtl="0" eaLnBrk="1" fontAlgn="base" latinLnBrk="0" hangingPunct="1">
              <a:lnSpc>
                <a:spcPct val="90000"/>
              </a:lnSpc>
              <a:spcBef>
                <a:spcPct val="20000"/>
              </a:spcBef>
              <a:spcAft>
                <a:spcPct val="0"/>
              </a:spcAft>
              <a:buClr>
                <a:schemeClr val="tx1"/>
              </a:buClr>
              <a:buSzTx/>
              <a:buFontTx/>
              <a:buNone/>
              <a:defRPr/>
            </a:pP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just" defTabSz="914400" rtl="0" eaLnBrk="1" fontAlgn="base" latinLnBrk="0" hangingPunct="1">
              <a:lnSpc>
                <a:spcPct val="90000"/>
              </a:lnSpc>
              <a:spcBef>
                <a:spcPct val="20000"/>
              </a:spcBef>
              <a:spcAft>
                <a:spcPct val="0"/>
              </a:spcAft>
              <a:buClr>
                <a:schemeClr val="tx1"/>
              </a:buClr>
              <a:buSzTx/>
              <a:buFontTx/>
              <a:buNone/>
              <a:defRPr/>
            </a:pPr>
            <a:r>
              <a:rPr kumimoji="0" lang="en-US" altLang="zh-CN" sz="2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&amp;g()</a:t>
            </a:r>
            <a:endPar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just" defTabSz="914400" rtl="0" eaLnBrk="1" fontAlgn="base" latinLnBrk="0" hangingPunct="1">
              <a:lnSpc>
                <a:spcPct val="90000"/>
              </a:lnSpc>
              <a:spcBef>
                <a:spcPct val="20000"/>
              </a:spcBef>
              <a:spcAft>
                <a:spcPct val="0"/>
              </a:spcAft>
              <a:buClr>
                <a:schemeClr val="tx1"/>
              </a:buClr>
              <a:buSzTx/>
              <a:buFontTx/>
              <a:buNone/>
              <a:defRPr/>
            </a:pP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j=1;</a:t>
            </a:r>
            <a:endPar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just" defTabSz="914400" rtl="0" eaLnBrk="1" fontAlgn="base" latinLnBrk="0" hangingPunct="1">
              <a:lnSpc>
                <a:spcPct val="90000"/>
              </a:lnSpc>
              <a:spcBef>
                <a:spcPct val="20000"/>
              </a:spcBef>
              <a:spcAft>
                <a:spcPct val="0"/>
              </a:spcAft>
              <a:buClr>
                <a:schemeClr val="tx1"/>
              </a:buClr>
              <a:buSzTx/>
              <a:buFontTx/>
              <a:buNone/>
              <a:defRPr/>
            </a:pP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return </a:t>
            </a:r>
            <a:r>
              <a:rPr kumimoji="0" lang="en-US" altLang="zh-CN" sz="2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j</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just" defTabSz="914400" rtl="0" eaLnBrk="1" fontAlgn="base" latinLnBrk="0" hangingPunct="1">
              <a:lnSpc>
                <a:spcPct val="90000"/>
              </a:lnSpc>
              <a:spcBef>
                <a:spcPct val="20000"/>
              </a:spcBef>
              <a:spcAft>
                <a:spcPct val="0"/>
              </a:spcAft>
              <a:buClr>
                <a:schemeClr val="tx1"/>
              </a:buClr>
              <a:buSzTx/>
              <a:buFontTx/>
              <a:buNone/>
              <a:defRPr/>
            </a:pP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just" defTabSz="914400" rtl="0" eaLnBrk="1" fontAlgn="base" latinLnBrk="0" hangingPunct="1">
              <a:lnSpc>
                <a:spcPct val="90000"/>
              </a:lnSpc>
              <a:spcBef>
                <a:spcPct val="20000"/>
              </a:spcBef>
              <a:spcAft>
                <a:spcPct val="0"/>
              </a:spcAft>
              <a:buClr>
                <a:schemeClr val="tx1"/>
              </a:buClr>
              <a:buSzTx/>
              <a:buFontTx/>
              <a:buNone/>
              <a:defRPr/>
            </a:pPr>
            <a:r>
              <a:rPr kumimoji="0" lang="en-US" altLang="zh-CN" sz="2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main()</a:t>
            </a:r>
            <a:endPar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just" defTabSz="914400" rtl="0" eaLnBrk="1" fontAlgn="base" latinLnBrk="0" hangingPunct="1">
              <a:lnSpc>
                <a:spcPct val="90000"/>
              </a:lnSpc>
              <a:spcBef>
                <a:spcPct val="20000"/>
              </a:spcBef>
              <a:spcAft>
                <a:spcPct val="0"/>
              </a:spcAft>
              <a:buClr>
                <a:schemeClr val="tx1"/>
              </a:buClr>
              <a:buSzTx/>
              <a:buFontTx/>
              <a:buNone/>
              <a:defRPr/>
            </a:pP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x ;</a:t>
            </a:r>
            <a:endPar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just" defTabSz="914400" rtl="0" eaLnBrk="1" fontAlgn="base" latinLnBrk="0" hangingPunct="1">
              <a:lnSpc>
                <a:spcPct val="90000"/>
              </a:lnSpc>
              <a:spcBef>
                <a:spcPct val="20000"/>
              </a:spcBef>
              <a:spcAft>
                <a:spcPct val="0"/>
              </a:spcAft>
              <a:buClr>
                <a:schemeClr val="tx1"/>
              </a:buClr>
              <a:buSzTx/>
              <a:buFontTx/>
              <a:buNone/>
              <a:defRPr/>
            </a:pP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x = f()+g();</a:t>
            </a:r>
            <a:endPar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just" defTabSz="914400" rtl="0" eaLnBrk="1" fontAlgn="base" latinLnBrk="0" hangingPunct="1">
              <a:lnSpc>
                <a:spcPct val="90000"/>
              </a:lnSpc>
              <a:spcBef>
                <a:spcPct val="20000"/>
              </a:spcBef>
              <a:spcAft>
                <a:spcPct val="0"/>
              </a:spcAft>
              <a:buClr>
                <a:schemeClr val="tx1"/>
              </a:buClr>
              <a:buSzTx/>
              <a:buFontTx/>
              <a:buNone/>
              <a:defRPr/>
            </a:pP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cout</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&lt;&lt; x &lt;&lt; </a:t>
            </a:r>
            <a:r>
              <a:rPr kumimoji="0" lang="en-US" altLang="zh-CN" sz="2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endl</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US" sz="2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输出：</a:t>
            </a:r>
            <a:r>
              <a:rPr kumimoji="0" lang="en-US" altLang="zh-CN" sz="2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1</a:t>
            </a:r>
            <a:r>
              <a:rPr kumimoji="0" lang="zh-CN" altLang="en-US" sz="2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endParaRPr kumimoji="0" lang="zh-CN" altLang="en-US" sz="2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endParaRPr>
          </a:p>
          <a:p>
            <a:pPr marL="742950" marR="0" lvl="1" indent="-285750" algn="just" defTabSz="914400" rtl="0" eaLnBrk="1" fontAlgn="base" latinLnBrk="0" hangingPunct="1">
              <a:lnSpc>
                <a:spcPct val="90000"/>
              </a:lnSpc>
              <a:spcBef>
                <a:spcPct val="20000"/>
              </a:spcBef>
              <a:spcAft>
                <a:spcPct val="0"/>
              </a:spcAft>
              <a:buClr>
                <a:schemeClr val="tx1"/>
              </a:buClr>
              <a:buSzTx/>
              <a:buFontTx/>
              <a:buNone/>
              <a:defRPr/>
            </a:pPr>
            <a:r>
              <a:rPr kumimoji="0" lang="zh-CN" altLang="en-US"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return 0;</a:t>
            </a:r>
            <a:endPar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just" defTabSz="914400" rtl="0" eaLnBrk="1" fontAlgn="base" latinLnBrk="0" hangingPunct="1">
              <a:lnSpc>
                <a:spcPct val="90000"/>
              </a:lnSpc>
              <a:spcBef>
                <a:spcPct val="20000"/>
              </a:spcBef>
              <a:spcAft>
                <a:spcPct val="0"/>
              </a:spcAft>
              <a:buClr>
                <a:schemeClr val="tx1"/>
              </a:buClr>
              <a:buSzTx/>
              <a:buFontTx/>
              <a:buNone/>
              <a:defRPr/>
            </a:pP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
        <p:nvSpPr>
          <p:cNvPr id="2" name="TextBox 1"/>
          <p:cNvSpPr txBox="1"/>
          <p:nvPr/>
        </p:nvSpPr>
        <p:spPr>
          <a:xfrm>
            <a:off x="3924300" y="5189538"/>
            <a:ext cx="1206500" cy="400050"/>
          </a:xfrm>
          <a:prstGeom prst="rect">
            <a:avLst/>
          </a:prstGeom>
          <a:solidFill>
            <a:schemeClr val="bg2">
              <a:lumMod val="75000"/>
            </a:schemeClr>
          </a:solidFill>
        </p:spPr>
        <p:txBody>
          <a:bodyPr wrap="none">
            <a:spAutoFit/>
          </a:bodyPr>
          <a:lstStyle/>
          <a:p>
            <a:pPr marR="0" algn="just" defTabSz="914400">
              <a:buClrTx/>
              <a:buSzTx/>
              <a:buFontTx/>
              <a:buNone/>
              <a:defRPr/>
            </a:pPr>
            <a:r>
              <a:rPr kumimoji="0" lang="zh-CN" altLang="en-US" sz="2000" kern="1200" cap="none" spc="0" normalizeH="0" baseline="0" noProof="0" dirty="0">
                <a:solidFill>
                  <a:srgbClr val="FFC000"/>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可能是 </a:t>
            </a:r>
            <a:r>
              <a:rPr kumimoji="0" lang="en-US" altLang="zh-CN" sz="2000" kern="1200" cap="none" spc="0" normalizeH="0" baseline="0" noProof="0" dirty="0">
                <a:solidFill>
                  <a:srgbClr val="FFC000"/>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2</a:t>
            </a:r>
            <a:endParaRPr kumimoji="0" lang="zh-CN" altLang="en-US" sz="2000" kern="1200" cap="none" spc="0" normalizeH="0" baseline="0" noProof="0" dirty="0">
              <a:solidFill>
                <a:srgbClr val="FFC000"/>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7200" y="115888"/>
            <a:ext cx="8229600" cy="1139825"/>
          </a:xfrm>
        </p:spPr>
        <p:txBody>
          <a:bodyPr vert="horz" wrap="square" lIns="91440" tIns="45720" rIns="91440" bIns="45720" numCol="1" anchor="ctr" anchorCtr="1"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引用类型的实现</a:t>
            </a:r>
            <a:endParaRPr kumimoji="0" lang="zh-CN" altLang="en-US"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 name="内容占位符 2"/>
          <p:cNvSpPr>
            <a:spLocks noGrp="1"/>
          </p:cNvSpPr>
          <p:nvPr>
            <p:ph idx="1"/>
          </p:nvPr>
        </p:nvSpPr>
        <p:spPr>
          <a:xfrm>
            <a:off x="457200" y="1268413"/>
            <a:ext cx="8229600" cy="5445125"/>
          </a:xfrm>
        </p:spPr>
        <p:txBody>
          <a:bodyPr vert="horz" wrap="square" lIns="91440" tIns="45720" rIns="91440" bIns="45720" numCol="1" anchor="t" anchorCtr="0" compatLnSpc="1">
            <a:normAutofit fontScale="77500" lnSpcReduction="20000"/>
          </a:bodyPr>
          <a:lstStyle/>
          <a:p>
            <a:pPr marL="355600" marR="0" lvl="0" indent="-35560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引用类型一般作为指针类型来实现（有时又把引用类型称作隐蔽的指针，</a:t>
            </a:r>
            <a:r>
              <a:rPr kumimoji="0" lang="en-US" altLang="zh-CN" sz="3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hidden pointer</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55600" marR="0" lvl="0" indent="-35560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对于下面的引用类型：</a:t>
            </a: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40005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void f(</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&amp;m</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//m</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是</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引用</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类型</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cout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&lt;&lt; m &lt;&lt; ','   //</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输出</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m</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的值（实参的值）</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&lt;&lt; &amp;m; //</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输出</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m</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的地址（实参的地址）</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x=0,y=0;</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f(x);   // f</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中的输出是</a:t>
            </a:r>
            <a:r>
              <a:rPr kumimoji="0" lang="en-US" altLang="zh-CN" sz="28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x</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的值和地址</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f(y);   // f</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中的输出是</a:t>
            </a:r>
            <a:r>
              <a:rPr kumimoji="0" lang="en-US" altLang="zh-CN" sz="28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y</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的值和地址</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&amp;z</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=x;   //z</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是</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引用</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类型</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z = 1; </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cout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&lt;&lt; x </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&lt;&lt; ','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&lt;&lt; z; // 1,1</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cout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&lt;&lt; &amp;x &lt;&lt; &amp;z; //</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结果一样！</a:t>
            </a:r>
            <a:endPar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7200" y="115888"/>
            <a:ext cx="8229600" cy="1139825"/>
          </a:xfrm>
        </p:spPr>
        <p:txBody>
          <a:bodyPr vert="horz" wrap="square" lIns="91440" tIns="45720" rIns="91440" bIns="45720" numCol="1" anchor="ctr" anchorCtr="1"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引用类型的实现</a:t>
            </a:r>
            <a:endParaRPr kumimoji="0" lang="zh-CN" altLang="en-US"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 name="内容占位符 2"/>
          <p:cNvSpPr>
            <a:spLocks noGrp="1"/>
          </p:cNvSpPr>
          <p:nvPr>
            <p:ph idx="1"/>
          </p:nvPr>
        </p:nvSpPr>
        <p:spPr>
          <a:xfrm>
            <a:off x="457200" y="1268413"/>
            <a:ext cx="8229600" cy="5445125"/>
          </a:xfrm>
        </p:spPr>
        <p:txBody>
          <a:bodyPr vert="horz" wrap="square" lIns="91440" tIns="45720" rIns="91440" bIns="45720" numCol="1" anchor="t" anchorCtr="0" compatLnSpc="1">
            <a:normAutofit fontScale="77500" lnSpcReduction="20000"/>
          </a:bodyPr>
          <a:lstStyle/>
          <a:p>
            <a:pPr marL="355600" marR="0" lvl="0" indent="-35560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引用类型一般作为指针类型来实现（有时又把引用类型称作隐蔽的指针，</a:t>
            </a:r>
            <a:r>
              <a:rPr kumimoji="0" lang="en-US" altLang="zh-CN" sz="3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hidden pointer</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55600" marR="0" lvl="0" indent="-35560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编译程序将按下面的指针类型来实现：</a:t>
            </a: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40005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void f(</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m</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//m</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是</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指针</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类型</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cout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&lt;&lt; </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m &lt;&lt; ',' //</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输出</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m</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指向</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的值</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（实参的值）</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&lt;&lt; m;   //</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输出</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m</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的</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值</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（实参的地址）</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x=0,y=0;</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f(</a:t>
            </a:r>
            <a:r>
              <a:rPr kumimoji="0" lang="en-US" altLang="zh-CN" sz="28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&amp;</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x); // f</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中的输出是</a:t>
            </a:r>
            <a:r>
              <a:rPr kumimoji="0" lang="en-US" altLang="zh-CN" sz="28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x</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的值和地址</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f(</a:t>
            </a:r>
            <a:r>
              <a:rPr kumimoji="0" lang="en-US" altLang="zh-CN" sz="28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&amp;</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y); // f</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中的输出是</a:t>
            </a:r>
            <a:r>
              <a:rPr kumimoji="0" lang="en-US" altLang="zh-CN" sz="28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y</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的值和地址</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*z</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&amp;</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x; //z</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是</a:t>
            </a:r>
            <a:r>
              <a:rPr kumimoji="0" lang="zh-CN" altLang="en-US" sz="28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指针</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类型</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z = 1; </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cout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&lt;&lt; x </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&lt;&lt; ','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&lt;&lt; </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z; // 1,1</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cout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&lt;&lt; &amp;x &lt;&lt; </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z</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结果一样！</a:t>
            </a:r>
            <a:endPar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4370" name="Rectangle 2"/>
          <p:cNvSpPr>
            <a:spLocks noGrp="1" noChangeArrowheads="1"/>
          </p:cNvSpPr>
          <p:nvPr>
            <p:ph type="title"/>
          </p:nvPr>
        </p:nvSpPr>
        <p:spPr>
          <a:xfrm>
            <a:off x="685800" y="228600"/>
            <a:ext cx="7772400" cy="685800"/>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rPr>
              <a:t>函数名重载</a:t>
            </a:r>
            <a:endParaRPr kumimoji="0" lang="zh-CN" altLang="en-US"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14371" name="Rectangle 3"/>
          <p:cNvSpPr>
            <a:spLocks noGrp="1" noChangeArrowheads="1"/>
          </p:cNvSpPr>
          <p:nvPr>
            <p:ph idx="1"/>
          </p:nvPr>
        </p:nvSpPr>
        <p:spPr>
          <a:xfrm>
            <a:off x="304800" y="1219200"/>
            <a:ext cx="8588375" cy="5449888"/>
          </a:xfrm>
        </p:spPr>
        <p:txBody>
          <a:bodyPr vert="horz" wrap="square" lIns="91440" tIns="45720" rIns="91440" bIns="45720" numCol="1" anchor="t" anchorCtr="0" compatLnSpc="1">
            <a:normAutofit fontScale="92500" lnSpcReduction="10000"/>
          </a:bodyPr>
          <a:lstStyle/>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对于一些功能相同、参数类型或个数不同的函数，给它们取相同的</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名字有时会</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带来使用上的方便（便于理解和记忆）。</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例如，把下面不同的函数：</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457200" marR="0" lvl="1" indent="0" algn="l" defTabSz="914400" rtl="0" eaLnBrk="1" fontAlgn="base" latinLnBrk="0" hangingPunct="1">
              <a:lnSpc>
                <a:spcPct val="11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void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print_int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 }</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1" fontAlgn="base" latinLnBrk="0" hangingPunct="1">
              <a:lnSpc>
                <a:spcPct val="11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void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print_double</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(double d) { ...... }</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1" fontAlgn="base" latinLnBrk="0" hangingPunct="1">
              <a:lnSpc>
                <a:spcPct val="11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void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print_char</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(char c) { ...... }</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1" fontAlgn="base" latinLnBrk="0" hangingPunct="1">
              <a:lnSpc>
                <a:spcPct val="11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void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print_A</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 a) { ...... } //A</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为自定义类型</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定义为同名的函数：</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void print(</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 }</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void print(double d) { ...... }</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void print(char c) { ...... }</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void print(A a) { ...... }</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ctr" anchorCtr="1" compatLnSpc="1"/>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 name="内容占位符 2"/>
          <p:cNvSpPr>
            <a:spLocks noGrp="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C++</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规定</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在</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相同的作用域中，可以用同一个名字定义多个不同的函数，这时，要求定义的这些函数应具有不同的</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参数（参数个数或类型要有所不同）。</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上述的做法称为</a:t>
            </a:r>
            <a:r>
              <a:rPr kumimoji="0" lang="zh-CN" altLang="en-US" sz="2800" b="0" i="0" u="none" strike="noStrike" kern="0" cap="none" spc="0" normalizeH="0" baseline="0" noProof="0" dirty="0">
                <a:ln>
                  <a:noFill/>
                </a:ln>
                <a:solidFill>
                  <a:schemeClr val="folHlink"/>
                </a:solidFill>
                <a:effectLst>
                  <a:outerShdw blurRad="38100" dist="38100" dir="2700000" algn="tl">
                    <a:srgbClr val="000000"/>
                  </a:outerShdw>
                </a:effectLst>
                <a:uLnTx/>
                <a:uFillTx/>
                <a:latin typeface="+mn-lt"/>
                <a:ea typeface="+mn-ea"/>
              </a:rPr>
              <a:t>函数名重载</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5394" name="Rectangle 2"/>
          <p:cNvSpPr>
            <a:spLocks noGrp="1" noChangeArrowheads="1"/>
          </p:cNvSpPr>
          <p:nvPr>
            <p:ph type="title"/>
          </p:nvPr>
        </p:nvSpPr>
        <p:spPr>
          <a:xfrm>
            <a:off x="457200" y="115888"/>
            <a:ext cx="8229600" cy="1139825"/>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对重载函数调用的绑定</a:t>
            </a:r>
            <a:endPar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15395" name="Rectangle 3"/>
          <p:cNvSpPr>
            <a:spLocks noGrp="1" noChangeArrowheads="1"/>
          </p:cNvSpPr>
          <p:nvPr>
            <p:ph idx="1"/>
          </p:nvPr>
        </p:nvSpPr>
        <p:spPr>
          <a:xfrm>
            <a:off x="206375" y="1341438"/>
            <a:ext cx="8686800" cy="5256213"/>
          </a:xfrm>
        </p:spPr>
        <p:txBody>
          <a:bodyPr vert="horz" wrap="square" lIns="91440" tIns="45720" rIns="91440" bIns="45720" numCol="1" anchor="t" anchorCtr="0" compatLnSpc="1"/>
          <a:lstStyle/>
          <a:p>
            <a:pPr marL="357505" marR="0" lvl="0" indent="-357505"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确定一个对重载函数的调用对应着哪一个重载函数定义的过程称为</a:t>
            </a:r>
            <a:r>
              <a:rPr kumimoji="0" lang="zh-CN" altLang="en-US" sz="28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cs typeface="+mn-cs"/>
              </a:rPr>
              <a:t>绑定</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binding</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，又称定联、联编、捆绑）。</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例如，</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print(1.0)</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调用的是下面的哪一个重载函数？</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457200" marR="0" lvl="1" indent="0" algn="l" defTabSz="914400" rtl="0" eaLnBrk="1" fontAlgn="base" latinLnBrk="0" hangingPunct="1">
              <a:lnSpc>
                <a:spcPct val="11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void </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print(</a:t>
            </a:r>
            <a:r>
              <a:rPr kumimoji="0" lang="en-US"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 ...... }</a:t>
            </a: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1" fontAlgn="base" latinLnBrk="0" hangingPunct="1">
              <a:lnSpc>
                <a:spcPct val="11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void </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print(double d) { ...... }</a:t>
            </a: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1" fontAlgn="base" latinLnBrk="0" hangingPunct="1">
              <a:lnSpc>
                <a:spcPct val="11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void </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print(char c) { ...... }</a:t>
            </a: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1" fontAlgn="base" latinLnBrk="0" hangingPunct="1">
              <a:lnSpc>
                <a:spcPct val="11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void </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print(A a) { ...... </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对重载函数调用的绑定一般是在</a:t>
            </a:r>
            <a:r>
              <a:rPr kumimoji="0" lang="zh-CN" altLang="en-US" sz="28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编译时刻</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由编译程序根据实参与形参的匹配情况来决定</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ctr" anchorCtr="1"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重载函数的绑定规则</a:t>
            </a:r>
            <a:endParaRPr kumimoji="0" lang="zh-CN" altLang="en-US"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 name="内容占位符 2"/>
          <p:cNvSpPr>
            <a:spLocks noGrp="1"/>
          </p:cNvSpPr>
          <p:nvPr>
            <p:ph idx="1"/>
          </p:nvPr>
        </p:nvSpPr>
        <p:spPr>
          <a:xfrm>
            <a:off x="457200" y="1600200"/>
            <a:ext cx="8229600" cy="4565650"/>
          </a:xfrm>
        </p:spPr>
        <p:txBody>
          <a:bodyPr vert="horz" wrap="square" lIns="91440" tIns="45720" rIns="91440" bIns="45720" numCol="1" anchor="t" anchorCtr="0" compatLnSpc="1"/>
          <a:lstStyle/>
          <a:p>
            <a:pPr marL="357505" marR="0" lvl="0" indent="-357505"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从</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形参个数与实参个数相同的重载函数</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中，按下面的次序选择</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一个：</a:t>
            </a:r>
            <a:endPar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1071880" marR="0" lvl="1" indent="-355600" algn="just" defTabSz="914400" rtl="0" eaLnBrk="1" fontAlgn="base" latinLnBrk="0" hangingPunct="1">
              <a:lnSpc>
                <a:spcPct val="90000"/>
              </a:lnSpc>
              <a:spcBef>
                <a:spcPct val="20000"/>
              </a:spcBef>
              <a:spcAft>
                <a:spcPct val="0"/>
              </a:spcAft>
              <a:buClr>
                <a:schemeClr val="tx1"/>
              </a:buClr>
              <a:buSzTx/>
              <a:buFont typeface="Wingdings" panose="05000000000000000000" pitchFamily="2" charset="2"/>
              <a:buAutoNum type="arabicPeriod"/>
              <a:defRPr/>
            </a:pP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精确匹配</a:t>
            </a:r>
            <a:endPar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1071880" marR="0" lvl="1" indent="-355600" algn="just" defTabSz="914400" rtl="0" eaLnBrk="1" fontAlgn="base" latinLnBrk="0" hangingPunct="1">
              <a:lnSpc>
                <a:spcPct val="90000"/>
              </a:lnSpc>
              <a:spcBef>
                <a:spcPct val="20000"/>
              </a:spcBef>
              <a:spcAft>
                <a:spcPct val="0"/>
              </a:spcAft>
              <a:buClr>
                <a:schemeClr val="tx1"/>
              </a:buClr>
              <a:buSzTx/>
              <a:buFont typeface="Wingdings" panose="05000000000000000000" pitchFamily="2" charset="2"/>
              <a:buAutoNum type="arabicPeriod"/>
              <a:defRPr/>
            </a:pP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提升匹配</a:t>
            </a:r>
            <a:endPar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1071880" marR="0" lvl="1" indent="-355600" algn="just" defTabSz="914400" rtl="0" eaLnBrk="1" fontAlgn="base" latinLnBrk="0" hangingPunct="1">
              <a:lnSpc>
                <a:spcPct val="90000"/>
              </a:lnSpc>
              <a:spcBef>
                <a:spcPct val="20000"/>
              </a:spcBef>
              <a:spcAft>
                <a:spcPct val="0"/>
              </a:spcAft>
              <a:buClr>
                <a:schemeClr val="tx1"/>
              </a:buClr>
              <a:buSzTx/>
              <a:buFont typeface="Wingdings" panose="05000000000000000000" pitchFamily="2" charset="2"/>
              <a:buAutoNum type="arabicPeriod"/>
              <a:defRPr/>
            </a:pP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标准转换匹配</a:t>
            </a:r>
            <a:endPar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1071880" marR="0" lvl="1" indent="-355600" algn="just" defTabSz="914400" rtl="0" eaLnBrk="1" fontAlgn="base" latinLnBrk="0" hangingPunct="1">
              <a:lnSpc>
                <a:spcPct val="90000"/>
              </a:lnSpc>
              <a:spcBef>
                <a:spcPct val="20000"/>
              </a:spcBef>
              <a:spcAft>
                <a:spcPct val="0"/>
              </a:spcAft>
              <a:buClr>
                <a:schemeClr val="tx1"/>
              </a:buClr>
              <a:buSzTx/>
              <a:buFont typeface="Wingdings" panose="05000000000000000000" pitchFamily="2" charset="2"/>
              <a:buAutoNum type="arabicPeriod"/>
              <a:defRPr/>
            </a:pP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自定义转换匹配</a:t>
            </a:r>
            <a:endPar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1071880" marR="0" lvl="1" indent="-355600" algn="just" defTabSz="914400" rtl="0" eaLnBrk="1" fontAlgn="base" latinLnBrk="0" hangingPunct="1">
              <a:lnSpc>
                <a:spcPct val="90000"/>
              </a:lnSpc>
              <a:spcBef>
                <a:spcPct val="20000"/>
              </a:spcBef>
              <a:spcAft>
                <a:spcPct val="0"/>
              </a:spcAft>
              <a:buClr>
                <a:schemeClr val="tx1"/>
              </a:buClr>
              <a:buSzTx/>
              <a:buFont typeface="Wingdings" panose="05000000000000000000" pitchFamily="2" charset="2"/>
              <a:buAutoNum type="arabicPeriod"/>
              <a:defRPr/>
            </a:pP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匹配</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失败</a:t>
            </a:r>
            <a:endPar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6418" name="Rectangle 2"/>
          <p:cNvSpPr>
            <a:spLocks noGrp="1" noChangeArrowheads="1"/>
          </p:cNvSpPr>
          <p:nvPr>
            <p:ph type="title"/>
          </p:nvPr>
        </p:nvSpPr>
        <p:spPr>
          <a:xfrm>
            <a:off x="457200" y="44450"/>
            <a:ext cx="8229600" cy="936625"/>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精确匹配</a:t>
            </a:r>
            <a:endPar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16419" name="Rectangle 3"/>
          <p:cNvSpPr>
            <a:spLocks noGrp="1" noChangeArrowheads="1"/>
          </p:cNvSpPr>
          <p:nvPr>
            <p:ph idx="1"/>
          </p:nvPr>
        </p:nvSpPr>
        <p:spPr>
          <a:xfrm>
            <a:off x="323850" y="981075"/>
            <a:ext cx="8686800" cy="5761038"/>
          </a:xfrm>
        </p:spPr>
        <p:txBody>
          <a:bodyPr vert="horz" wrap="square" lIns="91440" tIns="45720" rIns="91440" bIns="45720" numCol="1" anchor="t" anchorCtr="0" compatLnSpc="1">
            <a:normAutofit fontScale="92500" lnSpcReduction="10000"/>
          </a:bodyPr>
          <a:lstStyle/>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实参与形参的类型</a:t>
            </a:r>
            <a:r>
              <a:rPr kumimoji="0" lang="zh-CN" altLang="en-US"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完全相同</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，或者对实参进行</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Arial" panose="020B0604020202020204"/>
                <a:ea typeface="+mn-ea"/>
                <a:cs typeface="+mn-cs"/>
              </a:rPr>
              <a:t>“</a:t>
            </a:r>
            <a:r>
              <a:rPr kumimoji="0" lang="zh-CN" altLang="en-US"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微小</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Arial" panose="020B0604020202020204"/>
                <a:ea typeface="+mn-ea"/>
                <a:cs typeface="+mn-cs"/>
              </a:rPr>
              <a:t>”</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的类型转换后与形参类型相同：</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Char char="•"/>
              <a:defRPr/>
            </a:pP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数组变量名</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-&gt;</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数组第一个元素的内存地址</a:t>
            </a:r>
            <a:endPar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Char char="•"/>
              <a:defRPr/>
            </a:pP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函数名</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-&gt;</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函数的内存首地址</a:t>
            </a:r>
            <a:endPar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Char char="•"/>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例如，对于下面的重载函数定义：</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void print(</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void print(double);</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void print(char);</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void print(char *);</a:t>
            </a: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下面的函数调用：</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print(1);  //</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绑定到函数： </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void print(</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print(1.0); //</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绑定到函数：</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void print(double);</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print('a');  //</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绑定到函数：</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void print(char);</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char s[10];</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print(s);   //</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绑定</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到函数：</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void </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print(char *);</a:t>
            </a: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42" name="Rectangle 2"/>
          <p:cNvSpPr>
            <a:spLocks noGrp="1" noChangeArrowheads="1"/>
          </p:cNvSpPr>
          <p:nvPr>
            <p:ph type="title"/>
          </p:nvPr>
        </p:nvSpPr>
        <p:spPr>
          <a:xfrm>
            <a:off x="468313" y="188913"/>
            <a:ext cx="8229600" cy="1139825"/>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提升匹配</a:t>
            </a:r>
            <a:endPar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17443" name="Rectangle 3"/>
          <p:cNvSpPr>
            <a:spLocks noGrp="1" noChangeArrowheads="1"/>
          </p:cNvSpPr>
          <p:nvPr>
            <p:ph idx="1"/>
          </p:nvPr>
        </p:nvSpPr>
        <p:spPr>
          <a:xfrm>
            <a:off x="457200" y="1484313"/>
            <a:ext cx="8435975" cy="5257800"/>
          </a:xfrm>
        </p:spPr>
        <p:txBody>
          <a:bodyPr vert="horz" wrap="square" lIns="91440" tIns="45720" rIns="91440" bIns="45720" numCol="1" anchor="t" anchorCtr="0" compatLnSpc="1"/>
          <a:lstStyle/>
          <a:p>
            <a:pPr marL="452755" marR="0" lvl="0" indent="-452755"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先对实参进行下面的类型提升，然后进行精确匹配：</a:t>
            </a:r>
            <a:endPar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990600" marR="0" lvl="1" indent="-53340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按整型提升规则提升实参类型</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990600" marR="0" lvl="1" indent="-53340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把</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float</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类型实参提升到</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double</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990600" marR="0" lvl="1" indent="-53340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把</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double</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类型实参提升到</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long double</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52755" marR="0" lvl="0" indent="-452755"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例如，对于下述的重载函数：</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990600" marR="0" lvl="1" indent="-53340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void print(</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990600" marR="0" lvl="1" indent="-53340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void print(double);</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990600" marR="0" lvl="1" indent="-53340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根据提升匹配，下面的函数调用：</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990600" marR="0" lvl="1" indent="-53340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print('a'); </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绑定到函数：</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void print(</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990600" marR="0" lvl="1" indent="-53340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print(1.0f); </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绑定到函数：</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void print(double);</a:t>
            </a:r>
            <a:r>
              <a:rPr kumimoji="0" lang="en-US" altLang="zh-CN" sz="1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1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8466" name="Rectangle 2"/>
          <p:cNvSpPr>
            <a:spLocks noGrp="1" noChangeArrowheads="1"/>
          </p:cNvSpPr>
          <p:nvPr>
            <p:ph type="title"/>
          </p:nvPr>
        </p:nvSpPr>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标准转换匹配</a:t>
            </a:r>
            <a:endPar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18467" name="Rectangle 3"/>
          <p:cNvSpPr>
            <a:spLocks noGrp="1" noChangeArrowheads="1"/>
          </p:cNvSpPr>
          <p:nvPr>
            <p:ph idx="1"/>
          </p:nvPr>
        </p:nvSpPr>
        <p:spPr>
          <a:xfrm>
            <a:off x="457200" y="1600200"/>
            <a:ext cx="8229600" cy="4997450"/>
          </a:xfrm>
        </p:spPr>
        <p:txBody>
          <a:bodyPr vert="horz" wrap="square" lIns="91440" tIns="45720" rIns="91440" bIns="45720" numCol="1" anchor="t" anchorCtr="0" compatLnSpc="1">
            <a:normAutofit fontScale="92500"/>
          </a:bodyPr>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先进行下面的标准转换，然后进行精确匹配：</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1009650" marR="0" lvl="1" indent="-60960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任何算术类型可以互相转换</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009650" marR="0" lvl="1" indent="-60960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枚举类型可以转换成任何算术类型</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009650" marR="0" lvl="1" indent="-60960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零可以转换成任何算术类型或指针类型</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009650" marR="0" lvl="1" indent="-60960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任何类型的指针可以转换成</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void * </a:t>
            </a:r>
            <a:endPar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例如，对于下述的重载函数：</a:t>
            </a: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void print(char);</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void print(char *);</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根据标准转换匹配，下面的函数调用：</a:t>
            </a:r>
            <a:endPar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print(1); </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绑定到函数：</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void print(char</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9490" name="Rectangle 2"/>
          <p:cNvSpPr>
            <a:spLocks noGrp="1" noChangeArrowheads="1"/>
          </p:cNvSpPr>
          <p:nvPr>
            <p:ph type="title"/>
          </p:nvPr>
        </p:nvSpPr>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19491" name="Rectangle 3"/>
          <p:cNvSpPr>
            <a:spLocks noGrp="1" noChangeArrowheads="1"/>
          </p:cNvSpPr>
          <p:nvPr>
            <p:ph idx="1"/>
          </p:nvPr>
        </p:nvSpPr>
        <p:spPr/>
        <p:txBody>
          <a:bodyPr vert="horz" wrap="square" lIns="91440" tIns="45720" rIns="91440" bIns="45720" numCol="1" anchor="t" anchorCtr="0" compatLnSpc="1"/>
          <a:lstStyle/>
          <a:p>
            <a:pPr marL="609600" marR="0" lvl="0" indent="-609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GB" sz="3200" b="0" i="0" u="none" strike="noStrike" kern="0" cap="none" spc="0" normalizeH="0" baseline="0" noProof="0" dirty="0">
                <a:ln>
                  <a:noFill/>
                </a:ln>
                <a:solidFill>
                  <a:schemeClr val="folHlink"/>
                </a:solidFill>
                <a:effectLst>
                  <a:outerShdw blurRad="38100" dist="38100" dir="2700000" algn="tl">
                    <a:srgbClr val="000000"/>
                  </a:outerShdw>
                </a:effectLst>
                <a:uLnTx/>
                <a:uFillTx/>
                <a:latin typeface="+mn-lt"/>
                <a:ea typeface="+mn-ea"/>
                <a:cs typeface="+mn-cs"/>
              </a:rPr>
              <a:t>每个标准转换都是平等的</a:t>
            </a:r>
            <a:r>
              <a:rPr kumimoji="0" lang="zh-CN" altLang="en-US" sz="3200" b="0" i="0" u="none" strike="noStrike" kern="0" cap="none" spc="0" normalizeH="0" baseline="0" noProof="0" dirty="0">
                <a:ln>
                  <a:noFill/>
                </a:ln>
                <a:solidFill>
                  <a:schemeClr val="folHlink"/>
                </a:solidFill>
                <a:effectLst>
                  <a:outerShdw blurRad="38100" dist="38100" dir="2700000" algn="tl">
                    <a:srgbClr val="000000"/>
                  </a:outerShdw>
                </a:effectLst>
                <a:uLnTx/>
                <a:uFillTx/>
                <a:latin typeface="+mn-lt"/>
                <a:ea typeface="+mn-ea"/>
                <a:cs typeface="+mn-cs"/>
              </a:rPr>
              <a:t>，不</a:t>
            </a:r>
            <a:r>
              <a:rPr kumimoji="0" lang="zh-CN" altLang="en-US" sz="32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cs typeface="+mn-cs"/>
              </a:rPr>
              <a:t>存</a:t>
            </a:r>
            <a:r>
              <a:rPr kumimoji="0" lang="zh-CN" altLang="en-US" sz="3200" b="0" i="0" u="none" strike="noStrike" kern="0" cap="none" spc="0" normalizeH="0" baseline="0" noProof="0" dirty="0">
                <a:ln>
                  <a:noFill/>
                </a:ln>
                <a:solidFill>
                  <a:schemeClr val="folHlink"/>
                </a:solidFill>
                <a:effectLst>
                  <a:outerShdw blurRad="38100" dist="38100" dir="2700000" algn="tl">
                    <a:srgbClr val="000000"/>
                  </a:outerShdw>
                </a:effectLst>
                <a:uLnTx/>
                <a:uFillTx/>
                <a:latin typeface="+mn-lt"/>
                <a:ea typeface="+mn-ea"/>
                <a:cs typeface="+mn-cs"/>
              </a:rPr>
              <a:t>在</a:t>
            </a:r>
            <a:r>
              <a:rPr kumimoji="0" lang="zh-CN" altLang="en-US" sz="32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cs typeface="+mn-cs"/>
              </a:rPr>
              <a:t>哪个</a:t>
            </a:r>
            <a:r>
              <a:rPr kumimoji="0" lang="zh-CN" altLang="en-US" sz="3200" b="0" i="0" u="none" strike="noStrike" kern="0" cap="none" spc="0" normalizeH="0" baseline="0" noProof="0" dirty="0">
                <a:ln>
                  <a:noFill/>
                </a:ln>
                <a:solidFill>
                  <a:schemeClr val="folHlink"/>
                </a:solidFill>
                <a:effectLst>
                  <a:outerShdw blurRad="38100" dist="38100" dir="2700000" algn="tl">
                    <a:srgbClr val="000000"/>
                  </a:outerShdw>
                </a:effectLst>
                <a:uLnTx/>
                <a:uFillTx/>
                <a:latin typeface="+mn-lt"/>
                <a:ea typeface="+mn-ea"/>
                <a:cs typeface="+mn-cs"/>
              </a:rPr>
              <a:t>优先：</a:t>
            </a:r>
            <a:endParaRPr kumimoji="0" lang="en-US" altLang="zh-CN" sz="3200" b="0" i="0" u="none" strike="noStrike" kern="0" cap="none" spc="0" normalizeH="0" baseline="0" noProof="0" dirty="0">
              <a:ln>
                <a:noFill/>
              </a:ln>
              <a:solidFill>
                <a:schemeClr val="folHlink"/>
              </a:solidFill>
              <a:effectLst>
                <a:outerShdw blurRad="38100" dist="38100" dir="2700000" algn="tl">
                  <a:srgbClr val="000000"/>
                </a:outerShdw>
              </a:effectLst>
              <a:uLnTx/>
              <a:uFillTx/>
              <a:latin typeface="+mn-lt"/>
              <a:ea typeface="+mn-ea"/>
              <a:cs typeface="+mn-cs"/>
            </a:endParaRPr>
          </a:p>
          <a:p>
            <a:pPr marL="1009650" marR="0" lvl="1" indent="-60960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如果存在多个标准转换后能精确匹配，则失败！</a:t>
            </a:r>
            <a:r>
              <a:rPr kumimoji="0" lang="zh-CN" altLang="en-US" sz="2800" b="0" i="0" u="none" strike="noStrike" kern="0" cap="none" spc="0" normalizeH="0" baseline="0" noProof="0" dirty="0">
                <a:ln>
                  <a:noFill/>
                </a:ln>
                <a:solidFill>
                  <a:schemeClr val="folHlink"/>
                </a:solidFill>
                <a:effectLst>
                  <a:outerShdw blurRad="38100" dist="38100" dir="2700000" algn="tl">
                    <a:srgbClr val="000000"/>
                  </a:outerShdw>
                </a:effectLst>
                <a:uLnTx/>
                <a:uFillTx/>
                <a:latin typeface="+mn-lt"/>
                <a:ea typeface="+mn-ea"/>
              </a:rPr>
              <a:t>（具有歧义）</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endPar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0210" name="Rectangle 2"/>
          <p:cNvSpPr>
            <a:spLocks noGrp="1" noChangeArrowheads="1"/>
          </p:cNvSpPr>
          <p:nvPr>
            <p:ph type="title"/>
          </p:nvPr>
        </p:nvSpPr>
        <p:spPr>
          <a:xfrm>
            <a:off x="457200" y="115888"/>
            <a:ext cx="8229600" cy="1139825"/>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rPr>
              <a:t>绑定失败</a:t>
            </a:r>
            <a:endParaRPr kumimoji="0" lang="zh-CN" altLang="en-US"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50211" name="Rectangle 3"/>
          <p:cNvSpPr>
            <a:spLocks noGrp="1" noChangeArrowheads="1"/>
          </p:cNvSpPr>
          <p:nvPr>
            <p:ph idx="1"/>
          </p:nvPr>
        </p:nvSpPr>
        <p:spPr>
          <a:xfrm>
            <a:off x="250825" y="1341438"/>
            <a:ext cx="8686800" cy="5516563"/>
          </a:xfrm>
        </p:spPr>
        <p:txBody>
          <a:bodyPr vert="horz" wrap="square" lIns="91440" tIns="45720" rIns="91440" bIns="45720" numCol="1" anchor="t" anchorCtr="0" compatLnSpc="1"/>
          <a:lstStyle/>
          <a:p>
            <a:pPr marL="361950" marR="0" lvl="0" indent="-36195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如果</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不存在匹配</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或</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存在多个匹配</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，则绑定失败。例如，对于下述的重载函数：</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914400" marR="0" lvl="1" indent="-457200" algn="l" defTabSz="914400" rtl="0" eaLnBrk="1" fontAlgn="base" latinLnBrk="0" hangingPunct="1">
              <a:lnSpc>
                <a:spcPct val="9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void print(char);</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914400" marR="0" lvl="1" indent="-457200" algn="l" defTabSz="914400" rtl="0" eaLnBrk="1" fontAlgn="base" latinLnBrk="0" hangingPunct="1">
              <a:lnSpc>
                <a:spcPct val="9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void print(double);</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914400" marR="0" lvl="1" indent="-457200" algn="l" defTabSz="914400" rtl="0" eaLnBrk="1" fontAlgn="base" latinLnBrk="0" hangingPunct="1">
              <a:lnSpc>
                <a:spcPct val="90000"/>
              </a:lnSpc>
              <a:spcBef>
                <a:spcPct val="20000"/>
              </a:spcBef>
              <a:spcAft>
                <a:spcPct val="0"/>
              </a:spcAft>
              <a:buClr>
                <a:schemeClr val="tx1"/>
              </a:buClr>
              <a:buSzTx/>
              <a:buFontTx/>
              <a:buChar char="•"/>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根据标准转换匹配，下面的函数调用将会绑定失败：</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914400" marR="0" lvl="1" indent="-457200" algn="l" defTabSz="914400" rtl="0" eaLnBrk="1" fontAlgn="base" latinLnBrk="0" hangingPunct="1">
              <a:lnSpc>
                <a:spcPct val="9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print(</a:t>
            </a:r>
            <a:r>
              <a:rPr kumimoji="0" lang="en-US" altLang="zh-CN" sz="24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rPr>
              <a:t>1</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914400" marR="0" lvl="1" indent="-457200" algn="l" defTabSz="914400" rtl="0" eaLnBrk="1" fontAlgn="base" latinLnBrk="0" hangingPunct="1">
              <a:lnSpc>
                <a:spcPct val="90000"/>
              </a:lnSpc>
              <a:spcBef>
                <a:spcPct val="20000"/>
              </a:spcBef>
              <a:spcAft>
                <a:spcPct val="0"/>
              </a:spcAft>
              <a:buClr>
                <a:schemeClr val="tx1"/>
              </a:buClr>
              <a:buSzTx/>
              <a:buFontTx/>
              <a:buChar char="•"/>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因为</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1</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（属于</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型）既可以转成</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char</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，又可以转成</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double </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61950" marR="0" lvl="0" indent="-36195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解决办法是：</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914400" marR="0" lvl="1" indent="-457200" algn="l" defTabSz="914400" rtl="0" eaLnBrk="1" fontAlgn="base" latinLnBrk="0" hangingPunct="1">
              <a:lnSpc>
                <a:spcPct val="90000"/>
              </a:lnSpc>
              <a:spcBef>
                <a:spcPct val="20000"/>
              </a:spcBef>
              <a:spcAft>
                <a:spcPct val="0"/>
              </a:spcAft>
              <a:buClr>
                <a:schemeClr val="tx1"/>
              </a:buClr>
              <a:buSzTx/>
              <a:buFontTx/>
              <a:buChar char="•"/>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对实参进行显式类型转换，如，</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295400" marR="0" lvl="2" indent="-381000" algn="l" defTabSz="914400" rtl="0" eaLnBrk="1" fontAlgn="base" latinLnBrk="0" hangingPunct="1">
              <a:lnSpc>
                <a:spcPct val="90000"/>
              </a:lnSpc>
              <a:spcBef>
                <a:spcPct val="20000"/>
              </a:spcBef>
              <a:spcAft>
                <a:spcPct val="0"/>
              </a:spcAft>
              <a:buClr>
                <a:schemeClr val="accent2"/>
              </a:buClr>
              <a:buSzPct val="60000"/>
              <a:buFont typeface="Wingdings" panose="05000000000000000000" pitchFamily="2" charset="2"/>
              <a:buChar char="n"/>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print ((char)1) </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或 </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print ((double)1)</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914400" marR="0" lvl="1" indent="-457200" algn="l" defTabSz="914400" rtl="0" eaLnBrk="1" fontAlgn="base" latinLnBrk="0" hangingPunct="1">
              <a:lnSpc>
                <a:spcPct val="90000"/>
              </a:lnSpc>
              <a:spcBef>
                <a:spcPct val="20000"/>
              </a:spcBef>
              <a:spcAft>
                <a:spcPct val="0"/>
              </a:spcAft>
              <a:buClr>
                <a:schemeClr val="tx1"/>
              </a:buClr>
              <a:buSzTx/>
              <a:buFontTx/>
              <a:buChar char="•"/>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增加额外的重载，如，</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295400" marR="0" lvl="2" indent="-381000" algn="l" defTabSz="914400" rtl="0" eaLnBrk="1" fontAlgn="base" latinLnBrk="0" hangingPunct="1">
              <a:lnSpc>
                <a:spcPct val="90000"/>
              </a:lnSpc>
              <a:spcBef>
                <a:spcPct val="20000"/>
              </a:spcBef>
              <a:spcAft>
                <a:spcPct val="0"/>
              </a:spcAft>
              <a:buClr>
                <a:schemeClr val="accent2"/>
              </a:buClr>
              <a:buSzPct val="60000"/>
              <a:buFont typeface="Wingdings" panose="05000000000000000000" pitchFamily="2" charset="2"/>
              <a:buChar char="n"/>
              <a:defRPr/>
            </a:pP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增加一个重载函数定义： </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void print(</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7730" name="Rectangle 2"/>
          <p:cNvSpPr>
            <a:spLocks noGrp="1" noChangeArrowheads="1"/>
          </p:cNvSpPr>
          <p:nvPr>
            <p:ph type="title"/>
          </p:nvPr>
        </p:nvSpPr>
        <p:spPr>
          <a:xfrm>
            <a:off x="685800" y="44450"/>
            <a:ext cx="7772400" cy="1143000"/>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Verdana" panose="020B0604030504040204" pitchFamily="34" charset="0"/>
                <a:ea typeface="+mj-ea"/>
                <a:cs typeface="+mj-cs"/>
              </a:rPr>
              <a:t>函数指针 </a:t>
            </a:r>
            <a:endParaRPr kumimoji="0" lang="zh-CN" altLang="en-US"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Verdana" panose="020B0604030504040204" pitchFamily="34" charset="0"/>
              <a:ea typeface="+mj-ea"/>
              <a:cs typeface="+mj-cs"/>
            </a:endParaRPr>
          </a:p>
        </p:txBody>
      </p:sp>
      <p:sp>
        <p:nvSpPr>
          <p:cNvPr id="457731" name="Rectangle 3"/>
          <p:cNvSpPr>
            <a:spLocks noGrp="1" noChangeArrowheads="1"/>
          </p:cNvSpPr>
          <p:nvPr>
            <p:ph idx="1"/>
          </p:nvPr>
        </p:nvSpPr>
        <p:spPr>
          <a:xfrm>
            <a:off x="323850" y="1290638"/>
            <a:ext cx="8569325" cy="5233988"/>
          </a:xfrm>
        </p:spPr>
        <p:txBody>
          <a:bodyPr vert="horz" wrap="square" lIns="91440" tIns="45720" rIns="91440" bIns="45720" numCol="1" anchor="t" anchorCtr="0" compatLnSpc="1">
            <a:normAutofit fontScale="92500" lnSpcReduction="20000"/>
          </a:bodyPr>
          <a:lstStyle/>
          <a:p>
            <a:pPr marL="361950" marR="0" lvl="0" indent="-361950" algn="just"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Times New Roman" panose="02020603050405020304" pitchFamily="18" charset="0"/>
              </a:rPr>
              <a:t>C++</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中可以定义一个指针变量（</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函数指针</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），使其指向一个函数，可以通过这个指针变量来调用它指向的函数。例如：</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541655" marR="0" lvl="1" indent="0" algn="l" defTabSz="914400" rtl="0" eaLnBrk="1" fontAlgn="base" latinLnBrk="0" hangingPunct="1">
              <a:lnSpc>
                <a:spcPct val="110000"/>
              </a:lnSpc>
              <a:spcBef>
                <a:spcPct val="20000"/>
              </a:spcBef>
              <a:spcAft>
                <a:spcPct val="0"/>
              </a:spcAft>
              <a:buClr>
                <a:schemeClr val="tx1"/>
              </a:buClr>
              <a:buSzTx/>
              <a:buFontTx/>
              <a:buNone/>
              <a:defRPr/>
            </a:pP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double f(</a:t>
            </a:r>
            <a:r>
              <a:rPr kumimoji="0" lang="en-US"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x) { ...... </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//f</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是一个函数</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541655" marR="0" lvl="1" indent="0" algn="l" defTabSz="914400" rtl="0" eaLnBrk="1" fontAlgn="base" latinLnBrk="0" hangingPunct="1">
              <a:lnSpc>
                <a:spcPct val="11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541655" marR="0" lvl="1" indent="0" algn="just" defTabSz="914400" rtl="0" eaLnBrk="1" fontAlgn="base" latinLnBrk="0" hangingPunct="1">
              <a:lnSpc>
                <a:spcPct val="110000"/>
              </a:lnSpc>
              <a:spcBef>
                <a:spcPct val="20000"/>
              </a:spcBef>
              <a:spcAft>
                <a:spcPct val="0"/>
              </a:spcAft>
              <a:buClr>
                <a:schemeClr val="tx1"/>
              </a:buClr>
              <a:buSzTx/>
              <a:buFontTx/>
              <a:buNone/>
              <a:defRPr/>
            </a:pP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typedef</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double (*</a:t>
            </a:r>
            <a:r>
              <a:rPr kumimoji="0" lang="en-US" altLang="zh-CN" sz="2400" b="0" i="0" u="none" strike="noStrike" kern="0" cap="none" spc="0" normalizeH="0" baseline="0" noProof="0" dirty="0">
                <a:ln>
                  <a:noFill/>
                </a:ln>
                <a:solidFill>
                  <a:schemeClr val="folHlink"/>
                </a:solidFill>
                <a:effectLst>
                  <a:outerShdw blurRad="38100" dist="38100" dir="2700000" algn="tl">
                    <a:srgbClr val="000000"/>
                  </a:outerShdw>
                </a:effectLst>
                <a:uLnTx/>
                <a:uFillTx/>
                <a:latin typeface="+mn-lt"/>
                <a:ea typeface="+mn-ea"/>
              </a:rPr>
              <a:t>FP</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en-US"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541655" marR="0" lvl="1" indent="0" algn="just" defTabSz="914400" rtl="0" eaLnBrk="1" fontAlgn="base" latinLnBrk="0" hangingPunct="1">
              <a:lnSpc>
                <a:spcPct val="110000"/>
              </a:lnSpc>
              <a:spcBef>
                <a:spcPct val="20000"/>
              </a:spcBef>
              <a:spcAft>
                <a:spcPct val="0"/>
              </a:spcAft>
              <a:buClr>
                <a:schemeClr val="tx1"/>
              </a:buClr>
              <a:buSzTx/>
              <a:buFontTx/>
              <a:buNone/>
              <a:defRPr/>
            </a:pP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FP </a:t>
            </a:r>
            <a:r>
              <a:rPr kumimoji="0" lang="en-US" altLang="zh-CN" sz="2400" b="0" i="0" u="none" strike="noStrike" kern="0" cap="none" spc="0" normalizeH="0" baseline="0" noProof="0" dirty="0" err="1">
                <a:ln>
                  <a:noFill/>
                </a:ln>
                <a:solidFill>
                  <a:srgbClr val="FFC000"/>
                </a:solidFill>
                <a:effectLst>
                  <a:outerShdw blurRad="38100" dist="38100" dir="2700000" algn="tl">
                    <a:srgbClr val="000000"/>
                  </a:outerShdw>
                </a:effectLst>
                <a:uLnTx/>
                <a:uFillTx/>
                <a:latin typeface="+mn-lt"/>
                <a:ea typeface="+mn-ea"/>
              </a:rPr>
              <a:t>fp</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fp</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是一个指向函数的指针变量</a:t>
            </a: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827405" marR="0" lvl="1" indent="-285750" algn="just" defTabSz="914400" rtl="0" eaLnBrk="1" fontAlgn="base" latinLnBrk="0" hangingPunct="1">
              <a:lnSpc>
                <a:spcPct val="110000"/>
              </a:lnSpc>
              <a:spcBef>
                <a:spcPct val="20000"/>
              </a:spcBef>
              <a:spcAft>
                <a:spcPct val="0"/>
              </a:spcAft>
              <a:buClr>
                <a:schemeClr val="tx1"/>
              </a:buClr>
              <a:buSzTx/>
              <a:buFontTx/>
              <a:buChar char="•"/>
              <a:defRPr/>
            </a:pP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或者</a:t>
            </a:r>
            <a:endPar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541655" marR="0" lvl="1" indent="0" algn="just" defTabSz="914400" rtl="0" eaLnBrk="1" fontAlgn="base" latinLnBrk="0" hangingPunct="1">
              <a:lnSpc>
                <a:spcPct val="11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double (*</a:t>
            </a:r>
            <a:r>
              <a:rPr kumimoji="0" lang="en-US" altLang="zh-CN" sz="2400" b="0" i="0" u="none" strike="noStrike" kern="0" cap="none" spc="0" normalizeH="0" baseline="0" noProof="0" dirty="0" err="1" smtClean="0">
                <a:ln>
                  <a:noFill/>
                </a:ln>
                <a:solidFill>
                  <a:schemeClr val="folHlink"/>
                </a:solidFill>
                <a:effectLst>
                  <a:outerShdw blurRad="38100" dist="38100" dir="2700000" algn="tl">
                    <a:srgbClr val="000000"/>
                  </a:outerShdw>
                </a:effectLst>
                <a:uLnTx/>
                <a:uFillTx/>
                <a:latin typeface="+mn-lt"/>
                <a:ea typeface="+mn-ea"/>
              </a:rPr>
              <a:t>fp</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fp</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是一个指向函数的指针变量</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541655" marR="0" lvl="1" indent="0" algn="just" defTabSz="914400" rtl="0" eaLnBrk="1" fontAlgn="base" latinLnBrk="0" hangingPunct="1">
              <a:lnSpc>
                <a:spcPct val="110000"/>
              </a:lnSpc>
              <a:spcBef>
                <a:spcPct val="20000"/>
              </a:spcBef>
              <a:spcAft>
                <a:spcPct val="0"/>
              </a:spcAft>
              <a:buClr>
                <a:schemeClr val="tx1"/>
              </a:buClr>
              <a:buSzTx/>
              <a:buFontTx/>
              <a:buNone/>
              <a:defRPr/>
            </a:pPr>
            <a:r>
              <a:rPr kumimoji="0" lang="en-US"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fp</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 &amp;f; </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fp</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指向函数</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f</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541655" marR="0" lvl="1" indent="0" algn="just" defTabSz="914400" rtl="0" eaLnBrk="1" fontAlgn="base" latinLnBrk="0" hangingPunct="1">
              <a:lnSpc>
                <a:spcPct val="110000"/>
              </a:lnSpc>
              <a:spcBef>
                <a:spcPct val="20000"/>
              </a:spcBef>
              <a:spcAft>
                <a:spcPct val="0"/>
              </a:spcAft>
              <a:buClr>
                <a:schemeClr val="tx1"/>
              </a:buClr>
              <a:buSzTx/>
              <a:buFontTx/>
              <a:buNone/>
              <a:defRPr/>
            </a:pP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也</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可写成：</a:t>
            </a:r>
            <a:r>
              <a:rPr kumimoji="0" lang="en-US"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fp</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 f; </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（编译器会做类型转换！）</a:t>
            </a: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541655" marR="0" lvl="1" indent="0" algn="just" defTabSz="914400" rtl="0" eaLnBrk="1" fontAlgn="base" latinLnBrk="0" hangingPunct="1">
              <a:lnSpc>
                <a:spcPct val="11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fp</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)(10); </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调用</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fp</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指向的函数</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f</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541655" marR="0" lvl="1" indent="0" algn="just" defTabSz="914400" rtl="0" eaLnBrk="1" fontAlgn="base" latinLnBrk="0" hangingPunct="1">
              <a:lnSpc>
                <a:spcPct val="110000"/>
              </a:lnSpc>
              <a:spcBef>
                <a:spcPct val="20000"/>
              </a:spcBef>
              <a:spcAft>
                <a:spcPct val="0"/>
              </a:spcAft>
              <a:buClr>
                <a:schemeClr val="tx1"/>
              </a:buClr>
              <a:buSzTx/>
              <a:buFontTx/>
              <a:buNone/>
              <a:defRPr/>
            </a:pP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也</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可写成：</a:t>
            </a:r>
            <a:r>
              <a:rPr kumimoji="0" lang="en-US"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fp</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(10);</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（编译器会做类型转换！</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9778" name="Rectangle 2"/>
          <p:cNvSpPr>
            <a:spLocks noGrp="1" noChangeArrowheads="1"/>
          </p:cNvSpPr>
          <p:nvPr>
            <p:ph type="title"/>
          </p:nvPr>
        </p:nvSpPr>
        <p:spPr>
          <a:xfrm>
            <a:off x="457200" y="115888"/>
            <a:ext cx="8229600" cy="941388"/>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rPr>
              <a:t>向函数传递函数</a:t>
            </a:r>
            <a:endParaRPr kumimoji="0" lang="zh-CN" altLang="en-US"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459779" name="Rectangle 3"/>
          <p:cNvSpPr>
            <a:spLocks noGrp="1" noChangeArrowheads="1"/>
          </p:cNvSpPr>
          <p:nvPr>
            <p:ph idx="1"/>
          </p:nvPr>
        </p:nvSpPr>
        <p:spPr>
          <a:xfrm>
            <a:off x="323850" y="1268413"/>
            <a:ext cx="8507413" cy="54737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函数指针主要用于通过参数把一个函数传给另一个函数。例如：</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80000"/>
              </a:lnSpc>
              <a:spcBef>
                <a:spcPct val="20000"/>
              </a:spcBef>
              <a:spcAft>
                <a:spcPct val="0"/>
              </a:spcAft>
              <a:buClr>
                <a:schemeClr val="tx1"/>
              </a:buClr>
              <a:buSzTx/>
              <a:buFontTx/>
              <a:buNone/>
              <a:defRPr/>
            </a:pP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func</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0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rPr>
              <a:t>fp</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x)) //</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形参</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fp</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为一个函数指针类型的变量</a:t>
            </a:r>
            <a:endPar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80000"/>
              </a:lnSpc>
              <a:spcBef>
                <a:spcPct val="20000"/>
              </a:spcBef>
              <a:spcAft>
                <a:spcPct val="0"/>
              </a:spcAft>
              <a:buClr>
                <a:schemeClr val="tx1"/>
              </a:buClr>
              <a:buSzTx/>
              <a:buFontTx/>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80000"/>
              </a:lnSpc>
              <a:spcBef>
                <a:spcPct val="20000"/>
              </a:spcBef>
              <a:spcAft>
                <a:spcPct val="0"/>
              </a:spcAft>
              <a:buClr>
                <a:schemeClr val="tx1"/>
              </a:buClr>
              <a:buSzTx/>
              <a:buFontTx/>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80000"/>
              </a:lnSpc>
              <a:spcBef>
                <a:spcPct val="20000"/>
              </a:spcBef>
              <a:spcAft>
                <a:spcPct val="0"/>
              </a:spcAft>
              <a:buClr>
                <a:schemeClr val="tx1"/>
              </a:buClr>
              <a:buSzTx/>
              <a:buFontTx/>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fp</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或</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fp</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调用</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fp</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所指向的函数（传进来的函数）</a:t>
            </a:r>
            <a:endPar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80000"/>
              </a:lnSpc>
              <a:spcBef>
                <a:spcPct val="20000"/>
              </a:spcBef>
              <a:spcAft>
                <a:spcPct val="0"/>
              </a:spcAft>
              <a:buClr>
                <a:schemeClr val="tx1"/>
              </a:buClr>
              <a:buSzTx/>
              <a:buFontTx/>
              <a:buNone/>
              <a:defRPr/>
            </a:pP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80000"/>
              </a:lnSpc>
              <a:spcBef>
                <a:spcPct val="20000"/>
              </a:spcBef>
              <a:spcAft>
                <a:spcPct val="0"/>
              </a:spcAft>
              <a:buClr>
                <a:schemeClr val="tx1"/>
              </a:buClr>
              <a:buSzTx/>
              <a:buFontTx/>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0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f(</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x) { ...... }</a:t>
            </a:r>
            <a:endPar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80000"/>
              </a:lnSpc>
              <a:spcBef>
                <a:spcPct val="20000"/>
              </a:spcBef>
              <a:spcAft>
                <a:spcPct val="0"/>
              </a:spcAft>
              <a:buClr>
                <a:schemeClr val="tx1"/>
              </a:buClr>
              <a:buSzTx/>
              <a:buFontTx/>
              <a:buNone/>
              <a:defRPr/>
            </a:pPr>
            <a:r>
              <a:rPr kumimoji="0" lang="en-US" altLang="zh-CN" sz="20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g(</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x) { ...... }</a:t>
            </a:r>
            <a:endPar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80000"/>
              </a:lnSpc>
              <a:spcBef>
                <a:spcPct val="20000"/>
              </a:spcBef>
              <a:spcAft>
                <a:spcPct val="0"/>
              </a:spcAft>
              <a:buClr>
                <a:schemeClr val="tx1"/>
              </a:buClr>
              <a:buSzTx/>
              <a:buFontTx/>
              <a:buNone/>
              <a:defRPr/>
            </a:pP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main()</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80000"/>
              </a:lnSpc>
              <a:spcBef>
                <a:spcPct val="20000"/>
              </a:spcBef>
              <a:spcAft>
                <a:spcPct val="0"/>
              </a:spcAft>
              <a:buClr>
                <a:schemeClr val="tx1"/>
              </a:buClr>
              <a:buSzTx/>
              <a:buFontTx/>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80000"/>
              </a:lnSpc>
              <a:spcBef>
                <a:spcPct val="20000"/>
              </a:spcBef>
              <a:spcAft>
                <a:spcPct val="0"/>
              </a:spcAft>
              <a:buClr>
                <a:schemeClr val="tx1"/>
              </a:buClr>
              <a:buSzTx/>
              <a:buFontTx/>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func</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&amp;f</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或</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func</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f</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函数</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func</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中将调用</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f</a:t>
            </a:r>
            <a:endPar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80000"/>
              </a:lnSpc>
              <a:spcBef>
                <a:spcPct val="20000"/>
              </a:spcBef>
              <a:spcAft>
                <a:spcPct val="0"/>
              </a:spcAft>
              <a:buClr>
                <a:schemeClr val="tx1"/>
              </a:buClr>
              <a:buSzTx/>
              <a:buFontTx/>
              <a:buNone/>
              <a:defRPr/>
            </a:pP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func</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&amp;g</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或</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func</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g</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函数</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func</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中将调用</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g</a:t>
            </a:r>
            <a:endPar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80000"/>
              </a:lnSpc>
              <a:spcBef>
                <a:spcPct val="20000"/>
              </a:spcBef>
              <a:spcAft>
                <a:spcPct val="0"/>
              </a:spcAft>
              <a:buClr>
                <a:schemeClr val="tx1"/>
              </a:buClr>
              <a:buSzTx/>
              <a:buFontTx/>
              <a:buNone/>
              <a:defRPr/>
            </a:pP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80000"/>
              </a:lnSpc>
              <a:spcBef>
                <a:spcPct val="20000"/>
              </a:spcBef>
              <a:spcAft>
                <a:spcPct val="0"/>
              </a:spcAft>
              <a:buClr>
                <a:schemeClr val="tx1"/>
              </a:buClr>
              <a:buSzTx/>
              <a:buFontTx/>
              <a:buNone/>
              <a:defRPr/>
            </a:pP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02" name="Rectangle 2"/>
          <p:cNvSpPr>
            <a:spLocks noGrp="1" noChangeArrowheads="1"/>
          </p:cNvSpPr>
          <p:nvPr>
            <p:ph idx="1"/>
          </p:nvPr>
        </p:nvSpPr>
        <p:spPr>
          <a:xfrm>
            <a:off x="395288" y="115888"/>
            <a:ext cx="8497888" cy="6553200"/>
          </a:xfrm>
        </p:spPr>
        <p:txBody>
          <a:bodyPr vert="horz" wrap="square" lIns="91440" tIns="45720" rIns="91440" bIns="45720" numCol="1" anchor="t" anchorCtr="0" compatLnSpc="1">
            <a:normAutofit fontScale="85000" lnSpcReduction="20000"/>
          </a:bodyPr>
          <a:lstStyle/>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再例如，下面的函数</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integrate</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计算任意一个一元可积函数在一个区间上的定积分：</a:t>
            </a:r>
            <a:endPar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double integrate(double (*</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f</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)(double), 						    double a, double b)</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double x;</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f(x)</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调用</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f</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指向的函数</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下面的函数调用分别用于计算一元函数</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my_func</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sin</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和</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cos</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（它们都是参数为</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double</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，返回值为</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double</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的函数）在区间</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[1,10]</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[0,1]</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和</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[1,2]</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上的定积分：</a:t>
            </a:r>
            <a:endPar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integrate(</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my_func</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,1,10);</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integrate(</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sin</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,0,1);</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integrate(</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cos</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,1,2);</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7200" y="115888"/>
            <a:ext cx="8229600" cy="1139825"/>
          </a:xfrm>
        </p:spPr>
        <p:txBody>
          <a:bodyPr vert="horz" wrap="square" lIns="91440" tIns="45720" rIns="91440" bIns="45720" numCol="1" anchor="ctr" anchorCtr="1"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40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回调函数（</a:t>
            </a:r>
            <a:r>
              <a:rPr kumimoji="0" lang="en-US" altLang="zh-CN" sz="40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Callback Functions</a:t>
            </a:r>
            <a:r>
              <a:rPr kumimoji="0" lang="zh-CN" altLang="en-US" sz="40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a:t>
            </a:r>
            <a:endParaRPr kumimoji="0" lang="zh-CN" altLang="en-US" sz="40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 name="内容占位符 2"/>
          <p:cNvSpPr>
            <a:spLocks noGrp="1"/>
          </p:cNvSpPr>
          <p:nvPr>
            <p:ph idx="1"/>
          </p:nvPr>
        </p:nvSpPr>
        <p:spPr>
          <a:xfrm>
            <a:off x="250825" y="1196975"/>
            <a:ext cx="8642350" cy="2990850"/>
          </a:xfrm>
        </p:spPr>
        <p:txBody>
          <a:bodyPr vert="horz" wrap="square" lIns="91440" tIns="45720" rIns="91440" bIns="45720" numCol="1" anchor="t" anchorCtr="0" compatLnSpc="1">
            <a:normAutofit/>
          </a:bodyPr>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一个函数在执行的过程中，有时需要该函数的调用者配合做些事，这可以通过由调用者提供一个函数来实现：</a:t>
            </a:r>
            <a:endParaRPr kumimoji="0" lang="en-US"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原函数在执行的过程中需要调用者帮忙时，则可调用这个函数来完成。</a:t>
            </a:r>
            <a:endPar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调用者提供的这个函数称为</a:t>
            </a:r>
            <a:r>
              <a:rPr kumimoji="0" lang="zh-CN" altLang="en-US" sz="2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回调函数</a:t>
            </a:r>
            <a:r>
              <a:rPr kumimoji="0" lang="zh-CN" altLang="en-US"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回</a:t>
            </a:r>
            <a:r>
              <a:rPr kumimoji="0" lang="zh-CN" altLang="en-US" sz="2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调函数通常是作为参数（函数指针）传给被调用者。例如</a:t>
            </a:r>
            <a:r>
              <a:rPr kumimoji="0" lang="zh-CN" altLang="en-US"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
        <p:nvSpPr>
          <p:cNvPr id="4" name="TextBox 3"/>
          <p:cNvSpPr txBox="1"/>
          <p:nvPr/>
        </p:nvSpPr>
        <p:spPr>
          <a:xfrm>
            <a:off x="684213" y="4186238"/>
            <a:ext cx="2835275" cy="2555875"/>
          </a:xfrm>
          <a:prstGeom prst="rect">
            <a:avLst/>
          </a:prstGeom>
          <a:solidFill>
            <a:schemeClr val="bg2"/>
          </a:solidFill>
        </p:spPr>
        <p:txBody>
          <a:bodyPr wrap="none">
            <a:spAutoFit/>
          </a:bodyPr>
          <a:lstStyle/>
          <a:p>
            <a:pPr marR="0" algn="just" defTabSz="914400">
              <a:buClrTx/>
              <a:buSzTx/>
              <a:buFontTx/>
              <a:buNone/>
              <a:defRPr/>
            </a:pP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void main(...)</a:t>
            </a:r>
            <a:endPar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algn="just" defTabSz="914400">
              <a:buClrTx/>
              <a:buSzTx/>
              <a:buFontTx/>
              <a:buNone/>
              <a:defRPr/>
            </a:pP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 ......</a:t>
            </a:r>
            <a:endPar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algn="just" defTabSz="914400">
              <a:buClrTx/>
              <a:buSzTx/>
              <a:buFontTx/>
              <a:buNone/>
              <a:defRPr/>
            </a:pP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   g(...,</a:t>
            </a:r>
            <a:r>
              <a:rPr kumimoji="0" lang="en-US" altLang="zh-CN" sz="2000" kern="1200" cap="none" spc="0" normalizeH="0" baseline="0" noProof="0" dirty="0">
                <a:solidFill>
                  <a:srgbClr val="FFC000"/>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h</a:t>
            </a: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a:t>
            </a:r>
            <a:r>
              <a:rPr kumimoji="0" lang="zh-CN" altLang="en-US" sz="2000" kern="1200" cap="none" spc="0" normalizeH="0" baseline="0" noProof="0" dirty="0">
                <a:solidFill>
                  <a:srgbClr val="FFC000"/>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调用者</a:t>
            </a:r>
            <a:endParaRPr kumimoji="0" lang="en-US" altLang="zh-CN" sz="2000" kern="1200" cap="none" spc="0" normalizeH="0" baseline="0" noProof="0" dirty="0">
              <a:solidFill>
                <a:srgbClr val="FFC000"/>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algn="just" defTabSz="914400">
              <a:buClrTx/>
              <a:buSzTx/>
              <a:buFontTx/>
              <a:buNone/>
              <a:defRPr/>
            </a:pP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   ......</a:t>
            </a:r>
            <a:endPar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algn="just" defTabSz="914400">
              <a:buClrTx/>
              <a:buSzTx/>
              <a:buFontTx/>
              <a:buNone/>
              <a:defRPr/>
            </a:pP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a:t>
            </a:r>
            <a:endPar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algn="just" defTabSz="914400">
              <a:buClrTx/>
              <a:buSzTx/>
              <a:buFontTx/>
              <a:buNone/>
              <a:defRPr/>
            </a:pP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void</a:t>
            </a:r>
            <a:r>
              <a:rPr kumimoji="0" lang="en-US" altLang="zh-CN" sz="2000" kern="1200" cap="none" spc="0" normalizeH="0" baseline="0" noProof="0" dirty="0">
                <a:solidFill>
                  <a:srgbClr val="FFC000"/>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 h</a:t>
            </a: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 //</a:t>
            </a:r>
            <a:r>
              <a:rPr kumimoji="0" lang="zh-CN" altLang="en-US" sz="2000" kern="1200" cap="none" spc="0" normalizeH="0" baseline="0" noProof="0" dirty="0">
                <a:solidFill>
                  <a:srgbClr val="FFC000"/>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回调函数</a:t>
            </a:r>
            <a:endParaRPr kumimoji="0" lang="en-US" altLang="zh-CN" sz="2000" kern="1200" cap="none" spc="0" normalizeH="0" baseline="0" noProof="0" dirty="0">
              <a:solidFill>
                <a:srgbClr val="FFC000"/>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algn="just" defTabSz="914400">
              <a:buClrTx/>
              <a:buSzTx/>
              <a:buFontTx/>
              <a:buNone/>
              <a:defRPr/>
            </a:pP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 ......</a:t>
            </a:r>
            <a:endPar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algn="just" defTabSz="914400">
              <a:buClrTx/>
              <a:buSzTx/>
              <a:buFontTx/>
              <a:buNone/>
              <a:defRPr/>
            </a:pP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a:t>
            </a:r>
            <a:endParaRPr kumimoji="0" lang="zh-CN" altLang="en-US"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p:txBody>
      </p:sp>
      <p:sp>
        <p:nvSpPr>
          <p:cNvPr id="5" name="TextBox 4"/>
          <p:cNvSpPr txBox="1"/>
          <p:nvPr/>
        </p:nvSpPr>
        <p:spPr>
          <a:xfrm>
            <a:off x="4222750" y="4186238"/>
            <a:ext cx="4697413" cy="2246313"/>
          </a:xfrm>
          <a:prstGeom prst="rect">
            <a:avLst/>
          </a:prstGeom>
          <a:solidFill>
            <a:schemeClr val="bg2"/>
          </a:solidFill>
        </p:spPr>
        <p:txBody>
          <a:bodyPr wrap="none">
            <a:spAutoFit/>
          </a:bodyPr>
          <a:lstStyle/>
          <a:p>
            <a:pPr marR="0" algn="just" defTabSz="914400">
              <a:buClrTx/>
              <a:buSzTx/>
              <a:buFontTx/>
              <a:buNone/>
              <a:defRPr/>
            </a:pP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void g(...,void (*</a:t>
            </a:r>
            <a:r>
              <a:rPr kumimoji="0" lang="en-US" altLang="zh-CN" sz="2000" kern="1200" cap="none" spc="0" normalizeH="0" baseline="0" noProof="0" dirty="0" err="1">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fp</a:t>
            </a: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 //</a:t>
            </a:r>
            <a:r>
              <a:rPr kumimoji="0" lang="zh-CN" altLang="en-US" sz="2000" kern="1200" cap="none" spc="0" normalizeH="0" baseline="0" noProof="0" dirty="0">
                <a:solidFill>
                  <a:srgbClr val="FFC000"/>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被调用者</a:t>
            </a:r>
            <a:endParaRPr kumimoji="0" lang="en-US" altLang="zh-CN" sz="2000" kern="1200" cap="none" spc="0" normalizeH="0" baseline="0" noProof="0" dirty="0">
              <a:solidFill>
                <a:srgbClr val="FFC000"/>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algn="just" defTabSz="914400">
              <a:buClrTx/>
              <a:buSzTx/>
              <a:buFontTx/>
              <a:buNone/>
              <a:defRPr/>
            </a:pP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 ......</a:t>
            </a:r>
            <a:endPar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algn="just" defTabSz="914400">
              <a:buClrTx/>
              <a:buSzTx/>
              <a:buFontTx/>
              <a:buNone/>
              <a:defRPr/>
            </a:pP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   </a:t>
            </a:r>
            <a:r>
              <a:rPr kumimoji="0" lang="en-US" altLang="zh-CN" sz="2000" kern="1200" cap="none" spc="0" normalizeH="0" baseline="0" noProof="0" dirty="0" err="1">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fp</a:t>
            </a: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 //</a:t>
            </a:r>
            <a:r>
              <a:rPr kumimoji="0" lang="zh-CN" altLang="en-US" sz="2000" kern="1200" cap="none" spc="0" normalizeH="0" baseline="0" noProof="0" dirty="0">
                <a:solidFill>
                  <a:srgbClr val="FFC000"/>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请求调用者协助</a:t>
            </a:r>
            <a:endParaRPr kumimoji="0" lang="en-US" altLang="zh-CN" sz="2000" kern="1200" cap="none" spc="0" normalizeH="0" baseline="0" noProof="0" dirty="0">
              <a:solidFill>
                <a:srgbClr val="FFC000"/>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algn="just" defTabSz="914400">
              <a:buClrTx/>
              <a:buSzTx/>
              <a:buFontTx/>
              <a:buNone/>
              <a:defRPr/>
            </a:pP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   ......</a:t>
            </a:r>
            <a:endPar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algn="just" defTabSz="914400">
              <a:buClrTx/>
              <a:buSzTx/>
              <a:buFontTx/>
              <a:buNone/>
              <a:defRPr/>
            </a:pPr>
            <a:r>
              <a:rPr kumimoji="0" lang="en-US"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 </a:t>
            </a:r>
            <a:endParaRPr kumimoji="0" lang="zh-CN" altLang="en-US"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p:txBody>
      </p:sp>
      <p:cxnSp>
        <p:nvCxnSpPr>
          <p:cNvPr id="63494" name="直接箭头连接符 6"/>
          <p:cNvCxnSpPr/>
          <p:nvPr/>
        </p:nvCxnSpPr>
        <p:spPr>
          <a:xfrm flipV="1">
            <a:off x="2006600" y="4402138"/>
            <a:ext cx="2216150" cy="576262"/>
          </a:xfrm>
          <a:prstGeom prst="straightConnector1">
            <a:avLst/>
          </a:prstGeom>
          <a:ln w="9525" cap="flat" cmpd="sng">
            <a:solidFill>
              <a:schemeClr val="tx1"/>
            </a:solidFill>
            <a:prstDash val="solid"/>
            <a:headEnd type="none" w="med" len="med"/>
            <a:tailEnd type="arrow" w="med" len="med"/>
          </a:ln>
        </p:spPr>
      </p:cxnSp>
      <p:cxnSp>
        <p:nvCxnSpPr>
          <p:cNvPr id="63495" name="直接箭头连接符 8"/>
          <p:cNvCxnSpPr/>
          <p:nvPr/>
        </p:nvCxnSpPr>
        <p:spPr>
          <a:xfrm flipH="1">
            <a:off x="1503363" y="5049838"/>
            <a:ext cx="3095625" cy="792162"/>
          </a:xfrm>
          <a:prstGeom prst="straightConnector1">
            <a:avLst/>
          </a:prstGeom>
          <a:ln w="9525" cap="flat" cmpd="sng">
            <a:solidFill>
              <a:schemeClr val="tx1"/>
            </a:solidFill>
            <a:prstDash val="solid"/>
            <a:headEnd type="none" w="med" len="med"/>
            <a:tailEnd type="arrow" w="med" len="med"/>
          </a:ln>
        </p:spPr>
      </p:cxn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7200" y="44450"/>
            <a:ext cx="8229600" cy="1139825"/>
          </a:xfrm>
        </p:spPr>
        <p:txBody>
          <a:bodyPr vert="horz" wrap="square" lIns="91440" tIns="45720" rIns="91440" bIns="45720" numCol="1" anchor="ctr" anchorCtr="1"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36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回调函</a:t>
            </a:r>
            <a:r>
              <a:rPr kumimoji="0" lang="zh-CN" altLang="en-US" sz="36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数的应用：编写一个能根据不同要求进行排序的函数</a:t>
            </a:r>
            <a:endParaRPr kumimoji="0" lang="zh-CN" altLang="en-US" sz="36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 name="内容占位符 2"/>
          <p:cNvSpPr>
            <a:spLocks noGrp="1"/>
          </p:cNvSpPr>
          <p:nvPr>
            <p:ph idx="1"/>
          </p:nvPr>
        </p:nvSpPr>
        <p:spPr>
          <a:xfrm>
            <a:off x="457200" y="1484313"/>
            <a:ext cx="8229600" cy="5300663"/>
          </a:xfrm>
        </p:spPr>
        <p:txBody>
          <a:bodyPr vert="horz" wrap="square" lIns="91440" tIns="45720" rIns="91440" bIns="45720" numCol="1" anchor="t" anchorCtr="0" compatLnSpc="1">
            <a:normAutofit fontScale="55000" lnSpcReduction="20000"/>
          </a:bodyPr>
          <a:lstStyle/>
          <a:p>
            <a:pPr marL="357505"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struct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Student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57505"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no;</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57505"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char name[20];</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57505"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57505"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57505"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void sort(Student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st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num</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57505"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57505"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if (</a:t>
            </a:r>
            <a:r>
              <a:rPr kumimoji="0" lang="en-US" altLang="zh-CN" sz="32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cs typeface="+mn-cs"/>
              </a:rPr>
              <a:t>st</a:t>
            </a:r>
            <a:r>
              <a:rPr kumimoji="0" lang="en-US"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cs typeface="+mn-cs"/>
              </a:rPr>
              <a:t>i</a:t>
            </a:r>
            <a:r>
              <a:rPr kumimoji="0" lang="en-US"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].no &gt; </a:t>
            </a:r>
            <a:r>
              <a:rPr kumimoji="0" lang="en-US" altLang="zh-CN" sz="32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cs typeface="+mn-cs"/>
              </a:rPr>
              <a:t>st</a:t>
            </a:r>
            <a:r>
              <a:rPr kumimoji="0" lang="en-US"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[j].no</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比较数组元素大小（</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&lt;j</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57505"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 ...... //</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交换</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st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与</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st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[j]</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的位置</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57505"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57505"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57505"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4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上述排序函数只能按</a:t>
            </a:r>
            <a:r>
              <a:rPr kumimoji="0" lang="en-US" altLang="zh-CN" sz="4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no</a:t>
            </a:r>
            <a:r>
              <a:rPr kumimoji="0" lang="zh-CN" altLang="en-US" sz="4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排序，并且是由小到大。</a:t>
            </a:r>
            <a:endParaRPr kumimoji="0" lang="en-US" altLang="zh-CN" sz="4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4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如果还要按</a:t>
            </a:r>
            <a:r>
              <a:rPr kumimoji="0" lang="en-US" altLang="zh-CN" sz="4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no</a:t>
            </a:r>
            <a:r>
              <a:rPr kumimoji="0" lang="zh-CN" altLang="en-US" sz="4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由大到小排序呢？</a:t>
            </a:r>
            <a:endParaRPr kumimoji="0" lang="en-US" altLang="zh-CN" sz="4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4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如果还要按</a:t>
            </a:r>
            <a:r>
              <a:rPr kumimoji="0" lang="en-US" altLang="zh-CN" sz="4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name</a:t>
            </a:r>
            <a:r>
              <a:rPr kumimoji="0" lang="zh-CN" altLang="en-US" sz="4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排序呢？</a:t>
            </a:r>
            <a:endParaRPr kumimoji="0" lang="en-US" altLang="zh-CN" sz="4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4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一般要再写若干个排序函数，这些函数的实现代码基本相同，带来重复性编程工作，并容易造成不一致！</a:t>
            </a:r>
            <a:endParaRPr kumimoji="0" lang="en-US" altLang="zh-CN" sz="4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charRg st="212" end="228"/>
                                            </p:txEl>
                                          </p:spTgt>
                                        </p:tgtEl>
                                        <p:attrNameLst>
                                          <p:attrName>style.visibility</p:attrName>
                                        </p:attrNameLst>
                                      </p:cBhvr>
                                      <p:to>
                                        <p:strVal val="visible"/>
                                      </p:to>
                                    </p:set>
                                    <p:anim calcmode="lin" valueType="num">
                                      <p:cBhvr additive="base">
                                        <p:cTn id="7" dur="500" fill="hold"/>
                                        <p:tgtEl>
                                          <p:spTgt spid="3">
                                            <p:txEl>
                                              <p:charRg st="212" end="22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charRg st="212" end="228"/>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charRg st="228" end="242"/>
                                            </p:txEl>
                                          </p:spTgt>
                                        </p:tgtEl>
                                        <p:attrNameLst>
                                          <p:attrName>style.visibility</p:attrName>
                                        </p:attrNameLst>
                                      </p:cBhvr>
                                      <p:to>
                                        <p:strVal val="visible"/>
                                      </p:to>
                                    </p:set>
                                    <p:anim calcmode="lin" valueType="num">
                                      <p:cBhvr additive="base">
                                        <p:cTn id="13" dur="500" fill="hold"/>
                                        <p:tgtEl>
                                          <p:spTgt spid="3">
                                            <p:txEl>
                                              <p:charRg st="228" end="24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charRg st="228" end="24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charRg st="242" end="289"/>
                                            </p:txEl>
                                          </p:spTgt>
                                        </p:tgtEl>
                                        <p:attrNameLst>
                                          <p:attrName>style.visibility</p:attrName>
                                        </p:attrNameLst>
                                      </p:cBhvr>
                                      <p:to>
                                        <p:strVal val="visible"/>
                                      </p:to>
                                    </p:set>
                                    <p:anim calcmode="lin" valueType="num">
                                      <p:cBhvr additive="base">
                                        <p:cTn id="19" dur="500" fill="hold"/>
                                        <p:tgtEl>
                                          <p:spTgt spid="3">
                                            <p:txEl>
                                              <p:charRg st="242" end="28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charRg st="242" end="28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1125538"/>
            <a:ext cx="8229600" cy="4967288"/>
          </a:xfrm>
        </p:spPr>
        <p:txBody>
          <a:bodyPr vert="horz" wrap="square" lIns="91440" tIns="45720" rIns="91440" bIns="45720" numCol="1" anchor="t" anchorCtr="0" compatLnSpc="1">
            <a:normAutofit fontScale="62500" lnSpcReduction="20000"/>
          </a:bodyPr>
          <a:lstStyle/>
          <a:p>
            <a:pPr marL="342900" marR="0" lvl="0" indent="-34290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45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如何只写一个函数就能按各种要求进行排序</a:t>
            </a:r>
            <a:r>
              <a:rPr kumimoji="0" lang="zh-CN" altLang="en-US" sz="45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45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45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可以给排序函数增加一个函数指针类型的参数，由调用者提供一</a:t>
            </a:r>
            <a:r>
              <a:rPr kumimoji="0" lang="zh-CN" altLang="en-US" sz="45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个</a:t>
            </a:r>
            <a:r>
              <a:rPr kumimoji="0" lang="zh-CN" altLang="en-US" sz="45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比较函数来指出两个元素的次序（该函数返回</a:t>
            </a:r>
            <a:r>
              <a:rPr kumimoji="0" lang="en-US" altLang="zh-CN" sz="45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true</a:t>
            </a:r>
            <a:r>
              <a:rPr kumimoji="0" lang="zh-CN" altLang="en-US" sz="45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为需要的序）：</a:t>
            </a:r>
            <a:endParaRPr kumimoji="0" lang="en-US" altLang="zh-CN" sz="45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void </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sort(Student </a:t>
            </a:r>
            <a:r>
              <a:rPr kumimoji="0" lang="en-US" altLang="zh-CN" sz="3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st</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num</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bool </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comp</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Student *st1,Student *st2))</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if </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comp</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(&amp;</a:t>
            </a:r>
            <a:r>
              <a:rPr kumimoji="0" lang="en-US" altLang="zh-CN" sz="3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st</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],&amp;</a:t>
            </a:r>
            <a:r>
              <a:rPr kumimoji="0" lang="en-US" altLang="zh-CN" sz="3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st</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[j]) </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根据</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comp</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返回值来决定数组元素位置</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 ...... //</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交换</a:t>
            </a:r>
            <a:r>
              <a:rPr kumimoji="0" lang="en-US" altLang="zh-CN" sz="3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st</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与</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st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[j]</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的位置</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charRg st="21" end="82"/>
                                            </p:txEl>
                                          </p:spTgt>
                                        </p:tgtEl>
                                        <p:attrNameLst>
                                          <p:attrName>style.visibility</p:attrName>
                                        </p:attrNameLst>
                                      </p:cBhvr>
                                      <p:to>
                                        <p:strVal val="visible"/>
                                      </p:to>
                                    </p:set>
                                    <p:anim calcmode="lin" valueType="num">
                                      <p:cBhvr additive="base">
                                        <p:cTn id="7" dur="500" fill="hold"/>
                                        <p:tgtEl>
                                          <p:spTgt spid="3">
                                            <p:txEl>
                                              <p:charRg st="21" end="8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charRg st="21" end="8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charRg st="82" end="114"/>
                                            </p:txEl>
                                          </p:spTgt>
                                        </p:tgtEl>
                                        <p:attrNameLst>
                                          <p:attrName>style.visibility</p:attrName>
                                        </p:attrNameLst>
                                      </p:cBhvr>
                                      <p:to>
                                        <p:strVal val="visible"/>
                                      </p:to>
                                    </p:set>
                                    <p:anim calcmode="lin" valueType="num">
                                      <p:cBhvr additive="base">
                                        <p:cTn id="11" dur="500" fill="hold"/>
                                        <p:tgtEl>
                                          <p:spTgt spid="3">
                                            <p:txEl>
                                              <p:charRg st="82" end="11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charRg st="82" end="11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charRg st="114" end="169"/>
                                            </p:txEl>
                                          </p:spTgt>
                                        </p:tgtEl>
                                        <p:attrNameLst>
                                          <p:attrName>style.visibility</p:attrName>
                                        </p:attrNameLst>
                                      </p:cBhvr>
                                      <p:to>
                                        <p:strVal val="visible"/>
                                      </p:to>
                                    </p:set>
                                    <p:anim calcmode="lin" valueType="num">
                                      <p:cBhvr additive="base">
                                        <p:cTn id="15" dur="500" fill="hold"/>
                                        <p:tgtEl>
                                          <p:spTgt spid="3">
                                            <p:txEl>
                                              <p:charRg st="114" end="169"/>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charRg st="114" end="169"/>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charRg st="169" end="178"/>
                                            </p:txEl>
                                          </p:spTgt>
                                        </p:tgtEl>
                                        <p:attrNameLst>
                                          <p:attrName>style.visibility</p:attrName>
                                        </p:attrNameLst>
                                      </p:cBhvr>
                                      <p:to>
                                        <p:strVal val="visible"/>
                                      </p:to>
                                    </p:set>
                                    <p:anim calcmode="lin" valueType="num">
                                      <p:cBhvr additive="base">
                                        <p:cTn id="19" dur="500" fill="hold"/>
                                        <p:tgtEl>
                                          <p:spTgt spid="3">
                                            <p:txEl>
                                              <p:charRg st="169" end="17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charRg st="169" end="178"/>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charRg st="178" end="227"/>
                                            </p:txEl>
                                          </p:spTgt>
                                        </p:tgtEl>
                                        <p:attrNameLst>
                                          <p:attrName>style.visibility</p:attrName>
                                        </p:attrNameLst>
                                      </p:cBhvr>
                                      <p:to>
                                        <p:strVal val="visible"/>
                                      </p:to>
                                    </p:set>
                                    <p:anim calcmode="lin" valueType="num">
                                      <p:cBhvr additive="base">
                                        <p:cTn id="23" dur="500" fill="hold"/>
                                        <p:tgtEl>
                                          <p:spTgt spid="3">
                                            <p:txEl>
                                              <p:charRg st="178" end="227"/>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charRg st="178" end="227"/>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charRg st="227" end="258"/>
                                            </p:txEl>
                                          </p:spTgt>
                                        </p:tgtEl>
                                        <p:attrNameLst>
                                          <p:attrName>style.visibility</p:attrName>
                                        </p:attrNameLst>
                                      </p:cBhvr>
                                      <p:to>
                                        <p:strVal val="visible"/>
                                      </p:to>
                                    </p:set>
                                    <p:anim calcmode="lin" valueType="num">
                                      <p:cBhvr additive="base">
                                        <p:cTn id="27" dur="500" fill="hold"/>
                                        <p:tgtEl>
                                          <p:spTgt spid="3">
                                            <p:txEl>
                                              <p:charRg st="227" end="258"/>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charRg st="227" end="258"/>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charRg st="258" end="263"/>
                                            </p:txEl>
                                          </p:spTgt>
                                        </p:tgtEl>
                                        <p:attrNameLst>
                                          <p:attrName>style.visibility</p:attrName>
                                        </p:attrNameLst>
                                      </p:cBhvr>
                                      <p:to>
                                        <p:strVal val="visible"/>
                                      </p:to>
                                    </p:set>
                                    <p:anim calcmode="lin" valueType="num">
                                      <p:cBhvr additive="base">
                                        <p:cTn id="31" dur="500" fill="hold"/>
                                        <p:tgtEl>
                                          <p:spTgt spid="3">
                                            <p:txEl>
                                              <p:charRg st="258" end="26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charRg st="258" end="263"/>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charRg st="263" end="273"/>
                                            </p:txEl>
                                          </p:spTgt>
                                        </p:tgtEl>
                                        <p:attrNameLst>
                                          <p:attrName>style.visibility</p:attrName>
                                        </p:attrNameLst>
                                      </p:cBhvr>
                                      <p:to>
                                        <p:strVal val="visible"/>
                                      </p:to>
                                    </p:set>
                                    <p:anim calcmode="lin" valueType="num">
                                      <p:cBhvr additive="base">
                                        <p:cTn id="35" dur="500" fill="hold"/>
                                        <p:tgtEl>
                                          <p:spTgt spid="3">
                                            <p:txEl>
                                              <p:charRg st="263" end="27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charRg st="263" end="273"/>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charRg st="273" end="275"/>
                                            </p:txEl>
                                          </p:spTgt>
                                        </p:tgtEl>
                                        <p:attrNameLst>
                                          <p:attrName>style.visibility</p:attrName>
                                        </p:attrNameLst>
                                      </p:cBhvr>
                                      <p:to>
                                        <p:strVal val="visible"/>
                                      </p:to>
                                    </p:set>
                                    <p:anim calcmode="lin" valueType="num">
                                      <p:cBhvr additive="base">
                                        <p:cTn id="39" dur="500" fill="hold"/>
                                        <p:tgtEl>
                                          <p:spTgt spid="3">
                                            <p:txEl>
                                              <p:charRg st="273" end="275"/>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charRg st="273" end="27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333375"/>
            <a:ext cx="8229600" cy="6264275"/>
          </a:xfrm>
        </p:spPr>
        <p:txBody>
          <a:bodyPr vert="horz" wrap="square" lIns="91440" tIns="45720" rIns="91440" bIns="45720" numCol="1" anchor="t" anchorCtr="0" compatLnSpc="1">
            <a:normAutofit fontScale="62500" lnSpcReduction="20000"/>
          </a:bodyPr>
          <a:lstStyle/>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bool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less_than_by_no</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(Student </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*st1,Student *</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st2)</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return (st1-&gt;no &lt;= st2-&gt;no);</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bool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greater_than_by_no</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(Student </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*st1,Student *st2)</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return (st1-&gt;no </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&gt; </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st2-&gt;no);</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bool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less_than_by_name</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(Student </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*st1,Student *st2)</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return </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strcmp</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(st1-&gt;name,st2-&gt;name)&lt;=0);</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bool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greater_than_by_name</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(Student </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*st1,Student *st2)</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return (</a:t>
            </a:r>
            <a:r>
              <a:rPr kumimoji="0" lang="en-US" altLang="zh-CN" sz="3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strcmp</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(st1-&gt;name,st2-&gt;name</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)&gt;0</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Student </a:t>
            </a:r>
            <a:r>
              <a:rPr kumimoji="0" lang="en-US" altLang="zh-CN" sz="3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st</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[100];</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sort(st,100,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less_than_by_no</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按学号</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由小到大</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排序</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sort(st,100,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greater_than_by_no</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按学号</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由</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大</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到小排序</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sort(st,100,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less_than_by_name</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按</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姓名由小到大排序</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sort(st,100,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greater_than_by_name</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按姓名</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由大到小排序</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endParaRPr kumimoji="0" lang="en-US" altLang="zh-CN" sz="4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7200" y="44450"/>
            <a:ext cx="8229600" cy="1139825"/>
          </a:xfrm>
        </p:spPr>
        <p:txBody>
          <a:bodyPr vert="horz" wrap="square" lIns="91440" tIns="45720" rIns="91440" bIns="45720" numCol="1" anchor="ctr" anchorCtr="1"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匿名函数</a:t>
            </a:r>
            <a:r>
              <a:rPr kumimoji="0" lang="en-US" altLang="zh-CN"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a:t>
            </a:r>
            <a:r>
              <a:rPr kumimoji="0" lang="en-US" altLang="zh-CN"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λ</a:t>
            </a: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表达式</a:t>
            </a:r>
            <a:endParaRPr kumimoji="0" lang="zh-CN" altLang="en-US"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 name="内容占位符 2"/>
          <p:cNvSpPr>
            <a:spLocks noGrp="1"/>
          </p:cNvSpPr>
          <p:nvPr>
            <p:ph idx="1"/>
          </p:nvPr>
        </p:nvSpPr>
        <p:spPr>
          <a:xfrm>
            <a:off x="457200" y="1341438"/>
            <a:ext cx="8435975" cy="5183188"/>
          </a:xfrm>
        </p:spPr>
        <p:txBody>
          <a:bodyPr vert="horz" wrap="square" lIns="91440" tIns="45720" rIns="91440" bIns="45720" numCol="1" anchor="t" anchorCtr="0" compatLnSpc="1">
            <a:normAutofit fontScale="85000" lnSpcReduction="20000"/>
          </a:bodyPr>
          <a:lstStyle/>
          <a:p>
            <a:pPr marL="342900" marR="0" lvl="0" indent="-34290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对于一些临时用一下的简单函数，如果也要先给出这个函数的定义并为之取个名字，然后再通过这个函数的名字来使用它们，在有些场合下会给程序编写带来不便。</a:t>
            </a: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Char char="n"/>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新国际标准（</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C++11</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）为</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提供了一种</a:t>
            </a: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匿名函数</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机制</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λ</a:t>
            </a: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表达式</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lambda expression</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），利用它可以实现把函数的定义和使用合而为一。</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例如，</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求函数</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x</a:t>
            </a:r>
            <a:r>
              <a:rPr kumimoji="0" lang="en-US" altLang="zh-CN" sz="3200" b="0" i="0" u="none" strike="noStrike" kern="0" cap="none" spc="0" normalizeH="0" baseline="30000" noProof="0" dirty="0">
                <a:ln>
                  <a:noFill/>
                </a:ln>
                <a:solidFill>
                  <a:schemeClr val="tx1"/>
                </a:solidFill>
                <a:effectLst>
                  <a:outerShdw blurRad="38100" dist="38100" dir="2700000" algn="tl">
                    <a:srgbClr val="000000"/>
                  </a:outerShdw>
                </a:effectLst>
                <a:uLnTx/>
                <a:uFillTx/>
                <a:latin typeface="+mn-lt"/>
                <a:ea typeface="+mn-ea"/>
                <a:cs typeface="+mn-cs"/>
              </a:rPr>
              <a:t>2</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在区间</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[0,1]</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的</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定积分：</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1" indent="0" algn="l" defTabSz="914400" rtl="0" eaLnBrk="0" fontAlgn="base" latinLnBrk="0" hangingPunct="0">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integrate(</a:t>
            </a:r>
            <a:r>
              <a:rPr kumimoji="0" lang="en-US" altLang="zh-CN" sz="28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[](double x)-&gt;double { </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return </a:t>
            </a:r>
            <a:r>
              <a:rPr kumimoji="0" lang="en-US" altLang="zh-CN" sz="28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x*x; </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,0,1);</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894080" marR="0" lvl="1" indent="-457200" algn="l" defTabSz="914400" rtl="0" eaLnBrk="0" fontAlgn="base" latinLnBrk="0" hangingPunct="0">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上面黄颜色部分就是一个</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λ</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表达式</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894080" marR="0" lvl="1" indent="-457200" algn="l" defTabSz="914400" rtl="0" eaLnBrk="0" fontAlgn="base" latinLnBrk="0" hangingPunct="0">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不</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需要预先定义一个</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函数</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square</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7200" y="44450"/>
            <a:ext cx="8229600" cy="1139825"/>
          </a:xfrm>
        </p:spPr>
        <p:txBody>
          <a:bodyPr vert="horz" wrap="square" lIns="91440" tIns="45720" rIns="91440" bIns="45720" numCol="1" anchor="ctr" anchorCtr="1"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λ</a:t>
            </a: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表达式的定义格式</a:t>
            </a:r>
            <a:endParaRPr kumimoji="0" lang="zh-CN" altLang="en-US"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 name="内容占位符 2"/>
          <p:cNvSpPr>
            <a:spLocks noGrp="1"/>
          </p:cNvSpPr>
          <p:nvPr>
            <p:ph idx="1"/>
          </p:nvPr>
        </p:nvSpPr>
        <p:spPr>
          <a:xfrm>
            <a:off x="457200" y="1268413"/>
            <a:ext cx="8229600" cy="5184775"/>
          </a:xfrm>
        </p:spPr>
        <p:txBody>
          <a:bodyPr vert="horz" wrap="square" lIns="91440" tIns="45720" rIns="91440" bIns="45720" numCol="1" anchor="t" anchorCtr="0" compatLnSpc="1">
            <a:normAutofit fontScale="77500" lnSpcReduction="20000"/>
          </a:bodyPr>
          <a:lstStyle/>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λ</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表达式的常用格式为：</a:t>
            </a:r>
            <a:endPar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457200" marR="0" lvl="1" indent="0" algn="l" defTabSz="914400" rtl="0" eaLnBrk="1" fontAlgn="base" latinLnBrk="0" hangingPunct="1">
              <a:lnSpc>
                <a:spcPct val="220000"/>
              </a:lnSpc>
              <a:spcBef>
                <a:spcPct val="20000"/>
              </a:spcBef>
              <a:spcAft>
                <a:spcPct val="0"/>
              </a:spcAft>
              <a:buClr>
                <a:schemeClr val="tx1"/>
              </a:buClr>
              <a:buSzTx/>
              <a:buFontTx/>
              <a:buNone/>
              <a:defRPr/>
            </a:pPr>
            <a:r>
              <a:rPr kumimoji="0" lang="en-US" altLang="zh-CN" sz="26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r>
              <a:rPr kumimoji="0" lang="en-US"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&lt;</a:t>
            </a:r>
            <a:r>
              <a:rPr kumimoji="0" lang="zh-CN" altLang="en-US"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环境变量使用说明</a:t>
            </a:r>
            <a:r>
              <a:rPr kumimoji="0" lang="en-US"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&gt;</a:t>
            </a:r>
            <a:r>
              <a:rPr kumimoji="0" lang="en-US" altLang="zh-CN" sz="26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r>
              <a:rPr kumimoji="0" lang="en-US"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&lt;</a:t>
            </a:r>
            <a:r>
              <a:rPr kumimoji="0" lang="zh-CN" altLang="en-US"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形式参数</a:t>
            </a:r>
            <a:r>
              <a:rPr kumimoji="0" lang="en-US"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&gt;&lt;</a:t>
            </a:r>
            <a:r>
              <a:rPr kumimoji="0" lang="zh-CN" altLang="en-US"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返回值类型指定</a:t>
            </a:r>
            <a:r>
              <a:rPr kumimoji="0" lang="en-US"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&gt;&lt;</a:t>
            </a:r>
            <a:r>
              <a:rPr kumimoji="0" lang="zh-CN" altLang="en-US"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函数体</a:t>
            </a:r>
            <a:r>
              <a:rPr kumimoji="0" lang="en-US"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&gt;</a:t>
            </a:r>
            <a:endPar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endParaRPr>
          </a:p>
          <a:p>
            <a:pPr marL="342900" marR="0" lvl="0" indent="-34290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Char char="n"/>
              <a:defRPr/>
            </a:pPr>
            <a:r>
              <a:rPr kumimoji="0" lang="en-US" altLang="zh-CN" sz="3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&lt;</a:t>
            </a:r>
            <a:r>
              <a:rPr kumimoji="0" lang="zh-CN" altLang="en-US" sz="3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形式参数</a:t>
            </a:r>
            <a:r>
              <a:rPr kumimoji="0" lang="en-US" altLang="zh-CN" sz="3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&gt;</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：指出函数的参数及类型，其格式为：</a:t>
            </a: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0" fontAlgn="base" latinLnBrk="0" hangingPunct="0">
              <a:lnSpc>
                <a:spcPct val="12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&lt;</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形式参数表</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&gt;</a:t>
            </a:r>
            <a:r>
              <a:rPr kumimoji="0" lang="en-US" altLang="zh-CN" sz="28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endParaRPr>
          </a:p>
          <a:p>
            <a:pPr marL="742950" marR="0" lvl="1" indent="-285750" algn="l" defTabSz="914400" rtl="0" eaLnBrk="0" fontAlgn="base" latinLnBrk="0" hangingPunct="0">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如果函数没有参数，则这项可以省略。</a:t>
            </a:r>
            <a:endPar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Char char="n"/>
              <a:defRPr/>
            </a:pPr>
            <a:r>
              <a:rPr kumimoji="0" lang="en-US" altLang="zh-CN" sz="3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&lt;</a:t>
            </a:r>
            <a:r>
              <a:rPr kumimoji="0" lang="zh-CN" altLang="en-US" sz="3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返回值类型指定</a:t>
            </a:r>
            <a:r>
              <a:rPr kumimoji="0" lang="en-US" altLang="zh-CN" sz="3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&gt;</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：指出函数的返回值类型，其格式为：</a:t>
            </a: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0" fontAlgn="base" latinLnBrk="0" hangingPunct="0">
              <a:lnSpc>
                <a:spcPct val="12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-&gt;</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&lt;</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返回值类型</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&gt;</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0" fontAlgn="base" latinLnBrk="0" hangingPunct="0">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它可以省略，这时根据函数体中</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return</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返回的值隐式确定返回值类型。</a:t>
            </a:r>
            <a:endPar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Char char="n"/>
              <a:defRPr/>
            </a:pPr>
            <a:r>
              <a:rPr kumimoji="0" lang="en-US" altLang="zh-CN" sz="3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&lt;</a:t>
            </a:r>
            <a:r>
              <a:rPr kumimoji="0" lang="zh-CN" altLang="en-US" sz="3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函数体</a:t>
            </a:r>
            <a:r>
              <a:rPr kumimoji="0" lang="en-US" altLang="zh-CN" sz="3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&gt;</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为一个复合语句。</a:t>
            </a: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404813"/>
            <a:ext cx="8229600" cy="5184775"/>
          </a:xfrm>
        </p:spPr>
        <p:txBody>
          <a:bodyPr vert="horz" wrap="square" lIns="91440" tIns="45720" rIns="91440" bIns="45720" numCol="1" anchor="t" anchorCtr="0" compatLnSpc="1">
            <a:normAutofit fontScale="92500" lnSpcReduction="10000"/>
          </a:bodyPr>
          <a:lstStyle/>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en-US"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&lt;</a:t>
            </a: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环境变量使用说明</a:t>
            </a:r>
            <a:r>
              <a:rPr kumimoji="0" lang="en-US"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&gt;</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：指出函数体中对外层作用域中的自动变量的使用限制：</a:t>
            </a:r>
            <a:endPar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空：不能使用外层作用域中的自动变量。</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&amp;</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：按引用方式使用外层作用域中的自动变量（可以改变这些变量的值）。</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：按值方式使用使用外层作用域中的自动变量（不能改变这些变量的值）。</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&amp;</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和</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可以</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用</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来</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统一指定对外层作用域中自动变量的使用方式，也可以用来单独指定可使用的外层自动变量（变量名前可以加</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&amp;</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，默认为</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68313" y="188913"/>
            <a:ext cx="8496300" cy="6553200"/>
          </a:xfrm>
        </p:spPr>
        <p:txBody>
          <a:bodyPr vert="horz" wrap="square" lIns="91440" tIns="45720" rIns="91440" bIns="45720" numCol="1" anchor="t" anchorCtr="0" compatLnSpc="1">
            <a:normAutofit fontScale="77500" lnSpcReduction="20000"/>
          </a:bodyPr>
          <a:lstStyle/>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下面是一些合法的</a:t>
            </a:r>
            <a:r>
              <a:rPr kumimoji="0" lang="el-GR"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λ</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表达式：</a:t>
            </a:r>
            <a:endPar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5080" marR="0" lvl="1" indent="0" algn="l" defTabSz="914400" rtl="0" eaLnBrk="0" fontAlgn="base" latinLnBrk="0" hangingPunct="0">
              <a:lnSpc>
                <a:spcPct val="11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k,m,n</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环境变量</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5080" marR="0" lvl="1" indent="0" algn="l" defTabSz="914400" rtl="0" eaLnBrk="0" fontAlgn="base" latinLnBrk="0" hangingPunct="0">
              <a:lnSpc>
                <a:spcPct val="11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5080" marR="0" lvl="1" indent="0" algn="l" defTabSz="914400" rtl="0" eaLnBrk="0" fontAlgn="base" latinLnBrk="0" hangingPunct="0">
              <a:lnSpc>
                <a:spcPct val="11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x)-&gt;</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return x</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x; }... //</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不能使用</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k</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m</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n</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5080" marR="0" lvl="1" indent="0" algn="l" defTabSz="914400" rtl="0" eaLnBrk="0" fontAlgn="base" latinLnBrk="0" hangingPunct="0">
              <a:lnSpc>
                <a:spcPct val="11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...[&amp;](</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x)-&gt;</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k++; m++; n++; </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5080" marR="0" lvl="1" indent="0" algn="l" defTabSz="914400" rtl="0" eaLnBrk="0" fontAlgn="base" latinLnBrk="0" hangingPunct="0">
              <a:lnSpc>
                <a:spcPct val="11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return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x+k+m+n</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//k</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m</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n</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可以被修改</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5080" marR="0" lvl="1" indent="0" algn="l" defTabSz="914400" rtl="0" eaLnBrk="0" fontAlgn="base" latinLnBrk="0" hangingPunct="0">
              <a:lnSpc>
                <a:spcPct val="110000"/>
              </a:lnSpc>
              <a:spcBef>
                <a:spcPct val="20000"/>
              </a:spcBef>
              <a:spcAft>
                <a:spcPct val="0"/>
              </a:spcAft>
              <a:buClr>
                <a:schemeClr val="tx1"/>
              </a:buClr>
              <a:buSzTx/>
              <a:buFontTx/>
              <a:buNone/>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x)-&gt;</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return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x+k+m+n</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5080" marR="0" lvl="1" indent="0" algn="l" defTabSz="914400" rtl="0" eaLnBrk="0" fontAlgn="base" latinLnBrk="0" hangingPunct="0">
              <a:lnSpc>
                <a:spcPct val="11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//k</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m</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n</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不能被修改</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5080" marR="0" lvl="1" indent="0" algn="l" defTabSz="914400" rtl="0" eaLnBrk="0" fontAlgn="base" latinLnBrk="0" hangingPunct="0">
              <a:lnSpc>
                <a:spcPct val="110000"/>
              </a:lnSpc>
              <a:spcBef>
                <a:spcPct val="20000"/>
              </a:spcBef>
              <a:spcAft>
                <a:spcPct val="0"/>
              </a:spcAft>
              <a:buClr>
                <a:schemeClr val="tx1"/>
              </a:buClr>
              <a:buSzTx/>
              <a:buFontTx/>
              <a:buNone/>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...[&amp;,n](</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x)-&gt;</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k++; m++; </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5080" marR="0" lvl="1" indent="0" algn="l" defTabSz="914400" rtl="0" eaLnBrk="0" fontAlgn="base" latinLnBrk="0" hangingPunct="0">
              <a:lnSpc>
                <a:spcPct val="11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return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x+k+m+n</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//n</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不能被修改</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5080" marR="0" lvl="1" indent="0" algn="l" defTabSz="914400" rtl="0" eaLnBrk="0" fontAlgn="base" latinLnBrk="0" hangingPunct="0">
              <a:lnSpc>
                <a:spcPct val="110000"/>
              </a:lnSpc>
              <a:spcBef>
                <a:spcPct val="20000"/>
              </a:spcBef>
              <a:spcAft>
                <a:spcPct val="0"/>
              </a:spcAft>
              <a:buClr>
                <a:schemeClr val="tx1"/>
              </a:buClr>
              <a:buSzTx/>
              <a:buFontTx/>
              <a:buNone/>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...[=,&amp;n](</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x)-&gt;</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n++; return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x+k+m+n</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5080" marR="0" lvl="1" indent="0" algn="l" defTabSz="914400" rtl="0" eaLnBrk="0" fontAlgn="base" latinLnBrk="0" hangingPunct="0">
              <a:lnSpc>
                <a:spcPct val="11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//n</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可以被修改</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5080" marR="0" lvl="1" indent="0" algn="l" defTabSz="914400" rtl="0" eaLnBrk="0" fontAlgn="base" latinLnBrk="0" hangingPunct="0">
              <a:lnSpc>
                <a:spcPct val="110000"/>
              </a:lnSpc>
              <a:spcBef>
                <a:spcPct val="20000"/>
              </a:spcBef>
              <a:spcAft>
                <a:spcPct val="0"/>
              </a:spcAft>
              <a:buClr>
                <a:schemeClr val="tx1"/>
              </a:buClr>
              <a:buSzTx/>
              <a:buFontTx/>
              <a:buNone/>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...[&amp;</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k,m</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x)-&gt;</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k++; return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x+k+m</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5080" marR="0" lvl="1" indent="0" algn="l" defTabSz="914400" rtl="0" eaLnBrk="0" fontAlgn="base" latinLnBrk="0" hangingPunct="0">
              <a:lnSpc>
                <a:spcPct val="11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只能使用</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k</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和</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m</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k</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可以被修改</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5080" marR="0" lvl="1" indent="0" algn="l" defTabSz="914400" rtl="0" eaLnBrk="0" fontAlgn="base" latinLnBrk="0" hangingPunct="0">
              <a:lnSpc>
                <a:spcPct val="110000"/>
              </a:lnSpc>
              <a:spcBef>
                <a:spcPct val="20000"/>
              </a:spcBef>
              <a:spcAft>
                <a:spcPct val="0"/>
              </a:spcAft>
              <a:buClr>
                <a:schemeClr val="tx1"/>
              </a:buClr>
              <a:buSzTx/>
              <a:buFontTx/>
              <a:buNone/>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return </a:t>
            </a:r>
            <a:r>
              <a:rPr kumimoji="0" lang="en-US" altLang="zh-CN" sz="28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k+m+n</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没有参数，返回值类型为</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5080" marR="0" lvl="1" indent="0" algn="l" defTabSz="914400" rtl="0" eaLnBrk="0" fontAlgn="base" latinLnBrk="0" hangingPunct="0">
              <a:lnSpc>
                <a:spcPct val="11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5080" marR="0" lvl="1" indent="0" algn="l" defTabSz="914400" rtl="0" eaLnBrk="0" fontAlgn="base" latinLnBrk="0" hangingPunct="0">
              <a:lnSpc>
                <a:spcPct val="11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836613"/>
            <a:ext cx="8435975" cy="4967288"/>
          </a:xfrm>
        </p:spPr>
        <p:txBody>
          <a:bodyPr vert="horz" wrap="square" lIns="91440" tIns="45720" rIns="91440" bIns="45720" numCol="1" anchor="t" anchorCtr="0" compatLnSpc="1">
            <a:normAutofit/>
          </a:bodyPr>
          <a:lstStyle/>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不使用环境变量的</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λ</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表达式可隐式转换成函数指针。</a:t>
            </a: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λ</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表达式的使用：</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直接调用它。例如：</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914400" marR="0" lvl="2" indent="0" algn="l" defTabSz="914400" rtl="0" eaLnBrk="0" fontAlgn="base" latinLnBrk="0" hangingPunct="0">
              <a:lnSpc>
                <a:spcPct val="100000"/>
              </a:lnSpc>
              <a:spcBef>
                <a:spcPct val="20000"/>
              </a:spcBef>
              <a:spcAft>
                <a:spcPct val="0"/>
              </a:spcAft>
              <a:buClr>
                <a:schemeClr val="accent2"/>
              </a:buClr>
              <a:buSzPct val="60000"/>
              <a:buFont typeface="Wingdings" panose="05000000000000000000" pitchFamily="2" charset="2"/>
              <a:buNone/>
              <a:defRPr/>
            </a:pPr>
            <a:r>
              <a:rPr kumimoji="0" lang="en-US" altLang="zh-CN"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a:t>
            </a:r>
            <a:r>
              <a:rPr kumimoji="0" lang="en-US" altLang="zh-CN" sz="2400" b="0" i="0" u="none" strike="noStrike" kern="0" cap="none" spc="0" normalizeH="0" baseline="0" noProof="0" dirty="0" err="1">
                <a:ln>
                  <a:noFill/>
                </a:ln>
                <a:solidFill>
                  <a:srgbClr val="FFC000"/>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 x)-&gt;</a:t>
            </a:r>
            <a:r>
              <a:rPr kumimoji="0" lang="en-US" altLang="zh-CN" sz="2400" b="0" i="0" u="none" strike="noStrike" kern="0" cap="none" spc="0" normalizeH="0" baseline="0" noProof="0" dirty="0" err="1">
                <a:ln>
                  <a:noFill/>
                </a:ln>
                <a:solidFill>
                  <a:srgbClr val="FFC000"/>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 { return x</a:t>
            </a:r>
            <a:r>
              <a:rPr kumimoji="0" lang="zh-CN" altLang="en-US"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a:t>
            </a:r>
            <a:r>
              <a:rPr kumimoji="0" lang="en-US" altLang="zh-CN"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x; </a:t>
            </a:r>
            <a:r>
              <a:rPr kumimoji="0" lang="en-US"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(10)</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把</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它</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作为</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参数传给另一个</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函数。例如：</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914400" marR="0" lvl="2" indent="0" algn="l" defTabSz="914400" rtl="0" eaLnBrk="0" fontAlgn="base" latinLnBrk="0" hangingPunct="0">
              <a:lnSpc>
                <a:spcPct val="100000"/>
              </a:lnSpc>
              <a:spcBef>
                <a:spcPct val="20000"/>
              </a:spcBef>
              <a:spcAft>
                <a:spcPct val="0"/>
              </a:spcAft>
              <a:buClr>
                <a:schemeClr val="accent2"/>
              </a:buClr>
              <a:buSzPct val="60000"/>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void f(</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fp</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fp</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(x) ... }</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914400" marR="0" lvl="2" indent="0" algn="l" defTabSz="914400" rtl="0" eaLnBrk="0" fontAlgn="base" latinLnBrk="0" hangingPunct="0">
              <a:lnSpc>
                <a:spcPct val="100000"/>
              </a:lnSpc>
              <a:spcBef>
                <a:spcPct val="20000"/>
              </a:spcBef>
              <a:spcAft>
                <a:spcPct val="0"/>
              </a:spcAft>
              <a:buClr>
                <a:schemeClr val="accent2"/>
              </a:buClr>
              <a:buSzPct val="60000"/>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914400" marR="0" lvl="2" indent="0" algn="l" defTabSz="914400" rtl="0" eaLnBrk="0" fontAlgn="base" latinLnBrk="0" hangingPunct="0">
              <a:lnSpc>
                <a:spcPct val="100000"/>
              </a:lnSpc>
              <a:spcBef>
                <a:spcPct val="20000"/>
              </a:spcBef>
              <a:spcAft>
                <a:spcPct val="0"/>
              </a:spcAft>
              <a:buClr>
                <a:schemeClr val="accent2"/>
              </a:buClr>
              <a:buSzPct val="60000"/>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f(</a:t>
            </a:r>
            <a:r>
              <a:rPr kumimoji="0" lang="en-US" altLang="zh-CN"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a:t>
            </a:r>
            <a:r>
              <a:rPr kumimoji="0" lang="en-US" altLang="zh-CN" sz="2400" b="0" i="0" u="none" strike="noStrike" kern="0" cap="none" spc="0" normalizeH="0" baseline="0" noProof="0" dirty="0" err="1">
                <a:ln>
                  <a:noFill/>
                </a:ln>
                <a:solidFill>
                  <a:srgbClr val="FFC000"/>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 x)-&gt;</a:t>
            </a:r>
            <a:r>
              <a:rPr kumimoji="0" lang="en-US" altLang="zh-CN" sz="2400" b="0" i="0" u="none" strike="noStrike" kern="0" cap="none" spc="0" normalizeH="0" baseline="0" noProof="0" dirty="0" err="1">
                <a:ln>
                  <a:noFill/>
                </a:ln>
                <a:solidFill>
                  <a:srgbClr val="FFC000"/>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 { return x</a:t>
            </a:r>
            <a:r>
              <a:rPr kumimoji="0" lang="zh-CN" altLang="en-US"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a:t>
            </a:r>
            <a:r>
              <a:rPr kumimoji="0" lang="en-US" altLang="zh-CN"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x; </a:t>
            </a:r>
            <a:r>
              <a:rPr kumimoji="0" lang="en-US"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λ</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表达式</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的</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主要</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用途是上面的第二个！</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260350"/>
            <a:ext cx="8229600" cy="6481763"/>
          </a:xfrm>
        </p:spPr>
        <p:txBody>
          <a:bodyPr vert="horz" wrap="square" lIns="91440" tIns="45720" rIns="91440" bIns="45720" numCol="1" anchor="t" anchorCtr="0" compatLnSpc="1">
            <a:normAutofit fontScale="70000" lnSpcReduction="20000"/>
          </a:bodyPr>
          <a:lstStyle/>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void sort(Student </a:t>
            </a:r>
            <a:r>
              <a:rPr kumimoji="0" lang="en-US" altLang="zh-CN" sz="3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st</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num</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bool (*</a:t>
            </a:r>
            <a:r>
              <a:rPr kumimoji="0" lang="en-US" altLang="zh-CN" sz="3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comp</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)(Student *st1,Student *st2</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Student </a:t>
            </a:r>
            <a:r>
              <a:rPr kumimoji="0" lang="en-US" altLang="zh-CN" sz="3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st</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[100];</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按学号由小到大</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排序</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sort(st,100,</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Student *st1,Student *st2</a:t>
            </a:r>
            <a:r>
              <a:rPr kumimoji="0" lang="en-US"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)-&gt;bool </a:t>
            </a:r>
            <a:r>
              <a:rPr kumimoji="0" lang="en-US" altLang="zh-CN" sz="3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 return (st1-&gt;no &lt; st2-&gt;no)</a:t>
            </a:r>
            <a:r>
              <a:rPr kumimoji="0" lang="en-US"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按姓名由小到大</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排序</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sort(st,100</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Student *st1,Student *st2</a:t>
            </a:r>
            <a:r>
              <a:rPr kumimoji="0" lang="en-US"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)-&gt;bool { </a:t>
            </a:r>
            <a:r>
              <a:rPr kumimoji="0" lang="en-US" altLang="zh-CN" sz="3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return (</a:t>
            </a:r>
            <a:r>
              <a:rPr kumimoji="0" lang="en-US" altLang="zh-CN" sz="3200" b="0" i="0" u="none" strike="noStrike" kern="0" cap="none" spc="0" normalizeH="0" baseline="0" noProof="0" dirty="0" err="1">
                <a:ln>
                  <a:noFill/>
                </a:ln>
                <a:solidFill>
                  <a:srgbClr val="FFC000"/>
                </a:solidFill>
                <a:effectLst>
                  <a:outerShdw blurRad="38100" dist="38100" dir="2700000" algn="tl">
                    <a:srgbClr val="000000"/>
                  </a:outerShdw>
                </a:effectLst>
                <a:uLnTx/>
                <a:uFillTx/>
                <a:latin typeface="+mn-lt"/>
                <a:ea typeface="+mn-ea"/>
                <a:cs typeface="+mn-cs"/>
              </a:rPr>
              <a:t>strcmp</a:t>
            </a:r>
            <a:r>
              <a:rPr kumimoji="0" lang="en-US" altLang="zh-CN" sz="3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(st1-&gt;name,st2-&gt;name)&lt;0</a:t>
            </a:r>
            <a:r>
              <a:rPr kumimoji="0" lang="en-US"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按学号</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由</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大</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到小排序</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sort(st,100, </a:t>
            </a:r>
            <a:r>
              <a:rPr kumimoji="0" lang="en-US" altLang="zh-CN" sz="3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[](Student *st1,Student *st2)-&gt;bool { return (st1-&gt;no </a:t>
            </a:r>
            <a:r>
              <a:rPr kumimoji="0" lang="en-US"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&gt; </a:t>
            </a:r>
            <a:r>
              <a:rPr kumimoji="0" lang="en-US" altLang="zh-CN" sz="3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st2-&gt;no); }</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按姓名</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由大到小排序</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sort(st,100, </a:t>
            </a:r>
            <a:r>
              <a:rPr kumimoji="0" lang="en-US" altLang="zh-CN" sz="3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[](Student *st1,Student *st2)-&gt;bool { return (</a:t>
            </a:r>
            <a:r>
              <a:rPr kumimoji="0" lang="en-US" altLang="zh-CN" sz="3200" b="0" i="0" u="none" strike="noStrike" kern="0" cap="none" spc="0" normalizeH="0" baseline="0" noProof="0" dirty="0" err="1">
                <a:ln>
                  <a:noFill/>
                </a:ln>
                <a:solidFill>
                  <a:srgbClr val="FFC000"/>
                </a:solidFill>
                <a:effectLst>
                  <a:outerShdw blurRad="38100" dist="38100" dir="2700000" algn="tl">
                    <a:srgbClr val="000000"/>
                  </a:outerShdw>
                </a:effectLst>
                <a:uLnTx/>
                <a:uFillTx/>
                <a:latin typeface="+mn-lt"/>
                <a:ea typeface="+mn-ea"/>
                <a:cs typeface="+mn-cs"/>
              </a:rPr>
              <a:t>strcmp</a:t>
            </a:r>
            <a:r>
              <a:rPr kumimoji="0" lang="en-US" altLang="zh-CN" sz="3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(st1-&gt;name,st2-&gt;</a:t>
            </a:r>
            <a:r>
              <a:rPr kumimoji="0" lang="en-US"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name)&gt;0</a:t>
            </a:r>
            <a:r>
              <a:rPr kumimoji="0" lang="en-US" altLang="zh-CN" sz="3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312738" y="1268413"/>
            <a:ext cx="8580438" cy="5473700"/>
          </a:xfrm>
        </p:spPr>
        <p:txBody>
          <a:bodyPr vert="horz" wrap="square" lIns="91440" tIns="45720" rIns="91440" bIns="45720" numCol="1" anchor="t" anchorCtr="0" compatLnSpc="1">
            <a:normAutofit fontScale="77500" lnSpcReduction="20000"/>
          </a:bodyPr>
          <a:lstStyle/>
          <a:p>
            <a:pPr marL="342900" marR="0" lvl="0" indent="-34290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Char char="n"/>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语言注重程序的效率，运行时刻</a:t>
            </a:r>
            <a:r>
              <a:rPr kumimoji="0" lang="zh-CN" altLang="en-US" sz="32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cs typeface="+mn-cs"/>
              </a:rPr>
              <a:t>不对</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数组元素</a:t>
            </a:r>
            <a:r>
              <a:rPr kumimoji="0" lang="zh-CN" altLang="en-US" sz="3200" b="0" i="0" u="none" strike="noStrike" kern="0" cap="none" spc="0" normalizeH="0" baseline="0" noProof="0" dirty="0">
                <a:ln>
                  <a:noFill/>
                </a:ln>
                <a:solidFill>
                  <a:schemeClr val="folHlink"/>
                </a:solidFill>
                <a:effectLst>
                  <a:outerShdw blurRad="38100" dist="38100" dir="2700000" algn="tl">
                    <a:srgbClr val="000000"/>
                  </a:outerShdw>
                </a:effectLst>
                <a:uLnTx/>
                <a:uFillTx/>
                <a:latin typeface="+mn-lt"/>
                <a:ea typeface="+mn-ea"/>
                <a:cs typeface="+mn-cs"/>
              </a:rPr>
              <a:t>下标越界</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进行</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检查，从而造成下面</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错误</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代码的执行不会报错：</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457200" marR="0" lvl="1" indent="0" algn="l" defTabSz="914400" rtl="0" eaLnBrk="0" fontAlgn="base" latinLnBrk="0" hangingPunct="0">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a[10],sum=0;</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0" fontAlgn="base" latinLnBrk="0" hangingPunct="0">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for (</a:t>
            </a:r>
            <a:r>
              <a:rPr kumimoji="0" lang="en-US" altLang="zh-CN" sz="28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=0;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&lt;=</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10</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sum +=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0" fontAlgn="base" latinLnBrk="0" hangingPunct="0">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for </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=0; </a:t>
            </a:r>
            <a:r>
              <a:rPr kumimoji="0" lang="en-US" altLang="zh-CN" sz="28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&lt;=</a:t>
            </a:r>
            <a:r>
              <a:rPr kumimoji="0" lang="en-US" altLang="zh-CN" sz="28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10</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cin</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&gt;&gt; a[</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为了</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方便、可靠</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地实现一些简单地对</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一维数组元素进行遍历的操作，在</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C++</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新国际标准中提供了一种</a:t>
            </a:r>
            <a:r>
              <a:rPr kumimoji="0" lang="zh-CN" altLang="en-US" sz="3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基于范围的</a:t>
            </a:r>
            <a:r>
              <a:rPr kumimoji="0" lang="en-US" altLang="zh-CN" sz="3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for</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语句，它能自动遍历数组元素。</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0" fontAlgn="base" latinLnBrk="0" hangingPunct="0">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例如，对一维数组所有元素求和：</a:t>
            </a:r>
            <a:endPar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0" fontAlgn="base" latinLnBrk="0" hangingPunct="0">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a[10],sum=0;</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0" fontAlgn="base" latinLnBrk="0" hangingPunct="0">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for </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n: a) sum += n</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不能改变元素的值</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0" fontAlgn="base" latinLnBrk="0" hangingPunct="0">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再</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例如，给一维数组每个元素输入一个值：</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0" fontAlgn="base" latinLnBrk="0" hangingPunct="0">
              <a:lnSpc>
                <a:spcPct val="120000"/>
              </a:lnSpc>
              <a:spcBef>
                <a:spcPct val="20000"/>
              </a:spcBef>
              <a:spcAft>
                <a:spcPct val="0"/>
              </a:spcAft>
              <a:buClr>
                <a:schemeClr val="tx1"/>
              </a:buClr>
              <a:buSzTx/>
              <a:buFontTx/>
              <a:buNone/>
              <a:defRPr/>
            </a:pPr>
            <a:r>
              <a:rPr kumimoji="0" lang="pt-BR"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for </a:t>
            </a:r>
            <a:r>
              <a:rPr kumimoji="0" lang="pt-BR"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(int </a:t>
            </a:r>
            <a:r>
              <a:rPr kumimoji="0" lang="pt-BR" altLang="zh-CN" sz="28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&amp;</a:t>
            </a:r>
            <a:r>
              <a:rPr kumimoji="0" lang="pt-BR"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n: a) cin &gt;&gt; n</a:t>
            </a:r>
            <a:r>
              <a:rPr kumimoji="0" lang="pt-BR"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可</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改变元素的值</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p:txBody>
      </p:sp>
      <p:sp>
        <p:nvSpPr>
          <p:cNvPr id="4" name="Rectangle 2"/>
          <p:cNvSpPr>
            <a:spLocks noGrp="1" noChangeArrowheads="1"/>
          </p:cNvSpPr>
          <p:nvPr>
            <p:ph type="title"/>
          </p:nvPr>
        </p:nvSpPr>
        <p:spPr>
          <a:xfrm>
            <a:off x="457200" y="128588"/>
            <a:ext cx="8229600" cy="923925"/>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基于范围的</a:t>
            </a:r>
            <a:r>
              <a:rPr kumimoji="0" lang="en-US" altLang="zh-CN"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for</a:t>
            </a:r>
            <a:endPar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charRg st="154" end="222"/>
                                            </p:txEl>
                                          </p:spTgt>
                                        </p:tgtEl>
                                        <p:attrNameLst>
                                          <p:attrName>style.visibility</p:attrName>
                                        </p:attrNameLst>
                                      </p:cBhvr>
                                      <p:to>
                                        <p:strVal val="visible"/>
                                      </p:to>
                                    </p:set>
                                    <p:anim calcmode="lin" valueType="num">
                                      <p:cBhvr additive="base">
                                        <p:cTn id="7" dur="500" fill="hold"/>
                                        <p:tgtEl>
                                          <p:spTgt spid="3">
                                            <p:txEl>
                                              <p:charRg st="154" end="22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charRg st="154" end="22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charRg st="222" end="238"/>
                                            </p:txEl>
                                          </p:spTgt>
                                        </p:tgtEl>
                                        <p:attrNameLst>
                                          <p:attrName>style.visibility</p:attrName>
                                        </p:attrNameLst>
                                      </p:cBhvr>
                                      <p:to>
                                        <p:strVal val="visible"/>
                                      </p:to>
                                    </p:set>
                                    <p:anim calcmode="lin" valueType="num">
                                      <p:cBhvr additive="base">
                                        <p:cTn id="11" dur="500" fill="hold"/>
                                        <p:tgtEl>
                                          <p:spTgt spid="3">
                                            <p:txEl>
                                              <p:charRg st="222" end="23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charRg st="222" end="238"/>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charRg st="238" end="256"/>
                                            </p:txEl>
                                          </p:spTgt>
                                        </p:tgtEl>
                                        <p:attrNameLst>
                                          <p:attrName>style.visibility</p:attrName>
                                        </p:attrNameLst>
                                      </p:cBhvr>
                                      <p:to>
                                        <p:strVal val="visible"/>
                                      </p:to>
                                    </p:set>
                                    <p:anim calcmode="lin" valueType="num">
                                      <p:cBhvr additive="base">
                                        <p:cTn id="15" dur="500" fill="hold"/>
                                        <p:tgtEl>
                                          <p:spTgt spid="3">
                                            <p:txEl>
                                              <p:charRg st="238" end="25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charRg st="238" end="25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charRg st="256" end="293"/>
                                            </p:txEl>
                                          </p:spTgt>
                                        </p:tgtEl>
                                        <p:attrNameLst>
                                          <p:attrName>style.visibility</p:attrName>
                                        </p:attrNameLst>
                                      </p:cBhvr>
                                      <p:to>
                                        <p:strVal val="visible"/>
                                      </p:to>
                                    </p:set>
                                    <p:anim calcmode="lin" valueType="num">
                                      <p:cBhvr additive="base">
                                        <p:cTn id="19" dur="500" fill="hold"/>
                                        <p:tgtEl>
                                          <p:spTgt spid="3">
                                            <p:txEl>
                                              <p:charRg st="256" end="29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charRg st="256" end="29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charRg st="293" end="313"/>
                                            </p:txEl>
                                          </p:spTgt>
                                        </p:tgtEl>
                                        <p:attrNameLst>
                                          <p:attrName>style.visibility</p:attrName>
                                        </p:attrNameLst>
                                      </p:cBhvr>
                                      <p:to>
                                        <p:strVal val="visible"/>
                                      </p:to>
                                    </p:set>
                                    <p:anim calcmode="lin" valueType="num">
                                      <p:cBhvr additive="base">
                                        <p:cTn id="23" dur="500" fill="hold"/>
                                        <p:tgtEl>
                                          <p:spTgt spid="3">
                                            <p:txEl>
                                              <p:charRg st="293" end="31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charRg st="293" end="31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charRg st="313" end="350"/>
                                            </p:txEl>
                                          </p:spTgt>
                                        </p:tgtEl>
                                        <p:attrNameLst>
                                          <p:attrName>style.visibility</p:attrName>
                                        </p:attrNameLst>
                                      </p:cBhvr>
                                      <p:to>
                                        <p:strVal val="visible"/>
                                      </p:to>
                                    </p:set>
                                    <p:anim calcmode="lin" valueType="num">
                                      <p:cBhvr additive="base">
                                        <p:cTn id="27" dur="500" fill="hold"/>
                                        <p:tgtEl>
                                          <p:spTgt spid="3">
                                            <p:txEl>
                                              <p:charRg st="313" end="35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charRg st="313" end="35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7200" y="115888"/>
            <a:ext cx="8229600" cy="1139825"/>
          </a:xfrm>
        </p:spPr>
        <p:txBody>
          <a:bodyPr vert="horz" wrap="square" lIns="91440" tIns="45720" rIns="91440" bIns="45720" numCol="1" anchor="ctr" anchorCtr="1"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类型自动判断：</a:t>
            </a:r>
            <a:r>
              <a:rPr kumimoji="0" lang="en-US" altLang="zh-CN"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auto</a:t>
            </a:r>
            <a:endParaRPr kumimoji="0" lang="zh-CN" altLang="en-US"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 name="内容占位符 2"/>
          <p:cNvSpPr>
            <a:spLocks noGrp="1"/>
          </p:cNvSpPr>
          <p:nvPr>
            <p:ph idx="1"/>
          </p:nvPr>
        </p:nvSpPr>
        <p:spPr>
          <a:xfrm>
            <a:off x="457200" y="1412875"/>
            <a:ext cx="8229600" cy="5256213"/>
          </a:xfrm>
        </p:spPr>
        <p:txBody>
          <a:bodyPr vert="horz" wrap="square" lIns="91440" tIns="45720" rIns="91440" bIns="45720" numCol="1" anchor="t" anchorCtr="0" compatLnSpc="1">
            <a:normAutofit fontScale="92500" lnSpcReduction="10000"/>
          </a:bodyPr>
          <a:lstStyle/>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在</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新国际标准（</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C++11</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）中，关键词</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auto</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有新的含义：</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定义一个变量时可以不指定它的类型，由编译器根据初始化的值自动确定它的类型。例如：</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0" fontAlgn="base" latinLnBrk="0" hangingPunct="0">
              <a:lnSpc>
                <a:spcPct val="100000"/>
              </a:lnSpc>
              <a:spcBef>
                <a:spcPct val="20000"/>
              </a:spcBef>
              <a:spcAft>
                <a:spcPct val="0"/>
              </a:spcAft>
              <a:buClr>
                <a:schemeClr val="accent2"/>
              </a:buClr>
              <a:buSzPct val="60000"/>
              <a:buFont typeface="Wingdings" panose="05000000000000000000" pitchFamily="2" charset="2"/>
              <a:buChar char="n"/>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auto x=1+2*3.4;</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0" fontAlgn="base" latinLnBrk="0" hangingPunct="0">
              <a:lnSpc>
                <a:spcPct val="100000"/>
              </a:lnSpc>
              <a:spcBef>
                <a:spcPct val="20000"/>
              </a:spcBef>
              <a:spcAft>
                <a:spcPct val="0"/>
              </a:spcAft>
              <a:buClr>
                <a:schemeClr val="accent2"/>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编译程序</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自动</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确定</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x</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的类型为</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double</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再例如：</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0" fontAlgn="base" latinLnBrk="0" hangingPunct="0">
              <a:lnSpc>
                <a:spcPct val="100000"/>
              </a:lnSpc>
              <a:spcBef>
                <a:spcPct val="20000"/>
              </a:spcBef>
              <a:spcAft>
                <a:spcPct val="0"/>
              </a:spcAft>
              <a:buClr>
                <a:schemeClr val="accent2"/>
              </a:buClr>
              <a:buSzPct val="60000"/>
              <a:buFont typeface="Wingdings" panose="05000000000000000000" pitchFamily="2" charset="2"/>
              <a:buChar char="n"/>
              <a:defRPr/>
            </a:pP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f(double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x,int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y) { ...... }</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0" fontAlgn="base" latinLnBrk="0" hangingPunct="0">
              <a:lnSpc>
                <a:spcPct val="100000"/>
              </a:lnSpc>
              <a:spcBef>
                <a:spcPct val="20000"/>
              </a:spcBef>
              <a:spcAft>
                <a:spcPct val="0"/>
              </a:spcAft>
              <a:buClr>
                <a:schemeClr val="accent2"/>
              </a:buClr>
              <a:buSzPct val="60000"/>
              <a:buFont typeface="Wingdings" panose="05000000000000000000" pitchFamily="2" charset="2"/>
              <a:buChar char="n"/>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auto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fp</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=f;</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0" fontAlgn="base" latinLnBrk="0" hangingPunct="0">
              <a:lnSpc>
                <a:spcPct val="100000"/>
              </a:lnSpc>
              <a:spcBef>
                <a:spcPct val="20000"/>
              </a:spcBef>
              <a:spcAft>
                <a:spcPct val="0"/>
              </a:spcAft>
              <a:buClr>
                <a:schemeClr val="accent2"/>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编译程序自动确定</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fp</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的类型为：</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fp</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)(double)</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注意：</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自动生存期的局部变量不能再显式地用</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auto</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来指出了！</a:t>
            </a:r>
            <a:endPar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theme/theme1.xml><?xml version="1.0" encoding="utf-8"?>
<a:theme xmlns:a="http://schemas.openxmlformats.org/drawingml/2006/main" name="Globe">
  <a:themeElements>
    <a:clrScheme name="Globe 9">
      <a:dk1>
        <a:srgbClr val="003B76"/>
      </a:dk1>
      <a:lt1>
        <a:srgbClr val="FFFFFF"/>
      </a:lt1>
      <a:dk2>
        <a:srgbClr val="0066CC"/>
      </a:dk2>
      <a:lt2>
        <a:srgbClr val="FFFF00"/>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fontScheme name="Globe">
      <a:majorFont>
        <a:latin typeface="Arial"/>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Globe 1">
        <a:dk1>
          <a:srgbClr val="622100"/>
        </a:dk1>
        <a:lt1>
          <a:srgbClr val="FFFFFF"/>
        </a:lt1>
        <a:dk2>
          <a:srgbClr val="800000"/>
        </a:dk2>
        <a:lt2>
          <a:srgbClr val="FFFFCC"/>
        </a:lt2>
        <a:accent1>
          <a:srgbClr val="E42B00"/>
        </a:accent1>
        <a:accent2>
          <a:srgbClr val="996600"/>
        </a:accent2>
        <a:accent3>
          <a:srgbClr val="C0AAAA"/>
        </a:accent3>
        <a:accent4>
          <a:srgbClr val="DADADA"/>
        </a:accent4>
        <a:accent5>
          <a:srgbClr val="EFACAA"/>
        </a:accent5>
        <a:accent6>
          <a:srgbClr val="8A5C00"/>
        </a:accent6>
        <a:hlink>
          <a:srgbClr val="FADF6C"/>
        </a:hlink>
        <a:folHlink>
          <a:srgbClr val="FF9900"/>
        </a:folHlink>
      </a:clrScheme>
      <a:clrMap bg1="dk2" tx1="lt1" bg2="dk1" tx2="lt2" accent1="accent1" accent2="accent2" accent3="accent3" accent4="accent4" accent5="accent5" accent6="accent6" hlink="hlink" folHlink="folHlink"/>
    </a:extraClrScheme>
    <a:extraClrScheme>
      <a:clrScheme name="Globe 2">
        <a:dk1>
          <a:srgbClr val="5F4545"/>
        </a:dk1>
        <a:lt1>
          <a:srgbClr val="FFFFFF"/>
        </a:lt1>
        <a:dk2>
          <a:srgbClr val="8F6969"/>
        </a:dk2>
        <a:lt2>
          <a:srgbClr val="FFFFCC"/>
        </a:lt2>
        <a:accent1>
          <a:srgbClr val="CC6600"/>
        </a:accent1>
        <a:accent2>
          <a:srgbClr val="924C0C"/>
        </a:accent2>
        <a:accent3>
          <a:srgbClr val="C6B9B9"/>
        </a:accent3>
        <a:accent4>
          <a:srgbClr val="DADADA"/>
        </a:accent4>
        <a:accent5>
          <a:srgbClr val="E2B8AA"/>
        </a:accent5>
        <a:accent6>
          <a:srgbClr val="84440A"/>
        </a:accent6>
        <a:hlink>
          <a:srgbClr val="CFD375"/>
        </a:hlink>
        <a:folHlink>
          <a:srgbClr val="98BB91"/>
        </a:folHlink>
      </a:clrScheme>
      <a:clrMap bg1="dk2" tx1="lt1" bg2="dk1" tx2="lt2" accent1="accent1" accent2="accent2" accent3="accent3" accent4="accent4" accent5="accent5" accent6="accent6" hlink="hlink" folHlink="folHlink"/>
    </a:extraClrScheme>
    <a:extraClrScheme>
      <a:clrScheme name="Globe 3">
        <a:dk1>
          <a:srgbClr val="003B76"/>
        </a:dk1>
        <a:lt1>
          <a:srgbClr val="FFFFFF"/>
        </a:lt1>
        <a:dk2>
          <a:srgbClr val="0066CC"/>
        </a:dk2>
        <a:lt2>
          <a:srgbClr val="CCECFF"/>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Globe 4">
        <a:dk1>
          <a:srgbClr val="005856"/>
        </a:dk1>
        <a:lt1>
          <a:srgbClr val="FFFFFF"/>
        </a:lt1>
        <a:dk2>
          <a:srgbClr val="008080"/>
        </a:dk2>
        <a:lt2>
          <a:srgbClr val="FFFFCC"/>
        </a:lt2>
        <a:accent1>
          <a:srgbClr val="0099CC"/>
        </a:accent1>
        <a:accent2>
          <a:srgbClr val="00CCFF"/>
        </a:accent2>
        <a:accent3>
          <a:srgbClr val="AAC0C0"/>
        </a:accent3>
        <a:accent4>
          <a:srgbClr val="DADADA"/>
        </a:accent4>
        <a:accent5>
          <a:srgbClr val="AACAE2"/>
        </a:accent5>
        <a:accent6>
          <a:srgbClr val="00B9E7"/>
        </a:accent6>
        <a:hlink>
          <a:srgbClr val="1ACE9F"/>
        </a:hlink>
        <a:folHlink>
          <a:srgbClr val="948CCE"/>
        </a:folHlink>
      </a:clrScheme>
      <a:clrMap bg1="dk2" tx1="lt1" bg2="dk1" tx2="lt2" accent1="accent1" accent2="accent2" accent3="accent3" accent4="accent4" accent5="accent5" accent6="accent6" hlink="hlink" folHlink="folHlink"/>
    </a:extraClrScheme>
    <a:extraClrScheme>
      <a:clrScheme name="Globe 5">
        <a:dk1>
          <a:srgbClr val="3C5436"/>
        </a:dk1>
        <a:lt1>
          <a:srgbClr val="FFFFFF"/>
        </a:lt1>
        <a:dk2>
          <a:srgbClr val="5F8656"/>
        </a:dk2>
        <a:lt2>
          <a:srgbClr val="D6D8C0"/>
        </a:lt2>
        <a:accent1>
          <a:srgbClr val="61733D"/>
        </a:accent1>
        <a:accent2>
          <a:srgbClr val="324A39"/>
        </a:accent2>
        <a:accent3>
          <a:srgbClr val="B6C3B4"/>
        </a:accent3>
        <a:accent4>
          <a:srgbClr val="DADADA"/>
        </a:accent4>
        <a:accent5>
          <a:srgbClr val="B7BCAF"/>
        </a:accent5>
        <a:accent6>
          <a:srgbClr val="2C4233"/>
        </a:accent6>
        <a:hlink>
          <a:srgbClr val="73D588"/>
        </a:hlink>
        <a:folHlink>
          <a:srgbClr val="6F99B9"/>
        </a:folHlink>
      </a:clrScheme>
      <a:clrMap bg1="dk2" tx1="lt1" bg2="dk1" tx2="lt2" accent1="accent1" accent2="accent2" accent3="accent3" accent4="accent4" accent5="accent5" accent6="accent6" hlink="hlink" folHlink="folHlink"/>
    </a:extraClrScheme>
    <a:extraClrScheme>
      <a:clrScheme name="Globe 6">
        <a:dk1>
          <a:srgbClr val="5B7B65"/>
        </a:dk1>
        <a:lt1>
          <a:srgbClr val="FFFFFF"/>
        </a:lt1>
        <a:dk2>
          <a:srgbClr val="9ABE9D"/>
        </a:dk2>
        <a:lt2>
          <a:srgbClr val="336600"/>
        </a:lt2>
        <a:accent1>
          <a:srgbClr val="00CC66"/>
        </a:accent1>
        <a:accent2>
          <a:srgbClr val="4E7050"/>
        </a:accent2>
        <a:accent3>
          <a:srgbClr val="CADBCC"/>
        </a:accent3>
        <a:accent4>
          <a:srgbClr val="DADADA"/>
        </a:accent4>
        <a:accent5>
          <a:srgbClr val="AAE2B8"/>
        </a:accent5>
        <a:accent6>
          <a:srgbClr val="466548"/>
        </a:accent6>
        <a:hlink>
          <a:srgbClr val="FFFFCC"/>
        </a:hlink>
        <a:folHlink>
          <a:srgbClr val="9CE8A3"/>
        </a:folHlink>
      </a:clrScheme>
      <a:clrMap bg1="dk2" tx1="lt1" bg2="dk1" tx2="lt2" accent1="accent1" accent2="accent2" accent3="accent3" accent4="accent4" accent5="accent5" accent6="accent6" hlink="hlink" folHlink="folHlink"/>
    </a:extraClrScheme>
    <a:extraClrScheme>
      <a:clrScheme name="Globe 7">
        <a:dk1>
          <a:srgbClr val="4C4E44"/>
        </a:dk1>
        <a:lt1>
          <a:srgbClr val="FFFFFF"/>
        </a:lt1>
        <a:dk2>
          <a:srgbClr val="686B5D"/>
        </a:dk2>
        <a:lt2>
          <a:srgbClr val="D6D5C6"/>
        </a:lt2>
        <a:accent1>
          <a:srgbClr val="898D79"/>
        </a:accent1>
        <a:accent2>
          <a:srgbClr val="4D4F45"/>
        </a:accent2>
        <a:accent3>
          <a:srgbClr val="B9BAB6"/>
        </a:accent3>
        <a:accent4>
          <a:srgbClr val="DADADA"/>
        </a:accent4>
        <a:accent5>
          <a:srgbClr val="C4C5BE"/>
        </a:accent5>
        <a:accent6>
          <a:srgbClr val="45473E"/>
        </a:accent6>
        <a:hlink>
          <a:srgbClr val="58BE67"/>
        </a:hlink>
        <a:folHlink>
          <a:srgbClr val="C0C640"/>
        </a:folHlink>
      </a:clrScheme>
      <a:clrMap bg1="dk2" tx1="lt1" bg2="dk1" tx2="lt2" accent1="accent1" accent2="accent2" accent3="accent3" accent4="accent4" accent5="accent5" accent6="accent6" hlink="hlink" folHlink="folHlink"/>
    </a:extraClrScheme>
    <a:extraClrScheme>
      <a:clrScheme name="Globe 8">
        <a:dk1>
          <a:srgbClr val="000000"/>
        </a:dk1>
        <a:lt1>
          <a:srgbClr val="FFFFDD"/>
        </a:lt1>
        <a:dk2>
          <a:srgbClr val="000000"/>
        </a:dk2>
        <a:lt2>
          <a:srgbClr val="98977A"/>
        </a:lt2>
        <a:accent1>
          <a:srgbClr val="BDCDA7"/>
        </a:accent1>
        <a:accent2>
          <a:srgbClr val="A0D060"/>
        </a:accent2>
        <a:accent3>
          <a:srgbClr val="FFFFEB"/>
        </a:accent3>
        <a:accent4>
          <a:srgbClr val="000000"/>
        </a:accent4>
        <a:accent5>
          <a:srgbClr val="DBE3D0"/>
        </a:accent5>
        <a:accent6>
          <a:srgbClr val="91BC56"/>
        </a:accent6>
        <a:hlink>
          <a:srgbClr val="FADD4E"/>
        </a:hlink>
        <a:folHlink>
          <a:srgbClr val="CC9900"/>
        </a:folHlink>
      </a:clrScheme>
      <a:clrMap bg1="lt1" tx1="dk1" bg2="lt2" tx2="dk2" accent1="accent1" accent2="accent2" accent3="accent3" accent4="accent4" accent5="accent5" accent6="accent6" hlink="hlink" folHlink="folHlink"/>
    </a:extraClrScheme>
    <a:extraClrScheme>
      <a:clrScheme name="Globe 9">
        <a:dk1>
          <a:srgbClr val="003B76"/>
        </a:dk1>
        <a:lt1>
          <a:srgbClr val="FFFFFF"/>
        </a:lt1>
        <a:dk2>
          <a:srgbClr val="0066CC"/>
        </a:dk2>
        <a:lt2>
          <a:srgbClr val="FFFF00"/>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Globe</Template>
  <TotalTime>0</TotalTime>
  <Words>17022</Words>
  <Application>WPS 演示</Application>
  <PresentationFormat>全屏显示(4:3)</PresentationFormat>
  <Paragraphs>993</Paragraphs>
  <Slides>69</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69</vt:i4>
      </vt:variant>
    </vt:vector>
  </HeadingPairs>
  <TitlesOfParts>
    <vt:vector size="78" baseType="lpstr">
      <vt:lpstr>Arial</vt:lpstr>
      <vt:lpstr>宋体</vt:lpstr>
      <vt:lpstr>Wingdings</vt:lpstr>
      <vt:lpstr>Verdana</vt:lpstr>
      <vt:lpstr>Times New Roman</vt:lpstr>
      <vt:lpstr>微软雅黑</vt:lpstr>
      <vt:lpstr>Arial Unicode MS</vt:lpstr>
      <vt:lpstr>Arial</vt:lpstr>
      <vt:lpstr>Globe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Nanjing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《程序设计》课程教学</dc:title>
  <dc:creator>chenjiajun</dc:creator>
  <cp:lastModifiedBy>tattit</cp:lastModifiedBy>
  <cp:revision>348</cp:revision>
  <dcterms:created xsi:type="dcterms:W3CDTF">2005-06-30T13:15:58Z</dcterms:created>
  <dcterms:modified xsi:type="dcterms:W3CDTF">2023-09-11T06:26:27Z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2052-11.8.2.8875</vt:lpwstr>
  </property>
</Properties>
</file>
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0"/>
  </p:notesMasterIdLst>
  <p:sldIdLst>
    <p:sldId id="295" r:id="rId3"/>
    <p:sldId id="258" r:id="rId4"/>
    <p:sldId id="330" r:id="rId5"/>
    <p:sldId id="357" r:id="rId6"/>
    <p:sldId id="332" r:id="rId7"/>
    <p:sldId id="331" r:id="rId8"/>
    <p:sldId id="336" r:id="rId9"/>
    <p:sldId id="296" r:id="rId10"/>
    <p:sldId id="259" r:id="rId11"/>
    <p:sldId id="314" r:id="rId12"/>
    <p:sldId id="260" r:id="rId13"/>
    <p:sldId id="335" r:id="rId14"/>
    <p:sldId id="313" r:id="rId15"/>
    <p:sldId id="261" r:id="rId16"/>
    <p:sldId id="289" r:id="rId17"/>
    <p:sldId id="358" r:id="rId18"/>
    <p:sldId id="345" r:id="rId19"/>
    <p:sldId id="262" r:id="rId21"/>
    <p:sldId id="263" r:id="rId22"/>
    <p:sldId id="264" r:id="rId23"/>
    <p:sldId id="265" r:id="rId24"/>
    <p:sldId id="298" r:id="rId25"/>
    <p:sldId id="267" r:id="rId26"/>
    <p:sldId id="306" r:id="rId27"/>
    <p:sldId id="268" r:id="rId28"/>
    <p:sldId id="322" r:id="rId29"/>
    <p:sldId id="271" r:id="rId30"/>
    <p:sldId id="346" r:id="rId31"/>
    <p:sldId id="269" r:id="rId32"/>
    <p:sldId id="275" r:id="rId33"/>
    <p:sldId id="338" r:id="rId34"/>
    <p:sldId id="359" r:id="rId35"/>
    <p:sldId id="339" r:id="rId36"/>
    <p:sldId id="270" r:id="rId37"/>
    <p:sldId id="333" r:id="rId38"/>
    <p:sldId id="334" r:id="rId39"/>
    <p:sldId id="344" r:id="rId40"/>
    <p:sldId id="307" r:id="rId41"/>
    <p:sldId id="273" r:id="rId42"/>
    <p:sldId id="290" r:id="rId43"/>
    <p:sldId id="274" r:id="rId44"/>
    <p:sldId id="291" r:id="rId45"/>
    <p:sldId id="256" r:id="rId46"/>
    <p:sldId id="278" r:id="rId47"/>
    <p:sldId id="325" r:id="rId48"/>
    <p:sldId id="326" r:id="rId49"/>
    <p:sldId id="327" r:id="rId50"/>
    <p:sldId id="328" r:id="rId51"/>
    <p:sldId id="317" r:id="rId52"/>
    <p:sldId id="279" r:id="rId53"/>
    <p:sldId id="292" r:id="rId54"/>
    <p:sldId id="293" r:id="rId55"/>
    <p:sldId id="294" r:id="rId56"/>
    <p:sldId id="348" r:id="rId57"/>
    <p:sldId id="280" r:id="rId58"/>
    <p:sldId id="323" r:id="rId59"/>
    <p:sldId id="347" r:id="rId60"/>
    <p:sldId id="349" r:id="rId61"/>
    <p:sldId id="308" r:id="rId62"/>
    <p:sldId id="353" r:id="rId63"/>
    <p:sldId id="354" r:id="rId64"/>
    <p:sldId id="355" r:id="rId65"/>
    <p:sldId id="360" r:id="rId66"/>
    <p:sldId id="309" r:id="rId67"/>
    <p:sldId id="310" r:id="rId68"/>
    <p:sldId id="340" r:id="rId69"/>
    <p:sldId id="341" r:id="rId70"/>
    <p:sldId id="342" r:id="rId71"/>
    <p:sldId id="356" r:id="rId72"/>
    <p:sldId id="282" r:id="rId73"/>
    <p:sldId id="318" r:id="rId74"/>
    <p:sldId id="319" r:id="rId75"/>
    <p:sldId id="320" r:id="rId76"/>
    <p:sldId id="321" r:id="rId77"/>
    <p:sldId id="361" r:id="rId78"/>
    <p:sldId id="284" r:id="rId79"/>
    <p:sldId id="316" r:id="rId80"/>
    <p:sldId id="350" r:id="rId81"/>
    <p:sldId id="301" r:id="rId82"/>
    <p:sldId id="285" r:id="rId83"/>
    <p:sldId id="304" r:id="rId84"/>
    <p:sldId id="302" r:id="rId85"/>
    <p:sldId id="351" r:id="rId86"/>
    <p:sldId id="352" r:id="rId87"/>
    <p:sldId id="283" r:id="rId88"/>
    <p:sldId id="288" r:id="rId89"/>
    <p:sldId id="362" r:id="rId90"/>
    <p:sldId id="300" r:id="rId91"/>
    <p:sldId id="305" r:id="rId92"/>
  </p:sldIdLst>
  <p:sldSz cx="9144000" cy="6858000" type="screen4x3"/>
  <p:notesSz cx="6858000" cy="9144000"/>
  <p:custDataLst>
    <p:tags r:id="rId96"/>
  </p:custDataLst>
  <p:defaultTextStyle>
    <a:defPPr>
      <a:defRPr lang="zh-CN"/>
    </a:defPPr>
    <a:lvl1pPr algn="l" rtl="0" fontAlgn="base">
      <a:lnSpc>
        <a:spcPct val="90000"/>
      </a:lnSpc>
      <a:spcBef>
        <a:spcPct val="20000"/>
      </a:spcBef>
      <a:spcAft>
        <a:spcPct val="0"/>
      </a:spcAft>
      <a:buChar char="•"/>
      <a:defRPr kern="1200">
        <a:solidFill>
          <a:schemeClr val="tx1"/>
        </a:solidFill>
        <a:effectLst>
          <a:outerShdw blurRad="38100" dist="38100" dir="2700000" algn="tl">
            <a:srgbClr val="000000">
              <a:alpha val="43137"/>
            </a:srgbClr>
          </a:outerShdw>
        </a:effectLst>
        <a:latin typeface="Verdana" panose="020B0604030504040204" pitchFamily="34" charset="0"/>
        <a:ea typeface="宋体" panose="02010600030101010101" pitchFamily="2" charset="-122"/>
        <a:cs typeface="+mn-cs"/>
      </a:defRPr>
    </a:lvl1pPr>
    <a:lvl2pPr marL="457200" algn="l" rtl="0" fontAlgn="base">
      <a:lnSpc>
        <a:spcPct val="90000"/>
      </a:lnSpc>
      <a:spcBef>
        <a:spcPct val="20000"/>
      </a:spcBef>
      <a:spcAft>
        <a:spcPct val="0"/>
      </a:spcAft>
      <a:buChar char="•"/>
      <a:defRPr kern="1200">
        <a:solidFill>
          <a:schemeClr val="tx1"/>
        </a:solidFill>
        <a:effectLst>
          <a:outerShdw blurRad="38100" dist="38100" dir="2700000" algn="tl">
            <a:srgbClr val="000000">
              <a:alpha val="43137"/>
            </a:srgbClr>
          </a:outerShdw>
        </a:effectLst>
        <a:latin typeface="Verdana" panose="020B0604030504040204" pitchFamily="34" charset="0"/>
        <a:ea typeface="宋体" panose="02010600030101010101" pitchFamily="2" charset="-122"/>
        <a:cs typeface="+mn-cs"/>
      </a:defRPr>
    </a:lvl2pPr>
    <a:lvl3pPr marL="914400" algn="l" rtl="0" fontAlgn="base">
      <a:lnSpc>
        <a:spcPct val="90000"/>
      </a:lnSpc>
      <a:spcBef>
        <a:spcPct val="20000"/>
      </a:spcBef>
      <a:spcAft>
        <a:spcPct val="0"/>
      </a:spcAft>
      <a:buChar char="•"/>
      <a:defRPr kern="1200">
        <a:solidFill>
          <a:schemeClr val="tx1"/>
        </a:solidFill>
        <a:effectLst>
          <a:outerShdw blurRad="38100" dist="38100" dir="2700000" algn="tl">
            <a:srgbClr val="000000">
              <a:alpha val="43137"/>
            </a:srgbClr>
          </a:outerShdw>
        </a:effectLst>
        <a:latin typeface="Verdana" panose="020B0604030504040204" pitchFamily="34" charset="0"/>
        <a:ea typeface="宋体" panose="02010600030101010101" pitchFamily="2" charset="-122"/>
        <a:cs typeface="+mn-cs"/>
      </a:defRPr>
    </a:lvl3pPr>
    <a:lvl4pPr marL="1371600" algn="l" rtl="0" fontAlgn="base">
      <a:lnSpc>
        <a:spcPct val="90000"/>
      </a:lnSpc>
      <a:spcBef>
        <a:spcPct val="20000"/>
      </a:spcBef>
      <a:spcAft>
        <a:spcPct val="0"/>
      </a:spcAft>
      <a:buChar char="•"/>
      <a:defRPr kern="1200">
        <a:solidFill>
          <a:schemeClr val="tx1"/>
        </a:solidFill>
        <a:effectLst>
          <a:outerShdw blurRad="38100" dist="38100" dir="2700000" algn="tl">
            <a:srgbClr val="000000">
              <a:alpha val="43137"/>
            </a:srgbClr>
          </a:outerShdw>
        </a:effectLst>
        <a:latin typeface="Verdana" panose="020B0604030504040204" pitchFamily="34" charset="0"/>
        <a:ea typeface="宋体" panose="02010600030101010101" pitchFamily="2" charset="-122"/>
        <a:cs typeface="+mn-cs"/>
      </a:defRPr>
    </a:lvl4pPr>
    <a:lvl5pPr marL="1828800" algn="l" rtl="0" fontAlgn="base">
      <a:lnSpc>
        <a:spcPct val="90000"/>
      </a:lnSpc>
      <a:spcBef>
        <a:spcPct val="20000"/>
      </a:spcBef>
      <a:spcAft>
        <a:spcPct val="0"/>
      </a:spcAft>
      <a:buChar char="•"/>
      <a:defRPr kern="1200">
        <a:solidFill>
          <a:schemeClr val="tx1"/>
        </a:solidFill>
        <a:effectLst>
          <a:outerShdw blurRad="38100" dist="38100" dir="2700000" algn="tl">
            <a:srgbClr val="000000">
              <a:alpha val="43137"/>
            </a:srgbClr>
          </a:outerShdw>
        </a:effectLst>
        <a:latin typeface="Verdana" panose="020B0604030504040204" pitchFamily="34" charset="0"/>
        <a:ea typeface="宋体" panose="02010600030101010101" pitchFamily="2" charset="-122"/>
        <a:cs typeface="+mn-cs"/>
      </a:defRPr>
    </a:lvl5pPr>
    <a:lvl6pPr marL="2286000" algn="l" defTabSz="914400" rtl="0" eaLnBrk="1" latinLnBrk="0" hangingPunct="1">
      <a:defRPr kern="1200">
        <a:solidFill>
          <a:schemeClr val="tx1"/>
        </a:solidFill>
        <a:effectLst>
          <a:outerShdw blurRad="38100" dist="38100" dir="2700000" algn="tl">
            <a:srgbClr val="000000">
              <a:alpha val="43137"/>
            </a:srgbClr>
          </a:outerShdw>
        </a:effectLst>
        <a:latin typeface="Verdana" panose="020B0604030504040204" pitchFamily="34" charset="0"/>
        <a:ea typeface="宋体" panose="02010600030101010101" pitchFamily="2" charset="-122"/>
        <a:cs typeface="+mn-cs"/>
      </a:defRPr>
    </a:lvl6pPr>
    <a:lvl7pPr marL="2743200" algn="l" defTabSz="914400" rtl="0" eaLnBrk="1" latinLnBrk="0" hangingPunct="1">
      <a:defRPr kern="1200">
        <a:solidFill>
          <a:schemeClr val="tx1"/>
        </a:solidFill>
        <a:effectLst>
          <a:outerShdw blurRad="38100" dist="38100" dir="2700000" algn="tl">
            <a:srgbClr val="000000">
              <a:alpha val="43137"/>
            </a:srgbClr>
          </a:outerShdw>
        </a:effectLst>
        <a:latin typeface="Verdana" panose="020B0604030504040204" pitchFamily="34" charset="0"/>
        <a:ea typeface="宋体" panose="02010600030101010101" pitchFamily="2" charset="-122"/>
        <a:cs typeface="+mn-cs"/>
      </a:defRPr>
    </a:lvl7pPr>
    <a:lvl8pPr marL="3200400" algn="l" defTabSz="914400" rtl="0" eaLnBrk="1" latinLnBrk="0" hangingPunct="1">
      <a:defRPr kern="1200">
        <a:solidFill>
          <a:schemeClr val="tx1"/>
        </a:solidFill>
        <a:effectLst>
          <a:outerShdw blurRad="38100" dist="38100" dir="2700000" algn="tl">
            <a:srgbClr val="000000">
              <a:alpha val="43137"/>
            </a:srgbClr>
          </a:outerShdw>
        </a:effectLst>
        <a:latin typeface="Verdana" panose="020B0604030504040204" pitchFamily="34" charset="0"/>
        <a:ea typeface="宋体" panose="02010600030101010101" pitchFamily="2" charset="-122"/>
        <a:cs typeface="+mn-cs"/>
      </a:defRPr>
    </a:lvl8pPr>
    <a:lvl9pPr marL="3657600" algn="l" defTabSz="914400" rtl="0" eaLnBrk="1" latinLnBrk="0" hangingPunct="1">
      <a:defRPr kern="1200">
        <a:solidFill>
          <a:schemeClr val="tx1"/>
        </a:solidFill>
        <a:effectLst>
          <a:outerShdw blurRad="38100" dist="38100" dir="2700000" algn="tl">
            <a:srgbClr val="000000">
              <a:alpha val="43137"/>
            </a:srgbClr>
          </a:outerShdw>
        </a:effectLst>
        <a:latin typeface="Verdana" panose="020B060403050404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9" autoAdjust="0"/>
    <p:restoredTop sz="94617" autoAdjust="0"/>
  </p:normalViewPr>
  <p:slideViewPr>
    <p:cSldViewPr showGuides="1">
      <p:cViewPr varScale="1">
        <p:scale>
          <a:sx n="91" d="100"/>
          <a:sy n="91" d="100"/>
        </p:scale>
        <p:origin x="1138" y="6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6534"/>
    </p:cViewPr>
  </p:sorterViewPr>
  <p:gridSpacing cx="72008" cy="72008"/>
</p:viewPr>
</file>

<file path=ppt/_rels/presentation.xml.rels><?xml version="1.0" encoding="UTF-8" standalone="yes"?>
<Relationships xmlns="http://schemas.openxmlformats.org/package/2006/relationships"><Relationship Id="rId96" Type="http://schemas.openxmlformats.org/officeDocument/2006/relationships/tags" Target="tags/tag1.xml"/><Relationship Id="rId95" Type="http://schemas.openxmlformats.org/officeDocument/2006/relationships/tableStyles" Target="tableStyles.xml"/><Relationship Id="rId94" Type="http://schemas.openxmlformats.org/officeDocument/2006/relationships/viewProps" Target="viewProps.xml"/><Relationship Id="rId93" Type="http://schemas.openxmlformats.org/officeDocument/2006/relationships/presProps" Target="presProps.xml"/><Relationship Id="rId92" Type="http://schemas.openxmlformats.org/officeDocument/2006/relationships/slide" Target="slides/slide89.xml"/><Relationship Id="rId91" Type="http://schemas.openxmlformats.org/officeDocument/2006/relationships/slide" Target="slides/slide88.xml"/><Relationship Id="rId90" Type="http://schemas.openxmlformats.org/officeDocument/2006/relationships/slide" Target="slides/slide87.xml"/><Relationship Id="rId9" Type="http://schemas.openxmlformats.org/officeDocument/2006/relationships/slide" Target="slides/slide7.xml"/><Relationship Id="rId89" Type="http://schemas.openxmlformats.org/officeDocument/2006/relationships/slide" Target="slides/slide86.xml"/><Relationship Id="rId88" Type="http://schemas.openxmlformats.org/officeDocument/2006/relationships/slide" Target="slides/slide85.xml"/><Relationship Id="rId87" Type="http://schemas.openxmlformats.org/officeDocument/2006/relationships/slide" Target="slides/slide84.xml"/><Relationship Id="rId86" Type="http://schemas.openxmlformats.org/officeDocument/2006/relationships/slide" Target="slides/slide83.xml"/><Relationship Id="rId85" Type="http://schemas.openxmlformats.org/officeDocument/2006/relationships/slide" Target="slides/slide82.xml"/><Relationship Id="rId84" Type="http://schemas.openxmlformats.org/officeDocument/2006/relationships/slide" Target="slides/slide81.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6.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5.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4.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3.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notesMaster" Target="notesMasters/notesMaster1.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w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8.wmf"/><Relationship Id="rId1" Type="http://schemas.openxmlformats.org/officeDocument/2006/relationships/image" Target="../media/image7.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25282"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nSpc>
                <a:spcPct val="100000"/>
              </a:lnSpc>
              <a:spcBef>
                <a:spcPct val="0"/>
              </a:spcBef>
              <a:buFontTx/>
              <a:buNone/>
              <a:defRPr kumimoji="1" sz="1200">
                <a:effectLst/>
                <a:latin typeface="Times New Roman" panose="02020603050405020304" pitchFamily="18" charset="0"/>
              </a:defRPr>
            </a:lvl1pPr>
          </a:lstStyle>
          <a:p>
            <a:pPr>
              <a:defRPr/>
            </a:pPr>
            <a:endParaRPr lang="en-US" altLang="zh-CN"/>
          </a:p>
        </p:txBody>
      </p:sp>
      <p:sp>
        <p:nvSpPr>
          <p:cNvPr id="225283" name="Rectangle 3"/>
          <p:cNvSpPr>
            <a:spLocks noGrp="1" noChangeArrowheads="1"/>
          </p:cNvSpPr>
          <p:nvPr>
            <p:ph type="dt"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a:lnSpc>
                <a:spcPct val="100000"/>
              </a:lnSpc>
              <a:spcBef>
                <a:spcPct val="0"/>
              </a:spcBef>
              <a:buFontTx/>
              <a:buNone/>
              <a:defRPr kumimoji="1" sz="1200">
                <a:effectLst/>
                <a:latin typeface="Times New Roman" panose="02020603050405020304" pitchFamily="18" charset="0"/>
              </a:defRPr>
            </a:lvl1pPr>
          </a:lstStyle>
          <a:p>
            <a:pPr>
              <a:defRPr/>
            </a:pPr>
            <a:endParaRPr lang="en-US" altLang="zh-CN"/>
          </a:p>
        </p:txBody>
      </p:sp>
      <p:sp>
        <p:nvSpPr>
          <p:cNvPr id="67588"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225285" name="Rectangle 5"/>
          <p:cNvSpPr>
            <a:spLocks noGrp="1" noChangeArrowheads="1"/>
          </p:cNvSpPr>
          <p:nvPr>
            <p:ph type="body" sz="quarter" idx="3"/>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lvl="0"/>
            <a:r>
              <a:rPr lang="zh-CN" altLang="en-US" noProof="0" smtClean="0"/>
              <a:t>单击此处编辑母版文本样式</a:t>
            </a:r>
            <a:endParaRPr lang="zh-CN" altLang="en-US" noProof="0" smtClean="0"/>
          </a:p>
          <a:p>
            <a:pPr lvl="1"/>
            <a:r>
              <a:rPr lang="zh-CN" altLang="en-US" noProof="0" smtClean="0"/>
              <a:t>第二级</a:t>
            </a:r>
            <a:endParaRPr lang="zh-CN" altLang="en-US" noProof="0" smtClean="0"/>
          </a:p>
          <a:p>
            <a:pPr lvl="2"/>
            <a:r>
              <a:rPr lang="zh-CN" altLang="en-US" noProof="0" smtClean="0"/>
              <a:t>第三级</a:t>
            </a:r>
            <a:endParaRPr lang="zh-CN" altLang="en-US" noProof="0" smtClean="0"/>
          </a:p>
          <a:p>
            <a:pPr lvl="3"/>
            <a:r>
              <a:rPr lang="zh-CN" altLang="en-US" noProof="0" smtClean="0"/>
              <a:t>第四级</a:t>
            </a:r>
            <a:endParaRPr lang="zh-CN" altLang="en-US" noProof="0" smtClean="0"/>
          </a:p>
          <a:p>
            <a:pPr lvl="4"/>
            <a:r>
              <a:rPr lang="zh-CN" altLang="en-US" noProof="0" smtClean="0"/>
              <a:t>第五级</a:t>
            </a:r>
            <a:endParaRPr lang="zh-CN" altLang="en-US" noProof="0" smtClean="0"/>
          </a:p>
        </p:txBody>
      </p:sp>
      <p:sp>
        <p:nvSpPr>
          <p:cNvPr id="225286" name="Rectangle 6"/>
          <p:cNvSpPr>
            <a:spLocks noGrp="1" noChangeArrowheads="1"/>
          </p:cNvSpPr>
          <p:nvPr>
            <p:ph type="ftr" sz="quarter" idx="4"/>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nSpc>
                <a:spcPct val="100000"/>
              </a:lnSpc>
              <a:spcBef>
                <a:spcPct val="0"/>
              </a:spcBef>
              <a:buFontTx/>
              <a:buNone/>
              <a:defRPr kumimoji="1" sz="1200">
                <a:effectLst/>
                <a:latin typeface="Times New Roman" panose="02020603050405020304" pitchFamily="18" charset="0"/>
              </a:defRPr>
            </a:lvl1pPr>
          </a:lstStyle>
          <a:p>
            <a:pPr>
              <a:defRPr/>
            </a:pPr>
            <a:endParaRPr lang="en-US" altLang="zh-CN"/>
          </a:p>
        </p:txBody>
      </p:sp>
      <p:sp>
        <p:nvSpPr>
          <p:cNvPr id="225287" name="Rectangle 7"/>
          <p:cNvSpPr>
            <a:spLocks noGrp="1" noChangeArrowheads="1"/>
          </p:cNvSpPr>
          <p:nvPr>
            <p:ph type="sldNum" sz="quarter" idx="5"/>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r">
              <a:lnSpc>
                <a:spcPct val="100000"/>
              </a:lnSpc>
              <a:spcBef>
                <a:spcPct val="0"/>
              </a:spcBef>
              <a:buFontTx/>
              <a:buNone/>
              <a:defRPr kumimoji="1" sz="1200">
                <a:effectLst/>
                <a:latin typeface="Times New Roman" panose="02020603050405020304" pitchFamily="18" charset="0"/>
              </a:defRPr>
            </a:lvl1pPr>
          </a:lstStyle>
          <a:p>
            <a:pPr>
              <a:defRPr/>
            </a:pPr>
            <a:fld id="{EEF7E74D-710C-468D-B3BC-0A34DB8DB4D4}" type="slidenum">
              <a:rPr lang="en-US" altLang="zh-CN"/>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lgn="r" eaLnBrk="1" hangingPunct="1">
              <a:spcBef>
                <a:spcPct val="0"/>
              </a:spcBef>
            </a:pPr>
            <a:fld id="{A9C38CCC-32A5-4F18-A8A0-E75E0F8854C4}" type="slidenum">
              <a:rPr lang="en-US" altLang="zh-CN" smtClean="0"/>
            </a:fld>
            <a:endParaRPr lang="en-US" altLang="zh-CN" smtClean="0"/>
          </a:p>
        </p:txBody>
      </p:sp>
      <p:sp>
        <p:nvSpPr>
          <p:cNvPr id="109571" name="Rectangle 2"/>
          <p:cNvSpPr>
            <a:spLocks noGrp="1" noRot="1" noChangeAspect="1" noChangeArrowheads="1" noTextEdit="1"/>
          </p:cNvSpPr>
          <p:nvPr>
            <p:ph type="sldImg"/>
          </p:nvPr>
        </p:nvSpPr>
        <p:spPr/>
      </p:sp>
      <p:sp>
        <p:nvSpPr>
          <p:cNvPr id="109572"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ea typeface="宋体" panose="02010600030101010101" pitchFamily="2" charset="-122"/>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grpSp>
        <p:nvGrpSpPr>
          <p:cNvPr id="4" name="Group 2"/>
          <p:cNvGrpSpPr/>
          <p:nvPr/>
        </p:nvGrpSpPr>
        <p:grpSpPr bwMode="auto">
          <a:xfrm>
            <a:off x="0" y="0"/>
            <a:ext cx="9148763" cy="6851650"/>
            <a:chOff x="1" y="0"/>
            <a:chExt cx="5763" cy="4316"/>
          </a:xfrm>
        </p:grpSpPr>
        <p:sp>
          <p:nvSpPr>
            <p:cNvPr id="5" name="Freeform 3"/>
            <p:cNvSpPr/>
            <p:nvPr/>
          </p:nvSpPr>
          <p:spPr bwMode="hidden">
            <a:xfrm>
              <a:off x="5045" y="2626"/>
              <a:ext cx="719" cy="1690"/>
            </a:xfrm>
            <a:custGeom>
              <a:avLst/>
              <a:gdLst>
                <a:gd name="T0" fmla="*/ 717 w 717"/>
                <a:gd name="T1" fmla="*/ 72 h 1690"/>
                <a:gd name="T2" fmla="*/ 717 w 717"/>
                <a:gd name="T3" fmla="*/ 0 h 1690"/>
                <a:gd name="T4" fmla="*/ 699 w 717"/>
                <a:gd name="T5" fmla="*/ 101 h 1690"/>
                <a:gd name="T6" fmla="*/ 675 w 717"/>
                <a:gd name="T7" fmla="*/ 209 h 1690"/>
                <a:gd name="T8" fmla="*/ 627 w 717"/>
                <a:gd name="T9" fmla="*/ 389 h 1690"/>
                <a:gd name="T10" fmla="*/ 574 w 717"/>
                <a:gd name="T11" fmla="*/ 569 h 1690"/>
                <a:gd name="T12" fmla="*/ 502 w 717"/>
                <a:gd name="T13" fmla="*/ 749 h 1690"/>
                <a:gd name="T14" fmla="*/ 424 w 717"/>
                <a:gd name="T15" fmla="*/ 935 h 1690"/>
                <a:gd name="T16" fmla="*/ 334 w 717"/>
                <a:gd name="T17" fmla="*/ 1121 h 1690"/>
                <a:gd name="T18" fmla="*/ 233 w 717"/>
                <a:gd name="T19" fmla="*/ 1312 h 1690"/>
                <a:gd name="T20" fmla="*/ 125 w 717"/>
                <a:gd name="T21" fmla="*/ 1498 h 1690"/>
                <a:gd name="T22" fmla="*/ 0 w 717"/>
                <a:gd name="T23" fmla="*/ 1690 h 1690"/>
                <a:gd name="T24" fmla="*/ 11 w 717"/>
                <a:gd name="T25" fmla="*/ 1690 h 1690"/>
                <a:gd name="T26" fmla="*/ 137 w 717"/>
                <a:gd name="T27" fmla="*/ 1498 h 1690"/>
                <a:gd name="T28" fmla="*/ 245 w 717"/>
                <a:gd name="T29" fmla="*/ 1312 h 1690"/>
                <a:gd name="T30" fmla="*/ 346 w 717"/>
                <a:gd name="T31" fmla="*/ 1121 h 1690"/>
                <a:gd name="T32" fmla="*/ 436 w 717"/>
                <a:gd name="T33" fmla="*/ 935 h 1690"/>
                <a:gd name="T34" fmla="*/ 514 w 717"/>
                <a:gd name="T35" fmla="*/ 749 h 1690"/>
                <a:gd name="T36" fmla="*/ 585 w 717"/>
                <a:gd name="T37" fmla="*/ 569 h 1690"/>
                <a:gd name="T38" fmla="*/ 639 w 717"/>
                <a:gd name="T39" fmla="*/ 389 h 1690"/>
                <a:gd name="T40" fmla="*/ 687 w 717"/>
                <a:gd name="T41" fmla="*/ 209 h 1690"/>
                <a:gd name="T42" fmla="*/ 705 w 717"/>
                <a:gd name="T43" fmla="*/ 143 h 1690"/>
                <a:gd name="T44" fmla="*/ 717 w 717"/>
                <a:gd name="T45" fmla="*/ 72 h 1690"/>
                <a:gd name="T46" fmla="*/ 717 w 717"/>
                <a:gd name="T47" fmla="*/ 72 h 16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717" h="1690">
                  <a:moveTo>
                    <a:pt x="717" y="72"/>
                  </a:moveTo>
                  <a:lnTo>
                    <a:pt x="717" y="0"/>
                  </a:lnTo>
                  <a:lnTo>
                    <a:pt x="699" y="101"/>
                  </a:lnTo>
                  <a:lnTo>
                    <a:pt x="675" y="209"/>
                  </a:lnTo>
                  <a:lnTo>
                    <a:pt x="627" y="389"/>
                  </a:lnTo>
                  <a:lnTo>
                    <a:pt x="574" y="569"/>
                  </a:lnTo>
                  <a:lnTo>
                    <a:pt x="502" y="749"/>
                  </a:lnTo>
                  <a:lnTo>
                    <a:pt x="424" y="935"/>
                  </a:lnTo>
                  <a:lnTo>
                    <a:pt x="334" y="1121"/>
                  </a:lnTo>
                  <a:lnTo>
                    <a:pt x="233" y="1312"/>
                  </a:lnTo>
                  <a:lnTo>
                    <a:pt x="125" y="1498"/>
                  </a:lnTo>
                  <a:lnTo>
                    <a:pt x="0" y="1690"/>
                  </a:lnTo>
                  <a:lnTo>
                    <a:pt x="11" y="1690"/>
                  </a:lnTo>
                  <a:lnTo>
                    <a:pt x="137" y="1498"/>
                  </a:lnTo>
                  <a:lnTo>
                    <a:pt x="245" y="1312"/>
                  </a:lnTo>
                  <a:lnTo>
                    <a:pt x="346" y="1121"/>
                  </a:lnTo>
                  <a:lnTo>
                    <a:pt x="436" y="935"/>
                  </a:lnTo>
                  <a:lnTo>
                    <a:pt x="514" y="749"/>
                  </a:lnTo>
                  <a:lnTo>
                    <a:pt x="585" y="569"/>
                  </a:lnTo>
                  <a:lnTo>
                    <a:pt x="639" y="389"/>
                  </a:lnTo>
                  <a:lnTo>
                    <a:pt x="687" y="209"/>
                  </a:lnTo>
                  <a:lnTo>
                    <a:pt x="705" y="143"/>
                  </a:lnTo>
                  <a:lnTo>
                    <a:pt x="717" y="72"/>
                  </a:lnTo>
                  <a:lnTo>
                    <a:pt x="717" y="72"/>
                  </a:lnTo>
                  <a:close/>
                </a:path>
              </a:pathLst>
            </a:custGeom>
            <a:gradFill rotWithShape="0">
              <a:gsLst>
                <a:gs pos="0">
                  <a:schemeClr val="bg2"/>
                </a:gs>
                <a:gs pos="100000">
                  <a:schemeClr val="bg2">
                    <a:gamma/>
                    <a:shade val="60784"/>
                    <a:invGamma/>
                  </a:schemeClr>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zh-CN" altLang="en-US"/>
            </a:p>
          </p:txBody>
        </p:sp>
        <p:sp>
          <p:nvSpPr>
            <p:cNvPr id="6" name="Freeform 4"/>
            <p:cNvSpPr/>
            <p:nvPr/>
          </p:nvSpPr>
          <p:spPr bwMode="hidden">
            <a:xfrm>
              <a:off x="5386" y="3794"/>
              <a:ext cx="378" cy="522"/>
            </a:xfrm>
            <a:custGeom>
              <a:avLst/>
              <a:gdLst>
                <a:gd name="T0" fmla="*/ 377 w 377"/>
                <a:gd name="T1" fmla="*/ 0 h 522"/>
                <a:gd name="T2" fmla="*/ 293 w 377"/>
                <a:gd name="T3" fmla="*/ 132 h 522"/>
                <a:gd name="T4" fmla="*/ 204 w 377"/>
                <a:gd name="T5" fmla="*/ 264 h 522"/>
                <a:gd name="T6" fmla="*/ 102 w 377"/>
                <a:gd name="T7" fmla="*/ 396 h 522"/>
                <a:gd name="T8" fmla="*/ 0 w 377"/>
                <a:gd name="T9" fmla="*/ 522 h 522"/>
                <a:gd name="T10" fmla="*/ 12 w 377"/>
                <a:gd name="T11" fmla="*/ 522 h 522"/>
                <a:gd name="T12" fmla="*/ 114 w 377"/>
                <a:gd name="T13" fmla="*/ 402 h 522"/>
                <a:gd name="T14" fmla="*/ 204 w 377"/>
                <a:gd name="T15" fmla="*/ 282 h 522"/>
                <a:gd name="T16" fmla="*/ 377 w 377"/>
                <a:gd name="T17" fmla="*/ 24 h 522"/>
                <a:gd name="T18" fmla="*/ 377 w 377"/>
                <a:gd name="T19" fmla="*/ 0 h 522"/>
                <a:gd name="T20" fmla="*/ 377 w 377"/>
                <a:gd name="T21" fmla="*/ 0 h 5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77" h="522">
                  <a:moveTo>
                    <a:pt x="377" y="0"/>
                  </a:moveTo>
                  <a:lnTo>
                    <a:pt x="293" y="132"/>
                  </a:lnTo>
                  <a:lnTo>
                    <a:pt x="204" y="264"/>
                  </a:lnTo>
                  <a:lnTo>
                    <a:pt x="102" y="396"/>
                  </a:lnTo>
                  <a:lnTo>
                    <a:pt x="0" y="522"/>
                  </a:lnTo>
                  <a:lnTo>
                    <a:pt x="12" y="522"/>
                  </a:lnTo>
                  <a:lnTo>
                    <a:pt x="114" y="402"/>
                  </a:lnTo>
                  <a:lnTo>
                    <a:pt x="204" y="282"/>
                  </a:lnTo>
                  <a:lnTo>
                    <a:pt x="377" y="24"/>
                  </a:lnTo>
                  <a:lnTo>
                    <a:pt x="377" y="0"/>
                  </a:lnTo>
                  <a:lnTo>
                    <a:pt x="377" y="0"/>
                  </a:lnTo>
                  <a:close/>
                </a:path>
              </a:pathLst>
            </a:custGeom>
            <a:gradFill rotWithShape="0">
              <a:gsLst>
                <a:gs pos="0">
                  <a:schemeClr val="bg2"/>
                </a:gs>
                <a:gs pos="100000">
                  <a:schemeClr val="bg2">
                    <a:gamma/>
                    <a:shade val="60784"/>
                    <a:invGamma/>
                  </a:schemeClr>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zh-CN" altLang="en-US"/>
            </a:p>
          </p:txBody>
        </p:sp>
        <p:sp>
          <p:nvSpPr>
            <p:cNvPr id="7" name="Freeform 5"/>
            <p:cNvSpPr/>
            <p:nvPr/>
          </p:nvSpPr>
          <p:spPr bwMode="hidden">
            <a:xfrm>
              <a:off x="5680" y="4214"/>
              <a:ext cx="84" cy="102"/>
            </a:xfrm>
            <a:custGeom>
              <a:avLst/>
              <a:gdLst>
                <a:gd name="T0" fmla="*/ 0 w 84"/>
                <a:gd name="T1" fmla="*/ 102 h 102"/>
                <a:gd name="T2" fmla="*/ 18 w 84"/>
                <a:gd name="T3" fmla="*/ 102 h 102"/>
                <a:gd name="T4" fmla="*/ 48 w 84"/>
                <a:gd name="T5" fmla="*/ 60 h 102"/>
                <a:gd name="T6" fmla="*/ 84 w 84"/>
                <a:gd name="T7" fmla="*/ 24 h 102"/>
                <a:gd name="T8" fmla="*/ 84 w 84"/>
                <a:gd name="T9" fmla="*/ 0 h 102"/>
                <a:gd name="T10" fmla="*/ 42 w 84"/>
                <a:gd name="T11" fmla="*/ 54 h 102"/>
                <a:gd name="T12" fmla="*/ 0 w 84"/>
                <a:gd name="T13" fmla="*/ 102 h 102"/>
                <a:gd name="T14" fmla="*/ 0 w 84"/>
                <a:gd name="T15" fmla="*/ 102 h 10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4" h="102">
                  <a:moveTo>
                    <a:pt x="0" y="102"/>
                  </a:moveTo>
                  <a:lnTo>
                    <a:pt x="18" y="102"/>
                  </a:lnTo>
                  <a:lnTo>
                    <a:pt x="48" y="60"/>
                  </a:lnTo>
                  <a:lnTo>
                    <a:pt x="84" y="24"/>
                  </a:lnTo>
                  <a:lnTo>
                    <a:pt x="84" y="0"/>
                  </a:lnTo>
                  <a:lnTo>
                    <a:pt x="42" y="54"/>
                  </a:lnTo>
                  <a:lnTo>
                    <a:pt x="0" y="102"/>
                  </a:lnTo>
                  <a:lnTo>
                    <a:pt x="0" y="102"/>
                  </a:lnTo>
                  <a:close/>
                </a:path>
              </a:pathLst>
            </a:custGeom>
            <a:gradFill rotWithShape="0">
              <a:gsLst>
                <a:gs pos="0">
                  <a:schemeClr val="bg2"/>
                </a:gs>
                <a:gs pos="100000">
                  <a:schemeClr val="bg2">
                    <a:gamma/>
                    <a:shade val="60784"/>
                    <a:invGamma/>
                  </a:schemeClr>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zh-CN" altLang="en-US"/>
            </a:p>
          </p:txBody>
        </p:sp>
        <p:grpSp>
          <p:nvGrpSpPr>
            <p:cNvPr id="8" name="Group 6"/>
            <p:cNvGrpSpPr/>
            <p:nvPr/>
          </p:nvGrpSpPr>
          <p:grpSpPr bwMode="auto">
            <a:xfrm>
              <a:off x="288" y="0"/>
              <a:ext cx="5098" cy="4316"/>
              <a:chOff x="288" y="0"/>
              <a:chExt cx="5098" cy="4316"/>
            </a:xfrm>
          </p:grpSpPr>
          <p:sp>
            <p:nvSpPr>
              <p:cNvPr id="28" name="Freeform 7"/>
              <p:cNvSpPr/>
              <p:nvPr userDrawn="1"/>
            </p:nvSpPr>
            <p:spPr bwMode="hidden">
              <a:xfrm>
                <a:off x="2789" y="0"/>
                <a:ext cx="72" cy="4316"/>
              </a:xfrm>
              <a:custGeom>
                <a:avLst/>
                <a:gdLst>
                  <a:gd name="T0" fmla="*/ 0 w 72"/>
                  <a:gd name="T1" fmla="*/ 0 h 4316"/>
                  <a:gd name="T2" fmla="*/ 60 w 72"/>
                  <a:gd name="T3" fmla="*/ 4316 h 4316"/>
                  <a:gd name="T4" fmla="*/ 72 w 72"/>
                  <a:gd name="T5" fmla="*/ 4316 h 4316"/>
                  <a:gd name="T6" fmla="*/ 12 w 72"/>
                  <a:gd name="T7" fmla="*/ 0 h 4316"/>
                  <a:gd name="T8" fmla="*/ 0 w 72"/>
                  <a:gd name="T9" fmla="*/ 0 h 4316"/>
                  <a:gd name="T10" fmla="*/ 0 w 72"/>
                  <a:gd name="T11" fmla="*/ 0 h 4316"/>
                </a:gdLst>
                <a:ahLst/>
                <a:cxnLst>
                  <a:cxn ang="0">
                    <a:pos x="T0" y="T1"/>
                  </a:cxn>
                  <a:cxn ang="0">
                    <a:pos x="T2" y="T3"/>
                  </a:cxn>
                  <a:cxn ang="0">
                    <a:pos x="T4" y="T5"/>
                  </a:cxn>
                  <a:cxn ang="0">
                    <a:pos x="T6" y="T7"/>
                  </a:cxn>
                  <a:cxn ang="0">
                    <a:pos x="T8" y="T9"/>
                  </a:cxn>
                  <a:cxn ang="0">
                    <a:pos x="T10" y="T11"/>
                  </a:cxn>
                </a:cxnLst>
                <a:rect l="0" t="0" r="r" b="b"/>
                <a:pathLst>
                  <a:path w="72" h="4316">
                    <a:moveTo>
                      <a:pt x="0" y="0"/>
                    </a:moveTo>
                    <a:lnTo>
                      <a:pt x="60" y="4316"/>
                    </a:lnTo>
                    <a:lnTo>
                      <a:pt x="72" y="4316"/>
                    </a:lnTo>
                    <a:lnTo>
                      <a:pt x="12" y="0"/>
                    </a:lnTo>
                    <a:lnTo>
                      <a:pt x="0" y="0"/>
                    </a:lnTo>
                    <a:lnTo>
                      <a:pt x="0" y="0"/>
                    </a:lnTo>
                    <a:close/>
                  </a:path>
                </a:pathLst>
              </a:custGeom>
              <a:gradFill rotWithShape="0">
                <a:gsLst>
                  <a:gs pos="0">
                    <a:schemeClr val="bg1"/>
                  </a:gs>
                  <a:gs pos="100000">
                    <a:schemeClr val="bg1">
                      <a:gamma/>
                      <a:shade val="66667"/>
                      <a:invGamma/>
                    </a:schemeClr>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zh-CN" altLang="en-US"/>
              </a:p>
            </p:txBody>
          </p:sp>
          <p:sp>
            <p:nvSpPr>
              <p:cNvPr id="29" name="Freeform 8"/>
              <p:cNvSpPr/>
              <p:nvPr userDrawn="1"/>
            </p:nvSpPr>
            <p:spPr bwMode="hidden">
              <a:xfrm>
                <a:off x="3089" y="0"/>
                <a:ext cx="174" cy="4316"/>
              </a:xfrm>
              <a:custGeom>
                <a:avLst/>
                <a:gdLst>
                  <a:gd name="T0" fmla="*/ 24 w 174"/>
                  <a:gd name="T1" fmla="*/ 0 h 4316"/>
                  <a:gd name="T2" fmla="*/ 12 w 174"/>
                  <a:gd name="T3" fmla="*/ 0 h 4316"/>
                  <a:gd name="T4" fmla="*/ 42 w 174"/>
                  <a:gd name="T5" fmla="*/ 216 h 4316"/>
                  <a:gd name="T6" fmla="*/ 72 w 174"/>
                  <a:gd name="T7" fmla="*/ 444 h 4316"/>
                  <a:gd name="T8" fmla="*/ 96 w 174"/>
                  <a:gd name="T9" fmla="*/ 689 h 4316"/>
                  <a:gd name="T10" fmla="*/ 120 w 174"/>
                  <a:gd name="T11" fmla="*/ 947 h 4316"/>
                  <a:gd name="T12" fmla="*/ 132 w 174"/>
                  <a:gd name="T13" fmla="*/ 1211 h 4316"/>
                  <a:gd name="T14" fmla="*/ 150 w 174"/>
                  <a:gd name="T15" fmla="*/ 1487 h 4316"/>
                  <a:gd name="T16" fmla="*/ 156 w 174"/>
                  <a:gd name="T17" fmla="*/ 1768 h 4316"/>
                  <a:gd name="T18" fmla="*/ 162 w 174"/>
                  <a:gd name="T19" fmla="*/ 2062 h 4316"/>
                  <a:gd name="T20" fmla="*/ 156 w 174"/>
                  <a:gd name="T21" fmla="*/ 2644 h 4316"/>
                  <a:gd name="T22" fmla="*/ 126 w 174"/>
                  <a:gd name="T23" fmla="*/ 3225 h 4316"/>
                  <a:gd name="T24" fmla="*/ 108 w 174"/>
                  <a:gd name="T25" fmla="*/ 3507 h 4316"/>
                  <a:gd name="T26" fmla="*/ 78 w 174"/>
                  <a:gd name="T27" fmla="*/ 3788 h 4316"/>
                  <a:gd name="T28" fmla="*/ 42 w 174"/>
                  <a:gd name="T29" fmla="*/ 4058 h 4316"/>
                  <a:gd name="T30" fmla="*/ 0 w 174"/>
                  <a:gd name="T31" fmla="*/ 4316 h 4316"/>
                  <a:gd name="T32" fmla="*/ 12 w 174"/>
                  <a:gd name="T33" fmla="*/ 4316 h 4316"/>
                  <a:gd name="T34" fmla="*/ 54 w 174"/>
                  <a:gd name="T35" fmla="*/ 4058 h 4316"/>
                  <a:gd name="T36" fmla="*/ 90 w 174"/>
                  <a:gd name="T37" fmla="*/ 3782 h 4316"/>
                  <a:gd name="T38" fmla="*/ 120 w 174"/>
                  <a:gd name="T39" fmla="*/ 3507 h 4316"/>
                  <a:gd name="T40" fmla="*/ 138 w 174"/>
                  <a:gd name="T41" fmla="*/ 3219 h 4316"/>
                  <a:gd name="T42" fmla="*/ 168 w 174"/>
                  <a:gd name="T43" fmla="*/ 2638 h 4316"/>
                  <a:gd name="T44" fmla="*/ 174 w 174"/>
                  <a:gd name="T45" fmla="*/ 2056 h 4316"/>
                  <a:gd name="T46" fmla="*/ 168 w 174"/>
                  <a:gd name="T47" fmla="*/ 1768 h 4316"/>
                  <a:gd name="T48" fmla="*/ 162 w 174"/>
                  <a:gd name="T49" fmla="*/ 1487 h 4316"/>
                  <a:gd name="T50" fmla="*/ 144 w 174"/>
                  <a:gd name="T51" fmla="*/ 1211 h 4316"/>
                  <a:gd name="T52" fmla="*/ 132 w 174"/>
                  <a:gd name="T53" fmla="*/ 941 h 4316"/>
                  <a:gd name="T54" fmla="*/ 108 w 174"/>
                  <a:gd name="T55" fmla="*/ 689 h 4316"/>
                  <a:gd name="T56" fmla="*/ 84 w 174"/>
                  <a:gd name="T57" fmla="*/ 444 h 4316"/>
                  <a:gd name="T58" fmla="*/ 54 w 174"/>
                  <a:gd name="T59" fmla="*/ 216 h 4316"/>
                  <a:gd name="T60" fmla="*/ 24 w 174"/>
                  <a:gd name="T61" fmla="*/ 0 h 4316"/>
                  <a:gd name="T62" fmla="*/ 24 w 174"/>
                  <a:gd name="T63" fmla="*/ 0 h 4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74" h="4316">
                    <a:moveTo>
                      <a:pt x="24" y="0"/>
                    </a:moveTo>
                    <a:lnTo>
                      <a:pt x="12" y="0"/>
                    </a:lnTo>
                    <a:lnTo>
                      <a:pt x="42" y="216"/>
                    </a:lnTo>
                    <a:lnTo>
                      <a:pt x="72" y="444"/>
                    </a:lnTo>
                    <a:lnTo>
                      <a:pt x="96" y="689"/>
                    </a:lnTo>
                    <a:lnTo>
                      <a:pt x="120" y="947"/>
                    </a:lnTo>
                    <a:lnTo>
                      <a:pt x="132" y="1211"/>
                    </a:lnTo>
                    <a:lnTo>
                      <a:pt x="150" y="1487"/>
                    </a:lnTo>
                    <a:lnTo>
                      <a:pt x="156" y="1768"/>
                    </a:lnTo>
                    <a:lnTo>
                      <a:pt x="162" y="2062"/>
                    </a:lnTo>
                    <a:lnTo>
                      <a:pt x="156" y="2644"/>
                    </a:lnTo>
                    <a:lnTo>
                      <a:pt x="126" y="3225"/>
                    </a:lnTo>
                    <a:lnTo>
                      <a:pt x="108" y="3507"/>
                    </a:lnTo>
                    <a:lnTo>
                      <a:pt x="78" y="3788"/>
                    </a:lnTo>
                    <a:lnTo>
                      <a:pt x="42" y="4058"/>
                    </a:lnTo>
                    <a:lnTo>
                      <a:pt x="0" y="4316"/>
                    </a:lnTo>
                    <a:lnTo>
                      <a:pt x="12" y="4316"/>
                    </a:lnTo>
                    <a:lnTo>
                      <a:pt x="54" y="4058"/>
                    </a:lnTo>
                    <a:lnTo>
                      <a:pt x="90" y="3782"/>
                    </a:lnTo>
                    <a:lnTo>
                      <a:pt x="120" y="3507"/>
                    </a:lnTo>
                    <a:lnTo>
                      <a:pt x="138" y="3219"/>
                    </a:lnTo>
                    <a:lnTo>
                      <a:pt x="168" y="2638"/>
                    </a:lnTo>
                    <a:lnTo>
                      <a:pt x="174" y="2056"/>
                    </a:lnTo>
                    <a:lnTo>
                      <a:pt x="168" y="1768"/>
                    </a:lnTo>
                    <a:lnTo>
                      <a:pt x="162" y="1487"/>
                    </a:lnTo>
                    <a:lnTo>
                      <a:pt x="144" y="1211"/>
                    </a:lnTo>
                    <a:lnTo>
                      <a:pt x="132" y="941"/>
                    </a:lnTo>
                    <a:lnTo>
                      <a:pt x="108" y="689"/>
                    </a:lnTo>
                    <a:lnTo>
                      <a:pt x="84" y="444"/>
                    </a:lnTo>
                    <a:lnTo>
                      <a:pt x="54" y="216"/>
                    </a:lnTo>
                    <a:lnTo>
                      <a:pt x="24" y="0"/>
                    </a:lnTo>
                    <a:lnTo>
                      <a:pt x="24" y="0"/>
                    </a:lnTo>
                    <a:close/>
                  </a:path>
                </a:pathLst>
              </a:custGeom>
              <a:gradFill rotWithShape="0">
                <a:gsLst>
                  <a:gs pos="0">
                    <a:schemeClr val="bg1"/>
                  </a:gs>
                  <a:gs pos="100000">
                    <a:schemeClr val="bg1">
                      <a:gamma/>
                      <a:shade val="66667"/>
                      <a:invGamma/>
                    </a:schemeClr>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zh-CN" altLang="en-US"/>
              </a:p>
            </p:txBody>
          </p:sp>
          <p:sp>
            <p:nvSpPr>
              <p:cNvPr id="30" name="Freeform 9"/>
              <p:cNvSpPr/>
              <p:nvPr userDrawn="1"/>
            </p:nvSpPr>
            <p:spPr bwMode="hidden">
              <a:xfrm>
                <a:off x="3358" y="0"/>
                <a:ext cx="337" cy="4316"/>
              </a:xfrm>
              <a:custGeom>
                <a:avLst/>
                <a:gdLst>
                  <a:gd name="T0" fmla="*/ 329 w 335"/>
                  <a:gd name="T1" fmla="*/ 2014 h 4316"/>
                  <a:gd name="T2" fmla="*/ 317 w 335"/>
                  <a:gd name="T3" fmla="*/ 1726 h 4316"/>
                  <a:gd name="T4" fmla="*/ 293 w 335"/>
                  <a:gd name="T5" fmla="*/ 1445 h 4316"/>
                  <a:gd name="T6" fmla="*/ 263 w 335"/>
                  <a:gd name="T7" fmla="*/ 1175 h 4316"/>
                  <a:gd name="T8" fmla="*/ 228 w 335"/>
                  <a:gd name="T9" fmla="*/ 917 h 4316"/>
                  <a:gd name="T10" fmla="*/ 186 w 335"/>
                  <a:gd name="T11" fmla="*/ 665 h 4316"/>
                  <a:gd name="T12" fmla="*/ 132 w 335"/>
                  <a:gd name="T13" fmla="*/ 432 h 4316"/>
                  <a:gd name="T14" fmla="*/ 78 w 335"/>
                  <a:gd name="T15" fmla="*/ 204 h 4316"/>
                  <a:gd name="T16" fmla="*/ 12 w 335"/>
                  <a:gd name="T17" fmla="*/ 0 h 4316"/>
                  <a:gd name="T18" fmla="*/ 0 w 335"/>
                  <a:gd name="T19" fmla="*/ 0 h 4316"/>
                  <a:gd name="T20" fmla="*/ 66 w 335"/>
                  <a:gd name="T21" fmla="*/ 204 h 4316"/>
                  <a:gd name="T22" fmla="*/ 120 w 335"/>
                  <a:gd name="T23" fmla="*/ 432 h 4316"/>
                  <a:gd name="T24" fmla="*/ 174 w 335"/>
                  <a:gd name="T25" fmla="*/ 665 h 4316"/>
                  <a:gd name="T26" fmla="*/ 216 w 335"/>
                  <a:gd name="T27" fmla="*/ 917 h 4316"/>
                  <a:gd name="T28" fmla="*/ 251 w 335"/>
                  <a:gd name="T29" fmla="*/ 1175 h 4316"/>
                  <a:gd name="T30" fmla="*/ 281 w 335"/>
                  <a:gd name="T31" fmla="*/ 1445 h 4316"/>
                  <a:gd name="T32" fmla="*/ 305 w 335"/>
                  <a:gd name="T33" fmla="*/ 1726 h 4316"/>
                  <a:gd name="T34" fmla="*/ 317 w 335"/>
                  <a:gd name="T35" fmla="*/ 2014 h 4316"/>
                  <a:gd name="T36" fmla="*/ 323 w 335"/>
                  <a:gd name="T37" fmla="*/ 2314 h 4316"/>
                  <a:gd name="T38" fmla="*/ 317 w 335"/>
                  <a:gd name="T39" fmla="*/ 2608 h 4316"/>
                  <a:gd name="T40" fmla="*/ 305 w 335"/>
                  <a:gd name="T41" fmla="*/ 2907 h 4316"/>
                  <a:gd name="T42" fmla="*/ 281 w 335"/>
                  <a:gd name="T43" fmla="*/ 3201 h 4316"/>
                  <a:gd name="T44" fmla="*/ 257 w 335"/>
                  <a:gd name="T45" fmla="*/ 3489 h 4316"/>
                  <a:gd name="T46" fmla="*/ 216 w 335"/>
                  <a:gd name="T47" fmla="*/ 3777 h 4316"/>
                  <a:gd name="T48" fmla="*/ 174 w 335"/>
                  <a:gd name="T49" fmla="*/ 4052 h 4316"/>
                  <a:gd name="T50" fmla="*/ 120 w 335"/>
                  <a:gd name="T51" fmla="*/ 4316 h 4316"/>
                  <a:gd name="T52" fmla="*/ 132 w 335"/>
                  <a:gd name="T53" fmla="*/ 4316 h 4316"/>
                  <a:gd name="T54" fmla="*/ 186 w 335"/>
                  <a:gd name="T55" fmla="*/ 4052 h 4316"/>
                  <a:gd name="T56" fmla="*/ 228 w 335"/>
                  <a:gd name="T57" fmla="*/ 3777 h 4316"/>
                  <a:gd name="T58" fmla="*/ 269 w 335"/>
                  <a:gd name="T59" fmla="*/ 3489 h 4316"/>
                  <a:gd name="T60" fmla="*/ 293 w 335"/>
                  <a:gd name="T61" fmla="*/ 3201 h 4316"/>
                  <a:gd name="T62" fmla="*/ 317 w 335"/>
                  <a:gd name="T63" fmla="*/ 2907 h 4316"/>
                  <a:gd name="T64" fmla="*/ 329 w 335"/>
                  <a:gd name="T65" fmla="*/ 2608 h 4316"/>
                  <a:gd name="T66" fmla="*/ 335 w 335"/>
                  <a:gd name="T67" fmla="*/ 2314 h 4316"/>
                  <a:gd name="T68" fmla="*/ 329 w 335"/>
                  <a:gd name="T69" fmla="*/ 2014 h 4316"/>
                  <a:gd name="T70" fmla="*/ 329 w 335"/>
                  <a:gd name="T71" fmla="*/ 2014 h 4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335" h="4316">
                    <a:moveTo>
                      <a:pt x="329" y="2014"/>
                    </a:moveTo>
                    <a:lnTo>
                      <a:pt x="317" y="1726"/>
                    </a:lnTo>
                    <a:lnTo>
                      <a:pt x="293" y="1445"/>
                    </a:lnTo>
                    <a:lnTo>
                      <a:pt x="263" y="1175"/>
                    </a:lnTo>
                    <a:lnTo>
                      <a:pt x="228" y="917"/>
                    </a:lnTo>
                    <a:lnTo>
                      <a:pt x="186" y="665"/>
                    </a:lnTo>
                    <a:lnTo>
                      <a:pt x="132" y="432"/>
                    </a:lnTo>
                    <a:lnTo>
                      <a:pt x="78" y="204"/>
                    </a:lnTo>
                    <a:lnTo>
                      <a:pt x="12" y="0"/>
                    </a:lnTo>
                    <a:lnTo>
                      <a:pt x="0" y="0"/>
                    </a:lnTo>
                    <a:lnTo>
                      <a:pt x="66" y="204"/>
                    </a:lnTo>
                    <a:lnTo>
                      <a:pt x="120" y="432"/>
                    </a:lnTo>
                    <a:lnTo>
                      <a:pt x="174" y="665"/>
                    </a:lnTo>
                    <a:lnTo>
                      <a:pt x="216" y="917"/>
                    </a:lnTo>
                    <a:lnTo>
                      <a:pt x="251" y="1175"/>
                    </a:lnTo>
                    <a:lnTo>
                      <a:pt x="281" y="1445"/>
                    </a:lnTo>
                    <a:lnTo>
                      <a:pt x="305" y="1726"/>
                    </a:lnTo>
                    <a:lnTo>
                      <a:pt x="317" y="2014"/>
                    </a:lnTo>
                    <a:lnTo>
                      <a:pt x="323" y="2314"/>
                    </a:lnTo>
                    <a:lnTo>
                      <a:pt x="317" y="2608"/>
                    </a:lnTo>
                    <a:lnTo>
                      <a:pt x="305" y="2907"/>
                    </a:lnTo>
                    <a:lnTo>
                      <a:pt x="281" y="3201"/>
                    </a:lnTo>
                    <a:lnTo>
                      <a:pt x="257" y="3489"/>
                    </a:lnTo>
                    <a:lnTo>
                      <a:pt x="216" y="3777"/>
                    </a:lnTo>
                    <a:lnTo>
                      <a:pt x="174" y="4052"/>
                    </a:lnTo>
                    <a:lnTo>
                      <a:pt x="120" y="4316"/>
                    </a:lnTo>
                    <a:lnTo>
                      <a:pt x="132" y="4316"/>
                    </a:lnTo>
                    <a:lnTo>
                      <a:pt x="186" y="4052"/>
                    </a:lnTo>
                    <a:lnTo>
                      <a:pt x="228" y="3777"/>
                    </a:lnTo>
                    <a:lnTo>
                      <a:pt x="269" y="3489"/>
                    </a:lnTo>
                    <a:lnTo>
                      <a:pt x="293" y="3201"/>
                    </a:lnTo>
                    <a:lnTo>
                      <a:pt x="317" y="2907"/>
                    </a:lnTo>
                    <a:lnTo>
                      <a:pt x="329" y="2608"/>
                    </a:lnTo>
                    <a:lnTo>
                      <a:pt x="335" y="2314"/>
                    </a:lnTo>
                    <a:lnTo>
                      <a:pt x="329" y="2014"/>
                    </a:lnTo>
                    <a:lnTo>
                      <a:pt x="329" y="2014"/>
                    </a:lnTo>
                    <a:close/>
                  </a:path>
                </a:pathLst>
              </a:custGeom>
              <a:gradFill rotWithShape="0">
                <a:gsLst>
                  <a:gs pos="0">
                    <a:schemeClr val="bg1"/>
                  </a:gs>
                  <a:gs pos="100000">
                    <a:schemeClr val="bg1">
                      <a:gamma/>
                      <a:shade val="66667"/>
                      <a:invGamma/>
                    </a:schemeClr>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zh-CN" altLang="en-US"/>
              </a:p>
            </p:txBody>
          </p:sp>
          <p:sp>
            <p:nvSpPr>
              <p:cNvPr id="31" name="Freeform 10"/>
              <p:cNvSpPr/>
              <p:nvPr userDrawn="1"/>
            </p:nvSpPr>
            <p:spPr bwMode="hidden">
              <a:xfrm>
                <a:off x="3676" y="0"/>
                <a:ext cx="427" cy="4316"/>
              </a:xfrm>
              <a:custGeom>
                <a:avLst/>
                <a:gdLst>
                  <a:gd name="T0" fmla="*/ 413 w 425"/>
                  <a:gd name="T1" fmla="*/ 1924 h 4316"/>
                  <a:gd name="T2" fmla="*/ 395 w 425"/>
                  <a:gd name="T3" fmla="*/ 1690 h 4316"/>
                  <a:gd name="T4" fmla="*/ 365 w 425"/>
                  <a:gd name="T5" fmla="*/ 1457 h 4316"/>
                  <a:gd name="T6" fmla="*/ 329 w 425"/>
                  <a:gd name="T7" fmla="*/ 1229 h 4316"/>
                  <a:gd name="T8" fmla="*/ 281 w 425"/>
                  <a:gd name="T9" fmla="*/ 1001 h 4316"/>
                  <a:gd name="T10" fmla="*/ 227 w 425"/>
                  <a:gd name="T11" fmla="*/ 761 h 4316"/>
                  <a:gd name="T12" fmla="*/ 162 w 425"/>
                  <a:gd name="T13" fmla="*/ 522 h 4316"/>
                  <a:gd name="T14" fmla="*/ 90 w 425"/>
                  <a:gd name="T15" fmla="*/ 270 h 4316"/>
                  <a:gd name="T16" fmla="*/ 12 w 425"/>
                  <a:gd name="T17" fmla="*/ 0 h 4316"/>
                  <a:gd name="T18" fmla="*/ 0 w 425"/>
                  <a:gd name="T19" fmla="*/ 0 h 4316"/>
                  <a:gd name="T20" fmla="*/ 84 w 425"/>
                  <a:gd name="T21" fmla="*/ 270 h 4316"/>
                  <a:gd name="T22" fmla="*/ 156 w 425"/>
                  <a:gd name="T23" fmla="*/ 522 h 4316"/>
                  <a:gd name="T24" fmla="*/ 216 w 425"/>
                  <a:gd name="T25" fmla="*/ 767 h 4316"/>
                  <a:gd name="T26" fmla="*/ 275 w 425"/>
                  <a:gd name="T27" fmla="*/ 1001 h 4316"/>
                  <a:gd name="T28" fmla="*/ 317 w 425"/>
                  <a:gd name="T29" fmla="*/ 1235 h 4316"/>
                  <a:gd name="T30" fmla="*/ 353 w 425"/>
                  <a:gd name="T31" fmla="*/ 1463 h 4316"/>
                  <a:gd name="T32" fmla="*/ 383 w 425"/>
                  <a:gd name="T33" fmla="*/ 1690 h 4316"/>
                  <a:gd name="T34" fmla="*/ 401 w 425"/>
                  <a:gd name="T35" fmla="*/ 1924 h 4316"/>
                  <a:gd name="T36" fmla="*/ 413 w 425"/>
                  <a:gd name="T37" fmla="*/ 2188 h 4316"/>
                  <a:gd name="T38" fmla="*/ 407 w 425"/>
                  <a:gd name="T39" fmla="*/ 2458 h 4316"/>
                  <a:gd name="T40" fmla="*/ 395 w 425"/>
                  <a:gd name="T41" fmla="*/ 2733 h 4316"/>
                  <a:gd name="T42" fmla="*/ 365 w 425"/>
                  <a:gd name="T43" fmla="*/ 3021 h 4316"/>
                  <a:gd name="T44" fmla="*/ 329 w 425"/>
                  <a:gd name="T45" fmla="*/ 3321 h 4316"/>
                  <a:gd name="T46" fmla="*/ 275 w 425"/>
                  <a:gd name="T47" fmla="*/ 3639 h 4316"/>
                  <a:gd name="T48" fmla="*/ 204 w 425"/>
                  <a:gd name="T49" fmla="*/ 3968 h 4316"/>
                  <a:gd name="T50" fmla="*/ 126 w 425"/>
                  <a:gd name="T51" fmla="*/ 4316 h 4316"/>
                  <a:gd name="T52" fmla="*/ 138 w 425"/>
                  <a:gd name="T53" fmla="*/ 4316 h 4316"/>
                  <a:gd name="T54" fmla="*/ 216 w 425"/>
                  <a:gd name="T55" fmla="*/ 3968 h 4316"/>
                  <a:gd name="T56" fmla="*/ 287 w 425"/>
                  <a:gd name="T57" fmla="*/ 3639 h 4316"/>
                  <a:gd name="T58" fmla="*/ 341 w 425"/>
                  <a:gd name="T59" fmla="*/ 3321 h 4316"/>
                  <a:gd name="T60" fmla="*/ 377 w 425"/>
                  <a:gd name="T61" fmla="*/ 3021 h 4316"/>
                  <a:gd name="T62" fmla="*/ 407 w 425"/>
                  <a:gd name="T63" fmla="*/ 2733 h 4316"/>
                  <a:gd name="T64" fmla="*/ 419 w 425"/>
                  <a:gd name="T65" fmla="*/ 2458 h 4316"/>
                  <a:gd name="T66" fmla="*/ 425 w 425"/>
                  <a:gd name="T67" fmla="*/ 2188 h 4316"/>
                  <a:gd name="T68" fmla="*/ 413 w 425"/>
                  <a:gd name="T69" fmla="*/ 1924 h 4316"/>
                  <a:gd name="T70" fmla="*/ 413 w 425"/>
                  <a:gd name="T71" fmla="*/ 1924 h 4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25" h="4316">
                    <a:moveTo>
                      <a:pt x="413" y="1924"/>
                    </a:moveTo>
                    <a:lnTo>
                      <a:pt x="395" y="1690"/>
                    </a:lnTo>
                    <a:lnTo>
                      <a:pt x="365" y="1457"/>
                    </a:lnTo>
                    <a:lnTo>
                      <a:pt x="329" y="1229"/>
                    </a:lnTo>
                    <a:lnTo>
                      <a:pt x="281" y="1001"/>
                    </a:lnTo>
                    <a:lnTo>
                      <a:pt x="227" y="761"/>
                    </a:lnTo>
                    <a:lnTo>
                      <a:pt x="162" y="522"/>
                    </a:lnTo>
                    <a:lnTo>
                      <a:pt x="90" y="270"/>
                    </a:lnTo>
                    <a:lnTo>
                      <a:pt x="12" y="0"/>
                    </a:lnTo>
                    <a:lnTo>
                      <a:pt x="0" y="0"/>
                    </a:lnTo>
                    <a:lnTo>
                      <a:pt x="84" y="270"/>
                    </a:lnTo>
                    <a:lnTo>
                      <a:pt x="156" y="522"/>
                    </a:lnTo>
                    <a:lnTo>
                      <a:pt x="216" y="767"/>
                    </a:lnTo>
                    <a:lnTo>
                      <a:pt x="275" y="1001"/>
                    </a:lnTo>
                    <a:lnTo>
                      <a:pt x="317" y="1235"/>
                    </a:lnTo>
                    <a:lnTo>
                      <a:pt x="353" y="1463"/>
                    </a:lnTo>
                    <a:lnTo>
                      <a:pt x="383" y="1690"/>
                    </a:lnTo>
                    <a:lnTo>
                      <a:pt x="401" y="1924"/>
                    </a:lnTo>
                    <a:lnTo>
                      <a:pt x="413" y="2188"/>
                    </a:lnTo>
                    <a:lnTo>
                      <a:pt x="407" y="2458"/>
                    </a:lnTo>
                    <a:lnTo>
                      <a:pt x="395" y="2733"/>
                    </a:lnTo>
                    <a:lnTo>
                      <a:pt x="365" y="3021"/>
                    </a:lnTo>
                    <a:lnTo>
                      <a:pt x="329" y="3321"/>
                    </a:lnTo>
                    <a:lnTo>
                      <a:pt x="275" y="3639"/>
                    </a:lnTo>
                    <a:lnTo>
                      <a:pt x="204" y="3968"/>
                    </a:lnTo>
                    <a:lnTo>
                      <a:pt x="126" y="4316"/>
                    </a:lnTo>
                    <a:lnTo>
                      <a:pt x="138" y="4316"/>
                    </a:lnTo>
                    <a:lnTo>
                      <a:pt x="216" y="3968"/>
                    </a:lnTo>
                    <a:lnTo>
                      <a:pt x="287" y="3639"/>
                    </a:lnTo>
                    <a:lnTo>
                      <a:pt x="341" y="3321"/>
                    </a:lnTo>
                    <a:lnTo>
                      <a:pt x="377" y="3021"/>
                    </a:lnTo>
                    <a:lnTo>
                      <a:pt x="407" y="2733"/>
                    </a:lnTo>
                    <a:lnTo>
                      <a:pt x="419" y="2458"/>
                    </a:lnTo>
                    <a:lnTo>
                      <a:pt x="425" y="2188"/>
                    </a:lnTo>
                    <a:lnTo>
                      <a:pt x="413" y="1924"/>
                    </a:lnTo>
                    <a:lnTo>
                      <a:pt x="413" y="1924"/>
                    </a:lnTo>
                    <a:close/>
                  </a:path>
                </a:pathLst>
              </a:custGeom>
              <a:gradFill rotWithShape="0">
                <a:gsLst>
                  <a:gs pos="0">
                    <a:schemeClr val="bg1"/>
                  </a:gs>
                  <a:gs pos="100000">
                    <a:schemeClr val="bg1">
                      <a:gamma/>
                      <a:shade val="66667"/>
                      <a:invGamma/>
                    </a:schemeClr>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zh-CN" altLang="en-US"/>
              </a:p>
            </p:txBody>
          </p:sp>
          <p:sp>
            <p:nvSpPr>
              <p:cNvPr id="32" name="Freeform 11"/>
              <p:cNvSpPr/>
              <p:nvPr userDrawn="1"/>
            </p:nvSpPr>
            <p:spPr bwMode="hidden">
              <a:xfrm>
                <a:off x="3946" y="0"/>
                <a:ext cx="558" cy="4316"/>
              </a:xfrm>
              <a:custGeom>
                <a:avLst/>
                <a:gdLst>
                  <a:gd name="T0" fmla="*/ 556 w 556"/>
                  <a:gd name="T1" fmla="*/ 2020 h 4316"/>
                  <a:gd name="T2" fmla="*/ 538 w 556"/>
                  <a:gd name="T3" fmla="*/ 1732 h 4316"/>
                  <a:gd name="T4" fmla="*/ 503 w 556"/>
                  <a:gd name="T5" fmla="*/ 1445 h 4316"/>
                  <a:gd name="T6" fmla="*/ 455 w 556"/>
                  <a:gd name="T7" fmla="*/ 1175 h 4316"/>
                  <a:gd name="T8" fmla="*/ 395 w 556"/>
                  <a:gd name="T9" fmla="*/ 911 h 4316"/>
                  <a:gd name="T10" fmla="*/ 317 w 556"/>
                  <a:gd name="T11" fmla="*/ 659 h 4316"/>
                  <a:gd name="T12" fmla="*/ 228 w 556"/>
                  <a:gd name="T13" fmla="*/ 426 h 4316"/>
                  <a:gd name="T14" fmla="*/ 126 w 556"/>
                  <a:gd name="T15" fmla="*/ 204 h 4316"/>
                  <a:gd name="T16" fmla="*/ 12 w 556"/>
                  <a:gd name="T17" fmla="*/ 0 h 4316"/>
                  <a:gd name="T18" fmla="*/ 0 w 556"/>
                  <a:gd name="T19" fmla="*/ 0 h 4316"/>
                  <a:gd name="T20" fmla="*/ 114 w 556"/>
                  <a:gd name="T21" fmla="*/ 204 h 4316"/>
                  <a:gd name="T22" fmla="*/ 216 w 556"/>
                  <a:gd name="T23" fmla="*/ 426 h 4316"/>
                  <a:gd name="T24" fmla="*/ 305 w 556"/>
                  <a:gd name="T25" fmla="*/ 659 h 4316"/>
                  <a:gd name="T26" fmla="*/ 383 w 556"/>
                  <a:gd name="T27" fmla="*/ 911 h 4316"/>
                  <a:gd name="T28" fmla="*/ 443 w 556"/>
                  <a:gd name="T29" fmla="*/ 1175 h 4316"/>
                  <a:gd name="T30" fmla="*/ 491 w 556"/>
                  <a:gd name="T31" fmla="*/ 1445 h 4316"/>
                  <a:gd name="T32" fmla="*/ 526 w 556"/>
                  <a:gd name="T33" fmla="*/ 1732 h 4316"/>
                  <a:gd name="T34" fmla="*/ 544 w 556"/>
                  <a:gd name="T35" fmla="*/ 2020 h 4316"/>
                  <a:gd name="T36" fmla="*/ 544 w 556"/>
                  <a:gd name="T37" fmla="*/ 2326 h 4316"/>
                  <a:gd name="T38" fmla="*/ 532 w 556"/>
                  <a:gd name="T39" fmla="*/ 2632 h 4316"/>
                  <a:gd name="T40" fmla="*/ 503 w 556"/>
                  <a:gd name="T41" fmla="*/ 2931 h 4316"/>
                  <a:gd name="T42" fmla="*/ 455 w 556"/>
                  <a:gd name="T43" fmla="*/ 3225 h 4316"/>
                  <a:gd name="T44" fmla="*/ 389 w 556"/>
                  <a:gd name="T45" fmla="*/ 3513 h 4316"/>
                  <a:gd name="T46" fmla="*/ 311 w 556"/>
                  <a:gd name="T47" fmla="*/ 3788 h 4316"/>
                  <a:gd name="T48" fmla="*/ 216 w 556"/>
                  <a:gd name="T49" fmla="*/ 4058 h 4316"/>
                  <a:gd name="T50" fmla="*/ 102 w 556"/>
                  <a:gd name="T51" fmla="*/ 4316 h 4316"/>
                  <a:gd name="T52" fmla="*/ 114 w 556"/>
                  <a:gd name="T53" fmla="*/ 4316 h 4316"/>
                  <a:gd name="T54" fmla="*/ 228 w 556"/>
                  <a:gd name="T55" fmla="*/ 4058 h 4316"/>
                  <a:gd name="T56" fmla="*/ 323 w 556"/>
                  <a:gd name="T57" fmla="*/ 3788 h 4316"/>
                  <a:gd name="T58" fmla="*/ 401 w 556"/>
                  <a:gd name="T59" fmla="*/ 3513 h 4316"/>
                  <a:gd name="T60" fmla="*/ 467 w 556"/>
                  <a:gd name="T61" fmla="*/ 3225 h 4316"/>
                  <a:gd name="T62" fmla="*/ 515 w 556"/>
                  <a:gd name="T63" fmla="*/ 2931 h 4316"/>
                  <a:gd name="T64" fmla="*/ 544 w 556"/>
                  <a:gd name="T65" fmla="*/ 2632 h 4316"/>
                  <a:gd name="T66" fmla="*/ 556 w 556"/>
                  <a:gd name="T67" fmla="*/ 2326 h 4316"/>
                  <a:gd name="T68" fmla="*/ 556 w 556"/>
                  <a:gd name="T69" fmla="*/ 2020 h 4316"/>
                  <a:gd name="T70" fmla="*/ 556 w 556"/>
                  <a:gd name="T71" fmla="*/ 2020 h 4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556" h="4316">
                    <a:moveTo>
                      <a:pt x="556" y="2020"/>
                    </a:moveTo>
                    <a:lnTo>
                      <a:pt x="538" y="1732"/>
                    </a:lnTo>
                    <a:lnTo>
                      <a:pt x="503" y="1445"/>
                    </a:lnTo>
                    <a:lnTo>
                      <a:pt x="455" y="1175"/>
                    </a:lnTo>
                    <a:lnTo>
                      <a:pt x="395" y="911"/>
                    </a:lnTo>
                    <a:lnTo>
                      <a:pt x="317" y="659"/>
                    </a:lnTo>
                    <a:lnTo>
                      <a:pt x="228" y="426"/>
                    </a:lnTo>
                    <a:lnTo>
                      <a:pt x="126" y="204"/>
                    </a:lnTo>
                    <a:lnTo>
                      <a:pt x="12" y="0"/>
                    </a:lnTo>
                    <a:lnTo>
                      <a:pt x="0" y="0"/>
                    </a:lnTo>
                    <a:lnTo>
                      <a:pt x="114" y="204"/>
                    </a:lnTo>
                    <a:lnTo>
                      <a:pt x="216" y="426"/>
                    </a:lnTo>
                    <a:lnTo>
                      <a:pt x="305" y="659"/>
                    </a:lnTo>
                    <a:lnTo>
                      <a:pt x="383" y="911"/>
                    </a:lnTo>
                    <a:lnTo>
                      <a:pt x="443" y="1175"/>
                    </a:lnTo>
                    <a:lnTo>
                      <a:pt x="491" y="1445"/>
                    </a:lnTo>
                    <a:lnTo>
                      <a:pt x="526" y="1732"/>
                    </a:lnTo>
                    <a:lnTo>
                      <a:pt x="544" y="2020"/>
                    </a:lnTo>
                    <a:lnTo>
                      <a:pt x="544" y="2326"/>
                    </a:lnTo>
                    <a:lnTo>
                      <a:pt x="532" y="2632"/>
                    </a:lnTo>
                    <a:lnTo>
                      <a:pt x="503" y="2931"/>
                    </a:lnTo>
                    <a:lnTo>
                      <a:pt x="455" y="3225"/>
                    </a:lnTo>
                    <a:lnTo>
                      <a:pt x="389" y="3513"/>
                    </a:lnTo>
                    <a:lnTo>
                      <a:pt x="311" y="3788"/>
                    </a:lnTo>
                    <a:lnTo>
                      <a:pt x="216" y="4058"/>
                    </a:lnTo>
                    <a:lnTo>
                      <a:pt x="102" y="4316"/>
                    </a:lnTo>
                    <a:lnTo>
                      <a:pt x="114" y="4316"/>
                    </a:lnTo>
                    <a:lnTo>
                      <a:pt x="228" y="4058"/>
                    </a:lnTo>
                    <a:lnTo>
                      <a:pt x="323" y="3788"/>
                    </a:lnTo>
                    <a:lnTo>
                      <a:pt x="401" y="3513"/>
                    </a:lnTo>
                    <a:lnTo>
                      <a:pt x="467" y="3225"/>
                    </a:lnTo>
                    <a:lnTo>
                      <a:pt x="515" y="2931"/>
                    </a:lnTo>
                    <a:lnTo>
                      <a:pt x="544" y="2632"/>
                    </a:lnTo>
                    <a:lnTo>
                      <a:pt x="556" y="2326"/>
                    </a:lnTo>
                    <a:lnTo>
                      <a:pt x="556" y="2020"/>
                    </a:lnTo>
                    <a:lnTo>
                      <a:pt x="556" y="2020"/>
                    </a:lnTo>
                    <a:close/>
                  </a:path>
                </a:pathLst>
              </a:custGeom>
              <a:gradFill rotWithShape="0">
                <a:gsLst>
                  <a:gs pos="0">
                    <a:schemeClr val="bg1"/>
                  </a:gs>
                  <a:gs pos="100000">
                    <a:schemeClr val="bg1">
                      <a:gamma/>
                      <a:shade val="66667"/>
                      <a:invGamma/>
                    </a:schemeClr>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zh-CN" altLang="en-US"/>
              </a:p>
            </p:txBody>
          </p:sp>
          <p:sp>
            <p:nvSpPr>
              <p:cNvPr id="33" name="Freeform 12"/>
              <p:cNvSpPr/>
              <p:nvPr userDrawn="1"/>
            </p:nvSpPr>
            <p:spPr bwMode="hidden">
              <a:xfrm>
                <a:off x="4246" y="0"/>
                <a:ext cx="690" cy="4316"/>
              </a:xfrm>
              <a:custGeom>
                <a:avLst/>
                <a:gdLst>
                  <a:gd name="T0" fmla="*/ 688 w 688"/>
                  <a:gd name="T1" fmla="*/ 2086 h 4316"/>
                  <a:gd name="T2" fmla="*/ 670 w 688"/>
                  <a:gd name="T3" fmla="*/ 1810 h 4316"/>
                  <a:gd name="T4" fmla="*/ 634 w 688"/>
                  <a:gd name="T5" fmla="*/ 1541 h 4316"/>
                  <a:gd name="T6" fmla="*/ 574 w 688"/>
                  <a:gd name="T7" fmla="*/ 1271 h 4316"/>
                  <a:gd name="T8" fmla="*/ 497 w 688"/>
                  <a:gd name="T9" fmla="*/ 1007 h 4316"/>
                  <a:gd name="T10" fmla="*/ 401 w 688"/>
                  <a:gd name="T11" fmla="*/ 749 h 4316"/>
                  <a:gd name="T12" fmla="*/ 293 w 688"/>
                  <a:gd name="T13" fmla="*/ 492 h 4316"/>
                  <a:gd name="T14" fmla="*/ 162 w 688"/>
                  <a:gd name="T15" fmla="*/ 240 h 4316"/>
                  <a:gd name="T16" fmla="*/ 12 w 688"/>
                  <a:gd name="T17" fmla="*/ 0 h 4316"/>
                  <a:gd name="T18" fmla="*/ 0 w 688"/>
                  <a:gd name="T19" fmla="*/ 0 h 4316"/>
                  <a:gd name="T20" fmla="*/ 150 w 688"/>
                  <a:gd name="T21" fmla="*/ 240 h 4316"/>
                  <a:gd name="T22" fmla="*/ 281 w 688"/>
                  <a:gd name="T23" fmla="*/ 492 h 4316"/>
                  <a:gd name="T24" fmla="*/ 389 w 688"/>
                  <a:gd name="T25" fmla="*/ 749 h 4316"/>
                  <a:gd name="T26" fmla="*/ 485 w 688"/>
                  <a:gd name="T27" fmla="*/ 1007 h 4316"/>
                  <a:gd name="T28" fmla="*/ 562 w 688"/>
                  <a:gd name="T29" fmla="*/ 1271 h 4316"/>
                  <a:gd name="T30" fmla="*/ 622 w 688"/>
                  <a:gd name="T31" fmla="*/ 1541 h 4316"/>
                  <a:gd name="T32" fmla="*/ 658 w 688"/>
                  <a:gd name="T33" fmla="*/ 1810 h 4316"/>
                  <a:gd name="T34" fmla="*/ 676 w 688"/>
                  <a:gd name="T35" fmla="*/ 2086 h 4316"/>
                  <a:gd name="T36" fmla="*/ 676 w 688"/>
                  <a:gd name="T37" fmla="*/ 2368 h 4316"/>
                  <a:gd name="T38" fmla="*/ 658 w 688"/>
                  <a:gd name="T39" fmla="*/ 2650 h 4316"/>
                  <a:gd name="T40" fmla="*/ 616 w 688"/>
                  <a:gd name="T41" fmla="*/ 2931 h 4316"/>
                  <a:gd name="T42" fmla="*/ 556 w 688"/>
                  <a:gd name="T43" fmla="*/ 3213 h 4316"/>
                  <a:gd name="T44" fmla="*/ 473 w 688"/>
                  <a:gd name="T45" fmla="*/ 3495 h 4316"/>
                  <a:gd name="T46" fmla="*/ 371 w 688"/>
                  <a:gd name="T47" fmla="*/ 3777 h 4316"/>
                  <a:gd name="T48" fmla="*/ 251 w 688"/>
                  <a:gd name="T49" fmla="*/ 4046 h 4316"/>
                  <a:gd name="T50" fmla="*/ 114 w 688"/>
                  <a:gd name="T51" fmla="*/ 4316 h 4316"/>
                  <a:gd name="T52" fmla="*/ 126 w 688"/>
                  <a:gd name="T53" fmla="*/ 4316 h 4316"/>
                  <a:gd name="T54" fmla="*/ 263 w 688"/>
                  <a:gd name="T55" fmla="*/ 4046 h 4316"/>
                  <a:gd name="T56" fmla="*/ 383 w 688"/>
                  <a:gd name="T57" fmla="*/ 3777 h 4316"/>
                  <a:gd name="T58" fmla="*/ 485 w 688"/>
                  <a:gd name="T59" fmla="*/ 3495 h 4316"/>
                  <a:gd name="T60" fmla="*/ 568 w 688"/>
                  <a:gd name="T61" fmla="*/ 3219 h 4316"/>
                  <a:gd name="T62" fmla="*/ 628 w 688"/>
                  <a:gd name="T63" fmla="*/ 2937 h 4316"/>
                  <a:gd name="T64" fmla="*/ 670 w 688"/>
                  <a:gd name="T65" fmla="*/ 2656 h 4316"/>
                  <a:gd name="T66" fmla="*/ 688 w 688"/>
                  <a:gd name="T67" fmla="*/ 2368 h 4316"/>
                  <a:gd name="T68" fmla="*/ 688 w 688"/>
                  <a:gd name="T69" fmla="*/ 2086 h 4316"/>
                  <a:gd name="T70" fmla="*/ 688 w 688"/>
                  <a:gd name="T71" fmla="*/ 2086 h 4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688" h="4316">
                    <a:moveTo>
                      <a:pt x="688" y="2086"/>
                    </a:moveTo>
                    <a:lnTo>
                      <a:pt x="670" y="1810"/>
                    </a:lnTo>
                    <a:lnTo>
                      <a:pt x="634" y="1541"/>
                    </a:lnTo>
                    <a:lnTo>
                      <a:pt x="574" y="1271"/>
                    </a:lnTo>
                    <a:lnTo>
                      <a:pt x="497" y="1007"/>
                    </a:lnTo>
                    <a:lnTo>
                      <a:pt x="401" y="749"/>
                    </a:lnTo>
                    <a:lnTo>
                      <a:pt x="293" y="492"/>
                    </a:lnTo>
                    <a:lnTo>
                      <a:pt x="162" y="240"/>
                    </a:lnTo>
                    <a:lnTo>
                      <a:pt x="12" y="0"/>
                    </a:lnTo>
                    <a:lnTo>
                      <a:pt x="0" y="0"/>
                    </a:lnTo>
                    <a:lnTo>
                      <a:pt x="150" y="240"/>
                    </a:lnTo>
                    <a:lnTo>
                      <a:pt x="281" y="492"/>
                    </a:lnTo>
                    <a:lnTo>
                      <a:pt x="389" y="749"/>
                    </a:lnTo>
                    <a:lnTo>
                      <a:pt x="485" y="1007"/>
                    </a:lnTo>
                    <a:lnTo>
                      <a:pt x="562" y="1271"/>
                    </a:lnTo>
                    <a:lnTo>
                      <a:pt x="622" y="1541"/>
                    </a:lnTo>
                    <a:lnTo>
                      <a:pt x="658" y="1810"/>
                    </a:lnTo>
                    <a:lnTo>
                      <a:pt x="676" y="2086"/>
                    </a:lnTo>
                    <a:lnTo>
                      <a:pt x="676" y="2368"/>
                    </a:lnTo>
                    <a:lnTo>
                      <a:pt x="658" y="2650"/>
                    </a:lnTo>
                    <a:lnTo>
                      <a:pt x="616" y="2931"/>
                    </a:lnTo>
                    <a:lnTo>
                      <a:pt x="556" y="3213"/>
                    </a:lnTo>
                    <a:lnTo>
                      <a:pt x="473" y="3495"/>
                    </a:lnTo>
                    <a:lnTo>
                      <a:pt x="371" y="3777"/>
                    </a:lnTo>
                    <a:lnTo>
                      <a:pt x="251" y="4046"/>
                    </a:lnTo>
                    <a:lnTo>
                      <a:pt x="114" y="4316"/>
                    </a:lnTo>
                    <a:lnTo>
                      <a:pt x="126" y="4316"/>
                    </a:lnTo>
                    <a:lnTo>
                      <a:pt x="263" y="4046"/>
                    </a:lnTo>
                    <a:lnTo>
                      <a:pt x="383" y="3777"/>
                    </a:lnTo>
                    <a:lnTo>
                      <a:pt x="485" y="3495"/>
                    </a:lnTo>
                    <a:lnTo>
                      <a:pt x="568" y="3219"/>
                    </a:lnTo>
                    <a:lnTo>
                      <a:pt x="628" y="2937"/>
                    </a:lnTo>
                    <a:lnTo>
                      <a:pt x="670" y="2656"/>
                    </a:lnTo>
                    <a:lnTo>
                      <a:pt x="688" y="2368"/>
                    </a:lnTo>
                    <a:lnTo>
                      <a:pt x="688" y="2086"/>
                    </a:lnTo>
                    <a:lnTo>
                      <a:pt x="688" y="2086"/>
                    </a:lnTo>
                    <a:close/>
                  </a:path>
                </a:pathLst>
              </a:custGeom>
              <a:gradFill rotWithShape="0">
                <a:gsLst>
                  <a:gs pos="0">
                    <a:schemeClr val="bg1"/>
                  </a:gs>
                  <a:gs pos="100000">
                    <a:schemeClr val="bg1">
                      <a:gamma/>
                      <a:shade val="66667"/>
                      <a:invGamma/>
                    </a:schemeClr>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zh-CN" altLang="en-US"/>
              </a:p>
            </p:txBody>
          </p:sp>
          <p:sp>
            <p:nvSpPr>
              <p:cNvPr id="34" name="Freeform 13"/>
              <p:cNvSpPr/>
              <p:nvPr userDrawn="1"/>
            </p:nvSpPr>
            <p:spPr bwMode="hidden">
              <a:xfrm>
                <a:off x="4522" y="0"/>
                <a:ext cx="864" cy="4316"/>
              </a:xfrm>
              <a:custGeom>
                <a:avLst/>
                <a:gdLst>
                  <a:gd name="T0" fmla="*/ 855 w 861"/>
                  <a:gd name="T1" fmla="*/ 2128 h 4316"/>
                  <a:gd name="T2" fmla="*/ 831 w 861"/>
                  <a:gd name="T3" fmla="*/ 1834 h 4316"/>
                  <a:gd name="T4" fmla="*/ 808 w 861"/>
                  <a:gd name="T5" fmla="*/ 1684 h 4316"/>
                  <a:gd name="T6" fmla="*/ 784 w 861"/>
                  <a:gd name="T7" fmla="*/ 1541 h 4316"/>
                  <a:gd name="T8" fmla="*/ 748 w 861"/>
                  <a:gd name="T9" fmla="*/ 1397 h 4316"/>
                  <a:gd name="T10" fmla="*/ 712 w 861"/>
                  <a:gd name="T11" fmla="*/ 1253 h 4316"/>
                  <a:gd name="T12" fmla="*/ 664 w 861"/>
                  <a:gd name="T13" fmla="*/ 1115 h 4316"/>
                  <a:gd name="T14" fmla="*/ 610 w 861"/>
                  <a:gd name="T15" fmla="*/ 977 h 4316"/>
                  <a:gd name="T16" fmla="*/ 491 w 861"/>
                  <a:gd name="T17" fmla="*/ 719 h 4316"/>
                  <a:gd name="T18" fmla="*/ 353 w 861"/>
                  <a:gd name="T19" fmla="*/ 468 h 4316"/>
                  <a:gd name="T20" fmla="*/ 192 w 861"/>
                  <a:gd name="T21" fmla="*/ 228 h 4316"/>
                  <a:gd name="T22" fmla="*/ 12 w 861"/>
                  <a:gd name="T23" fmla="*/ 0 h 4316"/>
                  <a:gd name="T24" fmla="*/ 0 w 861"/>
                  <a:gd name="T25" fmla="*/ 0 h 4316"/>
                  <a:gd name="T26" fmla="*/ 180 w 861"/>
                  <a:gd name="T27" fmla="*/ 228 h 4316"/>
                  <a:gd name="T28" fmla="*/ 341 w 861"/>
                  <a:gd name="T29" fmla="*/ 468 h 4316"/>
                  <a:gd name="T30" fmla="*/ 479 w 861"/>
                  <a:gd name="T31" fmla="*/ 719 h 4316"/>
                  <a:gd name="T32" fmla="*/ 598 w 861"/>
                  <a:gd name="T33" fmla="*/ 983 h 4316"/>
                  <a:gd name="T34" fmla="*/ 652 w 861"/>
                  <a:gd name="T35" fmla="*/ 1121 h 4316"/>
                  <a:gd name="T36" fmla="*/ 700 w 861"/>
                  <a:gd name="T37" fmla="*/ 1259 h 4316"/>
                  <a:gd name="T38" fmla="*/ 736 w 861"/>
                  <a:gd name="T39" fmla="*/ 1403 h 4316"/>
                  <a:gd name="T40" fmla="*/ 772 w 861"/>
                  <a:gd name="T41" fmla="*/ 1547 h 4316"/>
                  <a:gd name="T42" fmla="*/ 802 w 861"/>
                  <a:gd name="T43" fmla="*/ 1690 h 4316"/>
                  <a:gd name="T44" fmla="*/ 819 w 861"/>
                  <a:gd name="T45" fmla="*/ 1834 h 4316"/>
                  <a:gd name="T46" fmla="*/ 837 w 861"/>
                  <a:gd name="T47" fmla="*/ 1984 h 4316"/>
                  <a:gd name="T48" fmla="*/ 843 w 861"/>
                  <a:gd name="T49" fmla="*/ 2128 h 4316"/>
                  <a:gd name="T50" fmla="*/ 849 w 861"/>
                  <a:gd name="T51" fmla="*/ 2278 h 4316"/>
                  <a:gd name="T52" fmla="*/ 843 w 861"/>
                  <a:gd name="T53" fmla="*/ 2428 h 4316"/>
                  <a:gd name="T54" fmla="*/ 831 w 861"/>
                  <a:gd name="T55" fmla="*/ 2572 h 4316"/>
                  <a:gd name="T56" fmla="*/ 819 w 861"/>
                  <a:gd name="T57" fmla="*/ 2721 h 4316"/>
                  <a:gd name="T58" fmla="*/ 796 w 861"/>
                  <a:gd name="T59" fmla="*/ 2865 h 4316"/>
                  <a:gd name="T60" fmla="*/ 766 w 861"/>
                  <a:gd name="T61" fmla="*/ 3015 h 4316"/>
                  <a:gd name="T62" fmla="*/ 724 w 861"/>
                  <a:gd name="T63" fmla="*/ 3159 h 4316"/>
                  <a:gd name="T64" fmla="*/ 682 w 861"/>
                  <a:gd name="T65" fmla="*/ 3303 h 4316"/>
                  <a:gd name="T66" fmla="*/ 586 w 861"/>
                  <a:gd name="T67" fmla="*/ 3567 h 4316"/>
                  <a:gd name="T68" fmla="*/ 473 w 861"/>
                  <a:gd name="T69" fmla="*/ 3824 h 4316"/>
                  <a:gd name="T70" fmla="*/ 335 w 861"/>
                  <a:gd name="T71" fmla="*/ 4076 h 4316"/>
                  <a:gd name="T72" fmla="*/ 180 w 861"/>
                  <a:gd name="T73" fmla="*/ 4316 h 4316"/>
                  <a:gd name="T74" fmla="*/ 192 w 861"/>
                  <a:gd name="T75" fmla="*/ 4316 h 4316"/>
                  <a:gd name="T76" fmla="*/ 347 w 861"/>
                  <a:gd name="T77" fmla="*/ 4076 h 4316"/>
                  <a:gd name="T78" fmla="*/ 485 w 861"/>
                  <a:gd name="T79" fmla="*/ 3824 h 4316"/>
                  <a:gd name="T80" fmla="*/ 598 w 861"/>
                  <a:gd name="T81" fmla="*/ 3573 h 4316"/>
                  <a:gd name="T82" fmla="*/ 694 w 861"/>
                  <a:gd name="T83" fmla="*/ 3309 h 4316"/>
                  <a:gd name="T84" fmla="*/ 736 w 861"/>
                  <a:gd name="T85" fmla="*/ 3165 h 4316"/>
                  <a:gd name="T86" fmla="*/ 778 w 861"/>
                  <a:gd name="T87" fmla="*/ 3021 h 4316"/>
                  <a:gd name="T88" fmla="*/ 808 w 861"/>
                  <a:gd name="T89" fmla="*/ 2871 h 4316"/>
                  <a:gd name="T90" fmla="*/ 831 w 861"/>
                  <a:gd name="T91" fmla="*/ 2727 h 4316"/>
                  <a:gd name="T92" fmla="*/ 843 w 861"/>
                  <a:gd name="T93" fmla="*/ 2578 h 4316"/>
                  <a:gd name="T94" fmla="*/ 855 w 861"/>
                  <a:gd name="T95" fmla="*/ 2428 h 4316"/>
                  <a:gd name="T96" fmla="*/ 861 w 861"/>
                  <a:gd name="T97" fmla="*/ 2278 h 4316"/>
                  <a:gd name="T98" fmla="*/ 855 w 861"/>
                  <a:gd name="T99" fmla="*/ 2128 h 4316"/>
                  <a:gd name="T100" fmla="*/ 855 w 861"/>
                  <a:gd name="T101" fmla="*/ 2128 h 4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861" h="4316">
                    <a:moveTo>
                      <a:pt x="855" y="2128"/>
                    </a:moveTo>
                    <a:lnTo>
                      <a:pt x="831" y="1834"/>
                    </a:lnTo>
                    <a:lnTo>
                      <a:pt x="808" y="1684"/>
                    </a:lnTo>
                    <a:lnTo>
                      <a:pt x="784" y="1541"/>
                    </a:lnTo>
                    <a:lnTo>
                      <a:pt x="748" y="1397"/>
                    </a:lnTo>
                    <a:lnTo>
                      <a:pt x="712" y="1253"/>
                    </a:lnTo>
                    <a:lnTo>
                      <a:pt x="664" y="1115"/>
                    </a:lnTo>
                    <a:lnTo>
                      <a:pt x="610" y="977"/>
                    </a:lnTo>
                    <a:lnTo>
                      <a:pt x="491" y="719"/>
                    </a:lnTo>
                    <a:lnTo>
                      <a:pt x="353" y="468"/>
                    </a:lnTo>
                    <a:lnTo>
                      <a:pt x="192" y="228"/>
                    </a:lnTo>
                    <a:lnTo>
                      <a:pt x="12" y="0"/>
                    </a:lnTo>
                    <a:lnTo>
                      <a:pt x="0" y="0"/>
                    </a:lnTo>
                    <a:lnTo>
                      <a:pt x="180" y="228"/>
                    </a:lnTo>
                    <a:lnTo>
                      <a:pt x="341" y="468"/>
                    </a:lnTo>
                    <a:lnTo>
                      <a:pt x="479" y="719"/>
                    </a:lnTo>
                    <a:lnTo>
                      <a:pt x="598" y="983"/>
                    </a:lnTo>
                    <a:lnTo>
                      <a:pt x="652" y="1121"/>
                    </a:lnTo>
                    <a:lnTo>
                      <a:pt x="700" y="1259"/>
                    </a:lnTo>
                    <a:lnTo>
                      <a:pt x="736" y="1403"/>
                    </a:lnTo>
                    <a:lnTo>
                      <a:pt x="772" y="1547"/>
                    </a:lnTo>
                    <a:lnTo>
                      <a:pt x="802" y="1690"/>
                    </a:lnTo>
                    <a:lnTo>
                      <a:pt x="819" y="1834"/>
                    </a:lnTo>
                    <a:lnTo>
                      <a:pt x="837" y="1984"/>
                    </a:lnTo>
                    <a:lnTo>
                      <a:pt x="843" y="2128"/>
                    </a:lnTo>
                    <a:lnTo>
                      <a:pt x="849" y="2278"/>
                    </a:lnTo>
                    <a:lnTo>
                      <a:pt x="843" y="2428"/>
                    </a:lnTo>
                    <a:lnTo>
                      <a:pt x="831" y="2572"/>
                    </a:lnTo>
                    <a:lnTo>
                      <a:pt x="819" y="2721"/>
                    </a:lnTo>
                    <a:lnTo>
                      <a:pt x="796" y="2865"/>
                    </a:lnTo>
                    <a:lnTo>
                      <a:pt x="766" y="3015"/>
                    </a:lnTo>
                    <a:lnTo>
                      <a:pt x="724" y="3159"/>
                    </a:lnTo>
                    <a:lnTo>
                      <a:pt x="682" y="3303"/>
                    </a:lnTo>
                    <a:lnTo>
                      <a:pt x="586" y="3567"/>
                    </a:lnTo>
                    <a:lnTo>
                      <a:pt x="473" y="3824"/>
                    </a:lnTo>
                    <a:lnTo>
                      <a:pt x="335" y="4076"/>
                    </a:lnTo>
                    <a:lnTo>
                      <a:pt x="180" y="4316"/>
                    </a:lnTo>
                    <a:lnTo>
                      <a:pt x="192" y="4316"/>
                    </a:lnTo>
                    <a:lnTo>
                      <a:pt x="347" y="4076"/>
                    </a:lnTo>
                    <a:lnTo>
                      <a:pt x="485" y="3824"/>
                    </a:lnTo>
                    <a:lnTo>
                      <a:pt x="598" y="3573"/>
                    </a:lnTo>
                    <a:lnTo>
                      <a:pt x="694" y="3309"/>
                    </a:lnTo>
                    <a:lnTo>
                      <a:pt x="736" y="3165"/>
                    </a:lnTo>
                    <a:lnTo>
                      <a:pt x="778" y="3021"/>
                    </a:lnTo>
                    <a:lnTo>
                      <a:pt x="808" y="2871"/>
                    </a:lnTo>
                    <a:lnTo>
                      <a:pt x="831" y="2727"/>
                    </a:lnTo>
                    <a:lnTo>
                      <a:pt x="843" y="2578"/>
                    </a:lnTo>
                    <a:lnTo>
                      <a:pt x="855" y="2428"/>
                    </a:lnTo>
                    <a:lnTo>
                      <a:pt x="861" y="2278"/>
                    </a:lnTo>
                    <a:lnTo>
                      <a:pt x="855" y="2128"/>
                    </a:lnTo>
                    <a:lnTo>
                      <a:pt x="855" y="2128"/>
                    </a:lnTo>
                    <a:close/>
                  </a:path>
                </a:pathLst>
              </a:custGeom>
              <a:gradFill rotWithShape="0">
                <a:gsLst>
                  <a:gs pos="0">
                    <a:schemeClr val="bg1"/>
                  </a:gs>
                  <a:gs pos="100000">
                    <a:schemeClr val="bg1">
                      <a:gamma/>
                      <a:shade val="66667"/>
                      <a:invGamma/>
                    </a:schemeClr>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zh-CN" altLang="en-US"/>
              </a:p>
            </p:txBody>
          </p:sp>
          <p:sp>
            <p:nvSpPr>
              <p:cNvPr id="35" name="Freeform 14"/>
              <p:cNvSpPr/>
              <p:nvPr userDrawn="1"/>
            </p:nvSpPr>
            <p:spPr bwMode="hidden">
              <a:xfrm>
                <a:off x="2399" y="0"/>
                <a:ext cx="150" cy="4316"/>
              </a:xfrm>
              <a:custGeom>
                <a:avLst/>
                <a:gdLst>
                  <a:gd name="T0" fmla="*/ 18 w 149"/>
                  <a:gd name="T1" fmla="*/ 1942 h 4316"/>
                  <a:gd name="T2" fmla="*/ 30 w 149"/>
                  <a:gd name="T3" fmla="*/ 1630 h 4316"/>
                  <a:gd name="T4" fmla="*/ 42 w 149"/>
                  <a:gd name="T5" fmla="*/ 1331 h 4316"/>
                  <a:gd name="T6" fmla="*/ 59 w 149"/>
                  <a:gd name="T7" fmla="*/ 1055 h 4316"/>
                  <a:gd name="T8" fmla="*/ 77 w 149"/>
                  <a:gd name="T9" fmla="*/ 791 h 4316"/>
                  <a:gd name="T10" fmla="*/ 83 w 149"/>
                  <a:gd name="T11" fmla="*/ 671 h 4316"/>
                  <a:gd name="T12" fmla="*/ 95 w 149"/>
                  <a:gd name="T13" fmla="*/ 557 h 4316"/>
                  <a:gd name="T14" fmla="*/ 107 w 149"/>
                  <a:gd name="T15" fmla="*/ 444 h 4316"/>
                  <a:gd name="T16" fmla="*/ 113 w 149"/>
                  <a:gd name="T17" fmla="*/ 342 h 4316"/>
                  <a:gd name="T18" fmla="*/ 125 w 149"/>
                  <a:gd name="T19" fmla="*/ 246 h 4316"/>
                  <a:gd name="T20" fmla="*/ 131 w 149"/>
                  <a:gd name="T21" fmla="*/ 156 h 4316"/>
                  <a:gd name="T22" fmla="*/ 143 w 149"/>
                  <a:gd name="T23" fmla="*/ 72 h 4316"/>
                  <a:gd name="T24" fmla="*/ 149 w 149"/>
                  <a:gd name="T25" fmla="*/ 0 h 4316"/>
                  <a:gd name="T26" fmla="*/ 137 w 149"/>
                  <a:gd name="T27" fmla="*/ 0 h 4316"/>
                  <a:gd name="T28" fmla="*/ 131 w 149"/>
                  <a:gd name="T29" fmla="*/ 72 h 4316"/>
                  <a:gd name="T30" fmla="*/ 119 w 149"/>
                  <a:gd name="T31" fmla="*/ 156 h 4316"/>
                  <a:gd name="T32" fmla="*/ 113 w 149"/>
                  <a:gd name="T33" fmla="*/ 246 h 4316"/>
                  <a:gd name="T34" fmla="*/ 101 w 149"/>
                  <a:gd name="T35" fmla="*/ 342 h 4316"/>
                  <a:gd name="T36" fmla="*/ 95 w 149"/>
                  <a:gd name="T37" fmla="*/ 444 h 4316"/>
                  <a:gd name="T38" fmla="*/ 83 w 149"/>
                  <a:gd name="T39" fmla="*/ 557 h 4316"/>
                  <a:gd name="T40" fmla="*/ 71 w 149"/>
                  <a:gd name="T41" fmla="*/ 671 h 4316"/>
                  <a:gd name="T42" fmla="*/ 65 w 149"/>
                  <a:gd name="T43" fmla="*/ 791 h 4316"/>
                  <a:gd name="T44" fmla="*/ 48 w 149"/>
                  <a:gd name="T45" fmla="*/ 1055 h 4316"/>
                  <a:gd name="T46" fmla="*/ 30 w 149"/>
                  <a:gd name="T47" fmla="*/ 1331 h 4316"/>
                  <a:gd name="T48" fmla="*/ 18 w 149"/>
                  <a:gd name="T49" fmla="*/ 1630 h 4316"/>
                  <a:gd name="T50" fmla="*/ 6 w 149"/>
                  <a:gd name="T51" fmla="*/ 1942 h 4316"/>
                  <a:gd name="T52" fmla="*/ 0 w 149"/>
                  <a:gd name="T53" fmla="*/ 2278 h 4316"/>
                  <a:gd name="T54" fmla="*/ 6 w 149"/>
                  <a:gd name="T55" fmla="*/ 2602 h 4316"/>
                  <a:gd name="T56" fmla="*/ 12 w 149"/>
                  <a:gd name="T57" fmla="*/ 2919 h 4316"/>
                  <a:gd name="T58" fmla="*/ 24 w 149"/>
                  <a:gd name="T59" fmla="*/ 3219 h 4316"/>
                  <a:gd name="T60" fmla="*/ 36 w 149"/>
                  <a:gd name="T61" fmla="*/ 3513 h 4316"/>
                  <a:gd name="T62" fmla="*/ 59 w 149"/>
                  <a:gd name="T63" fmla="*/ 3794 h 4316"/>
                  <a:gd name="T64" fmla="*/ 89 w 149"/>
                  <a:gd name="T65" fmla="*/ 4058 h 4316"/>
                  <a:gd name="T66" fmla="*/ 125 w 149"/>
                  <a:gd name="T67" fmla="*/ 4316 h 4316"/>
                  <a:gd name="T68" fmla="*/ 137 w 149"/>
                  <a:gd name="T69" fmla="*/ 4316 h 4316"/>
                  <a:gd name="T70" fmla="*/ 101 w 149"/>
                  <a:gd name="T71" fmla="*/ 4058 h 4316"/>
                  <a:gd name="T72" fmla="*/ 71 w 149"/>
                  <a:gd name="T73" fmla="*/ 3794 h 4316"/>
                  <a:gd name="T74" fmla="*/ 48 w 149"/>
                  <a:gd name="T75" fmla="*/ 3513 h 4316"/>
                  <a:gd name="T76" fmla="*/ 36 w 149"/>
                  <a:gd name="T77" fmla="*/ 3225 h 4316"/>
                  <a:gd name="T78" fmla="*/ 24 w 149"/>
                  <a:gd name="T79" fmla="*/ 2919 h 4316"/>
                  <a:gd name="T80" fmla="*/ 18 w 149"/>
                  <a:gd name="T81" fmla="*/ 2608 h 4316"/>
                  <a:gd name="T82" fmla="*/ 12 w 149"/>
                  <a:gd name="T83" fmla="*/ 2278 h 4316"/>
                  <a:gd name="T84" fmla="*/ 18 w 149"/>
                  <a:gd name="T85" fmla="*/ 1942 h 4316"/>
                  <a:gd name="T86" fmla="*/ 18 w 149"/>
                  <a:gd name="T87" fmla="*/ 1942 h 4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149" h="4316">
                    <a:moveTo>
                      <a:pt x="18" y="1942"/>
                    </a:moveTo>
                    <a:lnTo>
                      <a:pt x="30" y="1630"/>
                    </a:lnTo>
                    <a:lnTo>
                      <a:pt x="42" y="1331"/>
                    </a:lnTo>
                    <a:lnTo>
                      <a:pt x="59" y="1055"/>
                    </a:lnTo>
                    <a:lnTo>
                      <a:pt x="77" y="791"/>
                    </a:lnTo>
                    <a:lnTo>
                      <a:pt x="83" y="671"/>
                    </a:lnTo>
                    <a:lnTo>
                      <a:pt x="95" y="557"/>
                    </a:lnTo>
                    <a:lnTo>
                      <a:pt x="107" y="444"/>
                    </a:lnTo>
                    <a:lnTo>
                      <a:pt x="113" y="342"/>
                    </a:lnTo>
                    <a:lnTo>
                      <a:pt x="125" y="246"/>
                    </a:lnTo>
                    <a:lnTo>
                      <a:pt x="131" y="156"/>
                    </a:lnTo>
                    <a:lnTo>
                      <a:pt x="143" y="72"/>
                    </a:lnTo>
                    <a:lnTo>
                      <a:pt x="149" y="0"/>
                    </a:lnTo>
                    <a:lnTo>
                      <a:pt x="137" y="0"/>
                    </a:lnTo>
                    <a:lnTo>
                      <a:pt x="131" y="72"/>
                    </a:lnTo>
                    <a:lnTo>
                      <a:pt x="119" y="156"/>
                    </a:lnTo>
                    <a:lnTo>
                      <a:pt x="113" y="246"/>
                    </a:lnTo>
                    <a:lnTo>
                      <a:pt x="101" y="342"/>
                    </a:lnTo>
                    <a:lnTo>
                      <a:pt x="95" y="444"/>
                    </a:lnTo>
                    <a:lnTo>
                      <a:pt x="83" y="557"/>
                    </a:lnTo>
                    <a:lnTo>
                      <a:pt x="71" y="671"/>
                    </a:lnTo>
                    <a:lnTo>
                      <a:pt x="65" y="791"/>
                    </a:lnTo>
                    <a:lnTo>
                      <a:pt x="48" y="1055"/>
                    </a:lnTo>
                    <a:lnTo>
                      <a:pt x="30" y="1331"/>
                    </a:lnTo>
                    <a:lnTo>
                      <a:pt x="18" y="1630"/>
                    </a:lnTo>
                    <a:lnTo>
                      <a:pt x="6" y="1942"/>
                    </a:lnTo>
                    <a:lnTo>
                      <a:pt x="0" y="2278"/>
                    </a:lnTo>
                    <a:lnTo>
                      <a:pt x="6" y="2602"/>
                    </a:lnTo>
                    <a:lnTo>
                      <a:pt x="12" y="2919"/>
                    </a:lnTo>
                    <a:lnTo>
                      <a:pt x="24" y="3219"/>
                    </a:lnTo>
                    <a:lnTo>
                      <a:pt x="36" y="3513"/>
                    </a:lnTo>
                    <a:lnTo>
                      <a:pt x="59" y="3794"/>
                    </a:lnTo>
                    <a:lnTo>
                      <a:pt x="89" y="4058"/>
                    </a:lnTo>
                    <a:lnTo>
                      <a:pt x="125" y="4316"/>
                    </a:lnTo>
                    <a:lnTo>
                      <a:pt x="137" y="4316"/>
                    </a:lnTo>
                    <a:lnTo>
                      <a:pt x="101" y="4058"/>
                    </a:lnTo>
                    <a:lnTo>
                      <a:pt x="71" y="3794"/>
                    </a:lnTo>
                    <a:lnTo>
                      <a:pt x="48" y="3513"/>
                    </a:lnTo>
                    <a:lnTo>
                      <a:pt x="36" y="3225"/>
                    </a:lnTo>
                    <a:lnTo>
                      <a:pt x="24" y="2919"/>
                    </a:lnTo>
                    <a:lnTo>
                      <a:pt x="18" y="2608"/>
                    </a:lnTo>
                    <a:lnTo>
                      <a:pt x="12" y="2278"/>
                    </a:lnTo>
                    <a:lnTo>
                      <a:pt x="18" y="1942"/>
                    </a:lnTo>
                    <a:lnTo>
                      <a:pt x="18" y="1942"/>
                    </a:lnTo>
                    <a:close/>
                  </a:path>
                </a:pathLst>
              </a:custGeom>
              <a:gradFill rotWithShape="0">
                <a:gsLst>
                  <a:gs pos="0">
                    <a:schemeClr val="bg1"/>
                  </a:gs>
                  <a:gs pos="100000">
                    <a:schemeClr val="bg1">
                      <a:gamma/>
                      <a:shade val="66667"/>
                      <a:invGamma/>
                    </a:schemeClr>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zh-CN" altLang="en-US"/>
              </a:p>
            </p:txBody>
          </p:sp>
          <p:sp>
            <p:nvSpPr>
              <p:cNvPr id="36" name="Freeform 15"/>
              <p:cNvSpPr/>
              <p:nvPr userDrawn="1"/>
            </p:nvSpPr>
            <p:spPr bwMode="hidden">
              <a:xfrm>
                <a:off x="1967" y="0"/>
                <a:ext cx="300" cy="4316"/>
              </a:xfrm>
              <a:custGeom>
                <a:avLst/>
                <a:gdLst>
                  <a:gd name="T0" fmla="*/ 18 w 299"/>
                  <a:gd name="T1" fmla="*/ 2062 h 4316"/>
                  <a:gd name="T2" fmla="*/ 30 w 299"/>
                  <a:gd name="T3" fmla="*/ 1750 h 4316"/>
                  <a:gd name="T4" fmla="*/ 54 w 299"/>
                  <a:gd name="T5" fmla="*/ 1451 h 4316"/>
                  <a:gd name="T6" fmla="*/ 84 w 299"/>
                  <a:gd name="T7" fmla="*/ 1169 h 4316"/>
                  <a:gd name="T8" fmla="*/ 126 w 299"/>
                  <a:gd name="T9" fmla="*/ 899 h 4316"/>
                  <a:gd name="T10" fmla="*/ 162 w 299"/>
                  <a:gd name="T11" fmla="*/ 641 h 4316"/>
                  <a:gd name="T12" fmla="*/ 209 w 299"/>
                  <a:gd name="T13" fmla="*/ 408 h 4316"/>
                  <a:gd name="T14" fmla="*/ 251 w 299"/>
                  <a:gd name="T15" fmla="*/ 192 h 4316"/>
                  <a:gd name="T16" fmla="*/ 299 w 299"/>
                  <a:gd name="T17" fmla="*/ 0 h 4316"/>
                  <a:gd name="T18" fmla="*/ 287 w 299"/>
                  <a:gd name="T19" fmla="*/ 0 h 4316"/>
                  <a:gd name="T20" fmla="*/ 239 w 299"/>
                  <a:gd name="T21" fmla="*/ 192 h 4316"/>
                  <a:gd name="T22" fmla="*/ 198 w 299"/>
                  <a:gd name="T23" fmla="*/ 408 h 4316"/>
                  <a:gd name="T24" fmla="*/ 156 w 299"/>
                  <a:gd name="T25" fmla="*/ 641 h 4316"/>
                  <a:gd name="T26" fmla="*/ 114 w 299"/>
                  <a:gd name="T27" fmla="*/ 899 h 4316"/>
                  <a:gd name="T28" fmla="*/ 78 w 299"/>
                  <a:gd name="T29" fmla="*/ 1169 h 4316"/>
                  <a:gd name="T30" fmla="*/ 48 w 299"/>
                  <a:gd name="T31" fmla="*/ 1451 h 4316"/>
                  <a:gd name="T32" fmla="*/ 24 w 299"/>
                  <a:gd name="T33" fmla="*/ 1750 h 4316"/>
                  <a:gd name="T34" fmla="*/ 6 w 299"/>
                  <a:gd name="T35" fmla="*/ 2062 h 4316"/>
                  <a:gd name="T36" fmla="*/ 0 w 299"/>
                  <a:gd name="T37" fmla="*/ 2374 h 4316"/>
                  <a:gd name="T38" fmla="*/ 12 w 299"/>
                  <a:gd name="T39" fmla="*/ 2674 h 4316"/>
                  <a:gd name="T40" fmla="*/ 30 w 299"/>
                  <a:gd name="T41" fmla="*/ 2973 h 4316"/>
                  <a:gd name="T42" fmla="*/ 54 w 299"/>
                  <a:gd name="T43" fmla="*/ 3255 h 4316"/>
                  <a:gd name="T44" fmla="*/ 96 w 299"/>
                  <a:gd name="T45" fmla="*/ 3537 h 4316"/>
                  <a:gd name="T46" fmla="*/ 144 w 299"/>
                  <a:gd name="T47" fmla="*/ 3806 h 4316"/>
                  <a:gd name="T48" fmla="*/ 203 w 299"/>
                  <a:gd name="T49" fmla="*/ 4064 h 4316"/>
                  <a:gd name="T50" fmla="*/ 275 w 299"/>
                  <a:gd name="T51" fmla="*/ 4316 h 4316"/>
                  <a:gd name="T52" fmla="*/ 287 w 299"/>
                  <a:gd name="T53" fmla="*/ 4316 h 4316"/>
                  <a:gd name="T54" fmla="*/ 215 w 299"/>
                  <a:gd name="T55" fmla="*/ 4064 h 4316"/>
                  <a:gd name="T56" fmla="*/ 156 w 299"/>
                  <a:gd name="T57" fmla="*/ 3806 h 4316"/>
                  <a:gd name="T58" fmla="*/ 108 w 299"/>
                  <a:gd name="T59" fmla="*/ 3537 h 4316"/>
                  <a:gd name="T60" fmla="*/ 66 w 299"/>
                  <a:gd name="T61" fmla="*/ 3261 h 4316"/>
                  <a:gd name="T62" fmla="*/ 42 w 299"/>
                  <a:gd name="T63" fmla="*/ 2973 h 4316"/>
                  <a:gd name="T64" fmla="*/ 24 w 299"/>
                  <a:gd name="T65" fmla="*/ 2680 h 4316"/>
                  <a:gd name="T66" fmla="*/ 12 w 299"/>
                  <a:gd name="T67" fmla="*/ 2374 h 4316"/>
                  <a:gd name="T68" fmla="*/ 18 w 299"/>
                  <a:gd name="T69" fmla="*/ 2062 h 4316"/>
                  <a:gd name="T70" fmla="*/ 18 w 299"/>
                  <a:gd name="T71" fmla="*/ 2062 h 4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299" h="4316">
                    <a:moveTo>
                      <a:pt x="18" y="2062"/>
                    </a:moveTo>
                    <a:lnTo>
                      <a:pt x="30" y="1750"/>
                    </a:lnTo>
                    <a:lnTo>
                      <a:pt x="54" y="1451"/>
                    </a:lnTo>
                    <a:lnTo>
                      <a:pt x="84" y="1169"/>
                    </a:lnTo>
                    <a:lnTo>
                      <a:pt x="126" y="899"/>
                    </a:lnTo>
                    <a:lnTo>
                      <a:pt x="162" y="641"/>
                    </a:lnTo>
                    <a:lnTo>
                      <a:pt x="209" y="408"/>
                    </a:lnTo>
                    <a:lnTo>
                      <a:pt x="251" y="192"/>
                    </a:lnTo>
                    <a:lnTo>
                      <a:pt x="299" y="0"/>
                    </a:lnTo>
                    <a:lnTo>
                      <a:pt x="287" y="0"/>
                    </a:lnTo>
                    <a:lnTo>
                      <a:pt x="239" y="192"/>
                    </a:lnTo>
                    <a:lnTo>
                      <a:pt x="198" y="408"/>
                    </a:lnTo>
                    <a:lnTo>
                      <a:pt x="156" y="641"/>
                    </a:lnTo>
                    <a:lnTo>
                      <a:pt x="114" y="899"/>
                    </a:lnTo>
                    <a:lnTo>
                      <a:pt x="78" y="1169"/>
                    </a:lnTo>
                    <a:lnTo>
                      <a:pt x="48" y="1451"/>
                    </a:lnTo>
                    <a:lnTo>
                      <a:pt x="24" y="1750"/>
                    </a:lnTo>
                    <a:lnTo>
                      <a:pt x="6" y="2062"/>
                    </a:lnTo>
                    <a:lnTo>
                      <a:pt x="0" y="2374"/>
                    </a:lnTo>
                    <a:lnTo>
                      <a:pt x="12" y="2674"/>
                    </a:lnTo>
                    <a:lnTo>
                      <a:pt x="30" y="2973"/>
                    </a:lnTo>
                    <a:lnTo>
                      <a:pt x="54" y="3255"/>
                    </a:lnTo>
                    <a:lnTo>
                      <a:pt x="96" y="3537"/>
                    </a:lnTo>
                    <a:lnTo>
                      <a:pt x="144" y="3806"/>
                    </a:lnTo>
                    <a:lnTo>
                      <a:pt x="203" y="4064"/>
                    </a:lnTo>
                    <a:lnTo>
                      <a:pt x="275" y="4316"/>
                    </a:lnTo>
                    <a:lnTo>
                      <a:pt x="287" y="4316"/>
                    </a:lnTo>
                    <a:lnTo>
                      <a:pt x="215" y="4064"/>
                    </a:lnTo>
                    <a:lnTo>
                      <a:pt x="156" y="3806"/>
                    </a:lnTo>
                    <a:lnTo>
                      <a:pt x="108" y="3537"/>
                    </a:lnTo>
                    <a:lnTo>
                      <a:pt x="66" y="3261"/>
                    </a:lnTo>
                    <a:lnTo>
                      <a:pt x="42" y="2973"/>
                    </a:lnTo>
                    <a:lnTo>
                      <a:pt x="24" y="2680"/>
                    </a:lnTo>
                    <a:lnTo>
                      <a:pt x="12" y="2374"/>
                    </a:lnTo>
                    <a:lnTo>
                      <a:pt x="18" y="2062"/>
                    </a:lnTo>
                    <a:lnTo>
                      <a:pt x="18" y="2062"/>
                    </a:lnTo>
                    <a:close/>
                  </a:path>
                </a:pathLst>
              </a:custGeom>
              <a:gradFill rotWithShape="0">
                <a:gsLst>
                  <a:gs pos="0">
                    <a:schemeClr val="bg1"/>
                  </a:gs>
                  <a:gs pos="100000">
                    <a:schemeClr val="bg1">
                      <a:gamma/>
                      <a:shade val="66667"/>
                      <a:invGamma/>
                    </a:schemeClr>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zh-CN" altLang="en-US"/>
              </a:p>
            </p:txBody>
          </p:sp>
          <p:sp>
            <p:nvSpPr>
              <p:cNvPr id="37" name="Freeform 16"/>
              <p:cNvSpPr/>
              <p:nvPr userDrawn="1"/>
            </p:nvSpPr>
            <p:spPr bwMode="hidden">
              <a:xfrm>
                <a:off x="1566" y="0"/>
                <a:ext cx="425" cy="4316"/>
              </a:xfrm>
              <a:custGeom>
                <a:avLst/>
                <a:gdLst>
                  <a:gd name="T0" fmla="*/ 424 w 424"/>
                  <a:gd name="T1" fmla="*/ 0 h 4316"/>
                  <a:gd name="T2" fmla="*/ 412 w 424"/>
                  <a:gd name="T3" fmla="*/ 0 h 4316"/>
                  <a:gd name="T4" fmla="*/ 316 w 424"/>
                  <a:gd name="T5" fmla="*/ 222 h 4316"/>
                  <a:gd name="T6" fmla="*/ 239 w 424"/>
                  <a:gd name="T7" fmla="*/ 462 h 4316"/>
                  <a:gd name="T8" fmla="*/ 167 w 424"/>
                  <a:gd name="T9" fmla="*/ 707 h 4316"/>
                  <a:gd name="T10" fmla="*/ 107 w 424"/>
                  <a:gd name="T11" fmla="*/ 971 h 4316"/>
                  <a:gd name="T12" fmla="*/ 65 w 424"/>
                  <a:gd name="T13" fmla="*/ 1247 h 4316"/>
                  <a:gd name="T14" fmla="*/ 29 w 424"/>
                  <a:gd name="T15" fmla="*/ 1529 h 4316"/>
                  <a:gd name="T16" fmla="*/ 6 w 424"/>
                  <a:gd name="T17" fmla="*/ 1822 h 4316"/>
                  <a:gd name="T18" fmla="*/ 0 w 424"/>
                  <a:gd name="T19" fmla="*/ 2122 h 4316"/>
                  <a:gd name="T20" fmla="*/ 6 w 424"/>
                  <a:gd name="T21" fmla="*/ 2404 h 4316"/>
                  <a:gd name="T22" fmla="*/ 24 w 424"/>
                  <a:gd name="T23" fmla="*/ 2686 h 4316"/>
                  <a:gd name="T24" fmla="*/ 47 w 424"/>
                  <a:gd name="T25" fmla="*/ 2961 h 4316"/>
                  <a:gd name="T26" fmla="*/ 89 w 424"/>
                  <a:gd name="T27" fmla="*/ 3243 h 4316"/>
                  <a:gd name="T28" fmla="*/ 137 w 424"/>
                  <a:gd name="T29" fmla="*/ 3519 h 4316"/>
                  <a:gd name="T30" fmla="*/ 197 w 424"/>
                  <a:gd name="T31" fmla="*/ 3788 h 4316"/>
                  <a:gd name="T32" fmla="*/ 269 w 424"/>
                  <a:gd name="T33" fmla="*/ 4058 h 4316"/>
                  <a:gd name="T34" fmla="*/ 346 w 424"/>
                  <a:gd name="T35" fmla="*/ 4316 h 4316"/>
                  <a:gd name="T36" fmla="*/ 358 w 424"/>
                  <a:gd name="T37" fmla="*/ 4316 h 4316"/>
                  <a:gd name="T38" fmla="*/ 281 w 424"/>
                  <a:gd name="T39" fmla="*/ 4058 h 4316"/>
                  <a:gd name="T40" fmla="*/ 209 w 424"/>
                  <a:gd name="T41" fmla="*/ 3788 h 4316"/>
                  <a:gd name="T42" fmla="*/ 149 w 424"/>
                  <a:gd name="T43" fmla="*/ 3519 h 4316"/>
                  <a:gd name="T44" fmla="*/ 101 w 424"/>
                  <a:gd name="T45" fmla="*/ 3243 h 4316"/>
                  <a:gd name="T46" fmla="*/ 59 w 424"/>
                  <a:gd name="T47" fmla="*/ 2961 h 4316"/>
                  <a:gd name="T48" fmla="*/ 35 w 424"/>
                  <a:gd name="T49" fmla="*/ 2686 h 4316"/>
                  <a:gd name="T50" fmla="*/ 18 w 424"/>
                  <a:gd name="T51" fmla="*/ 2404 h 4316"/>
                  <a:gd name="T52" fmla="*/ 12 w 424"/>
                  <a:gd name="T53" fmla="*/ 2122 h 4316"/>
                  <a:gd name="T54" fmla="*/ 18 w 424"/>
                  <a:gd name="T55" fmla="*/ 1822 h 4316"/>
                  <a:gd name="T56" fmla="*/ 41 w 424"/>
                  <a:gd name="T57" fmla="*/ 1529 h 4316"/>
                  <a:gd name="T58" fmla="*/ 71 w 424"/>
                  <a:gd name="T59" fmla="*/ 1247 h 4316"/>
                  <a:gd name="T60" fmla="*/ 119 w 424"/>
                  <a:gd name="T61" fmla="*/ 971 h 4316"/>
                  <a:gd name="T62" fmla="*/ 179 w 424"/>
                  <a:gd name="T63" fmla="*/ 707 h 4316"/>
                  <a:gd name="T64" fmla="*/ 245 w 424"/>
                  <a:gd name="T65" fmla="*/ 462 h 4316"/>
                  <a:gd name="T66" fmla="*/ 328 w 424"/>
                  <a:gd name="T67" fmla="*/ 222 h 4316"/>
                  <a:gd name="T68" fmla="*/ 424 w 424"/>
                  <a:gd name="T69" fmla="*/ 0 h 4316"/>
                  <a:gd name="T70" fmla="*/ 424 w 424"/>
                  <a:gd name="T71" fmla="*/ 0 h 4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24" h="4316">
                    <a:moveTo>
                      <a:pt x="424" y="0"/>
                    </a:moveTo>
                    <a:lnTo>
                      <a:pt x="412" y="0"/>
                    </a:lnTo>
                    <a:lnTo>
                      <a:pt x="316" y="222"/>
                    </a:lnTo>
                    <a:lnTo>
                      <a:pt x="239" y="462"/>
                    </a:lnTo>
                    <a:lnTo>
                      <a:pt x="167" y="707"/>
                    </a:lnTo>
                    <a:lnTo>
                      <a:pt x="107" y="971"/>
                    </a:lnTo>
                    <a:lnTo>
                      <a:pt x="65" y="1247"/>
                    </a:lnTo>
                    <a:lnTo>
                      <a:pt x="29" y="1529"/>
                    </a:lnTo>
                    <a:lnTo>
                      <a:pt x="6" y="1822"/>
                    </a:lnTo>
                    <a:lnTo>
                      <a:pt x="0" y="2122"/>
                    </a:lnTo>
                    <a:lnTo>
                      <a:pt x="6" y="2404"/>
                    </a:lnTo>
                    <a:lnTo>
                      <a:pt x="24" y="2686"/>
                    </a:lnTo>
                    <a:lnTo>
                      <a:pt x="47" y="2961"/>
                    </a:lnTo>
                    <a:lnTo>
                      <a:pt x="89" y="3243"/>
                    </a:lnTo>
                    <a:lnTo>
                      <a:pt x="137" y="3519"/>
                    </a:lnTo>
                    <a:lnTo>
                      <a:pt x="197" y="3788"/>
                    </a:lnTo>
                    <a:lnTo>
                      <a:pt x="269" y="4058"/>
                    </a:lnTo>
                    <a:lnTo>
                      <a:pt x="346" y="4316"/>
                    </a:lnTo>
                    <a:lnTo>
                      <a:pt x="358" y="4316"/>
                    </a:lnTo>
                    <a:lnTo>
                      <a:pt x="281" y="4058"/>
                    </a:lnTo>
                    <a:lnTo>
                      <a:pt x="209" y="3788"/>
                    </a:lnTo>
                    <a:lnTo>
                      <a:pt x="149" y="3519"/>
                    </a:lnTo>
                    <a:lnTo>
                      <a:pt x="101" y="3243"/>
                    </a:lnTo>
                    <a:lnTo>
                      <a:pt x="59" y="2961"/>
                    </a:lnTo>
                    <a:lnTo>
                      <a:pt x="35" y="2686"/>
                    </a:lnTo>
                    <a:lnTo>
                      <a:pt x="18" y="2404"/>
                    </a:lnTo>
                    <a:lnTo>
                      <a:pt x="12" y="2122"/>
                    </a:lnTo>
                    <a:lnTo>
                      <a:pt x="18" y="1822"/>
                    </a:lnTo>
                    <a:lnTo>
                      <a:pt x="41" y="1529"/>
                    </a:lnTo>
                    <a:lnTo>
                      <a:pt x="71" y="1247"/>
                    </a:lnTo>
                    <a:lnTo>
                      <a:pt x="119" y="971"/>
                    </a:lnTo>
                    <a:lnTo>
                      <a:pt x="179" y="707"/>
                    </a:lnTo>
                    <a:lnTo>
                      <a:pt x="245" y="462"/>
                    </a:lnTo>
                    <a:lnTo>
                      <a:pt x="328" y="222"/>
                    </a:lnTo>
                    <a:lnTo>
                      <a:pt x="424" y="0"/>
                    </a:lnTo>
                    <a:lnTo>
                      <a:pt x="424" y="0"/>
                    </a:lnTo>
                    <a:close/>
                  </a:path>
                </a:pathLst>
              </a:custGeom>
              <a:gradFill rotWithShape="0">
                <a:gsLst>
                  <a:gs pos="0">
                    <a:schemeClr val="bg1"/>
                  </a:gs>
                  <a:gs pos="100000">
                    <a:schemeClr val="bg1">
                      <a:gamma/>
                      <a:shade val="66667"/>
                      <a:invGamma/>
                    </a:schemeClr>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zh-CN" altLang="en-US"/>
              </a:p>
            </p:txBody>
          </p:sp>
          <p:sp>
            <p:nvSpPr>
              <p:cNvPr id="38" name="Freeform 17"/>
              <p:cNvSpPr/>
              <p:nvPr userDrawn="1"/>
            </p:nvSpPr>
            <p:spPr bwMode="hidden">
              <a:xfrm>
                <a:off x="1128" y="0"/>
                <a:ext cx="575" cy="4316"/>
              </a:xfrm>
              <a:custGeom>
                <a:avLst/>
                <a:gdLst>
                  <a:gd name="T0" fmla="*/ 12 w 574"/>
                  <a:gd name="T1" fmla="*/ 2146 h 4316"/>
                  <a:gd name="T2" fmla="*/ 24 w 574"/>
                  <a:gd name="T3" fmla="*/ 1846 h 4316"/>
                  <a:gd name="T4" fmla="*/ 54 w 574"/>
                  <a:gd name="T5" fmla="*/ 1559 h 4316"/>
                  <a:gd name="T6" fmla="*/ 96 w 574"/>
                  <a:gd name="T7" fmla="*/ 1277 h 4316"/>
                  <a:gd name="T8" fmla="*/ 162 w 574"/>
                  <a:gd name="T9" fmla="*/ 1001 h 4316"/>
                  <a:gd name="T10" fmla="*/ 239 w 574"/>
                  <a:gd name="T11" fmla="*/ 731 h 4316"/>
                  <a:gd name="T12" fmla="*/ 335 w 574"/>
                  <a:gd name="T13" fmla="*/ 480 h 4316"/>
                  <a:gd name="T14" fmla="*/ 449 w 574"/>
                  <a:gd name="T15" fmla="*/ 234 h 4316"/>
                  <a:gd name="T16" fmla="*/ 574 w 574"/>
                  <a:gd name="T17" fmla="*/ 0 h 4316"/>
                  <a:gd name="T18" fmla="*/ 562 w 574"/>
                  <a:gd name="T19" fmla="*/ 0 h 4316"/>
                  <a:gd name="T20" fmla="*/ 437 w 574"/>
                  <a:gd name="T21" fmla="*/ 234 h 4316"/>
                  <a:gd name="T22" fmla="*/ 323 w 574"/>
                  <a:gd name="T23" fmla="*/ 480 h 4316"/>
                  <a:gd name="T24" fmla="*/ 227 w 574"/>
                  <a:gd name="T25" fmla="*/ 737 h 4316"/>
                  <a:gd name="T26" fmla="*/ 150 w 574"/>
                  <a:gd name="T27" fmla="*/ 1001 h 4316"/>
                  <a:gd name="T28" fmla="*/ 84 w 574"/>
                  <a:gd name="T29" fmla="*/ 1277 h 4316"/>
                  <a:gd name="T30" fmla="*/ 42 w 574"/>
                  <a:gd name="T31" fmla="*/ 1559 h 4316"/>
                  <a:gd name="T32" fmla="*/ 12 w 574"/>
                  <a:gd name="T33" fmla="*/ 1852 h 4316"/>
                  <a:gd name="T34" fmla="*/ 0 w 574"/>
                  <a:gd name="T35" fmla="*/ 2146 h 4316"/>
                  <a:gd name="T36" fmla="*/ 6 w 574"/>
                  <a:gd name="T37" fmla="*/ 2434 h 4316"/>
                  <a:gd name="T38" fmla="*/ 30 w 574"/>
                  <a:gd name="T39" fmla="*/ 2715 h 4316"/>
                  <a:gd name="T40" fmla="*/ 66 w 574"/>
                  <a:gd name="T41" fmla="*/ 2997 h 4316"/>
                  <a:gd name="T42" fmla="*/ 120 w 574"/>
                  <a:gd name="T43" fmla="*/ 3273 h 4316"/>
                  <a:gd name="T44" fmla="*/ 191 w 574"/>
                  <a:gd name="T45" fmla="*/ 3549 h 4316"/>
                  <a:gd name="T46" fmla="*/ 275 w 574"/>
                  <a:gd name="T47" fmla="*/ 3812 h 4316"/>
                  <a:gd name="T48" fmla="*/ 371 w 574"/>
                  <a:gd name="T49" fmla="*/ 4070 h 4316"/>
                  <a:gd name="T50" fmla="*/ 484 w 574"/>
                  <a:gd name="T51" fmla="*/ 4316 h 4316"/>
                  <a:gd name="T52" fmla="*/ 496 w 574"/>
                  <a:gd name="T53" fmla="*/ 4316 h 4316"/>
                  <a:gd name="T54" fmla="*/ 383 w 574"/>
                  <a:gd name="T55" fmla="*/ 4070 h 4316"/>
                  <a:gd name="T56" fmla="*/ 287 w 574"/>
                  <a:gd name="T57" fmla="*/ 3812 h 4316"/>
                  <a:gd name="T58" fmla="*/ 203 w 574"/>
                  <a:gd name="T59" fmla="*/ 3549 h 4316"/>
                  <a:gd name="T60" fmla="*/ 132 w 574"/>
                  <a:gd name="T61" fmla="*/ 3273 h 4316"/>
                  <a:gd name="T62" fmla="*/ 78 w 574"/>
                  <a:gd name="T63" fmla="*/ 2997 h 4316"/>
                  <a:gd name="T64" fmla="*/ 42 w 574"/>
                  <a:gd name="T65" fmla="*/ 2715 h 4316"/>
                  <a:gd name="T66" fmla="*/ 18 w 574"/>
                  <a:gd name="T67" fmla="*/ 2434 h 4316"/>
                  <a:gd name="T68" fmla="*/ 12 w 574"/>
                  <a:gd name="T69" fmla="*/ 2146 h 4316"/>
                  <a:gd name="T70" fmla="*/ 12 w 574"/>
                  <a:gd name="T71" fmla="*/ 2146 h 4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574" h="4316">
                    <a:moveTo>
                      <a:pt x="12" y="2146"/>
                    </a:moveTo>
                    <a:lnTo>
                      <a:pt x="24" y="1846"/>
                    </a:lnTo>
                    <a:lnTo>
                      <a:pt x="54" y="1559"/>
                    </a:lnTo>
                    <a:lnTo>
                      <a:pt x="96" y="1277"/>
                    </a:lnTo>
                    <a:lnTo>
                      <a:pt x="162" y="1001"/>
                    </a:lnTo>
                    <a:lnTo>
                      <a:pt x="239" y="731"/>
                    </a:lnTo>
                    <a:lnTo>
                      <a:pt x="335" y="480"/>
                    </a:lnTo>
                    <a:lnTo>
                      <a:pt x="449" y="234"/>
                    </a:lnTo>
                    <a:lnTo>
                      <a:pt x="574" y="0"/>
                    </a:lnTo>
                    <a:lnTo>
                      <a:pt x="562" y="0"/>
                    </a:lnTo>
                    <a:lnTo>
                      <a:pt x="437" y="234"/>
                    </a:lnTo>
                    <a:lnTo>
                      <a:pt x="323" y="480"/>
                    </a:lnTo>
                    <a:lnTo>
                      <a:pt x="227" y="737"/>
                    </a:lnTo>
                    <a:lnTo>
                      <a:pt x="150" y="1001"/>
                    </a:lnTo>
                    <a:lnTo>
                      <a:pt x="84" y="1277"/>
                    </a:lnTo>
                    <a:lnTo>
                      <a:pt x="42" y="1559"/>
                    </a:lnTo>
                    <a:lnTo>
                      <a:pt x="12" y="1852"/>
                    </a:lnTo>
                    <a:lnTo>
                      <a:pt x="0" y="2146"/>
                    </a:lnTo>
                    <a:lnTo>
                      <a:pt x="6" y="2434"/>
                    </a:lnTo>
                    <a:lnTo>
                      <a:pt x="30" y="2715"/>
                    </a:lnTo>
                    <a:lnTo>
                      <a:pt x="66" y="2997"/>
                    </a:lnTo>
                    <a:lnTo>
                      <a:pt x="120" y="3273"/>
                    </a:lnTo>
                    <a:lnTo>
                      <a:pt x="191" y="3549"/>
                    </a:lnTo>
                    <a:lnTo>
                      <a:pt x="275" y="3812"/>
                    </a:lnTo>
                    <a:lnTo>
                      <a:pt x="371" y="4070"/>
                    </a:lnTo>
                    <a:lnTo>
                      <a:pt x="484" y="4316"/>
                    </a:lnTo>
                    <a:lnTo>
                      <a:pt x="496" y="4316"/>
                    </a:lnTo>
                    <a:lnTo>
                      <a:pt x="383" y="4070"/>
                    </a:lnTo>
                    <a:lnTo>
                      <a:pt x="287" y="3812"/>
                    </a:lnTo>
                    <a:lnTo>
                      <a:pt x="203" y="3549"/>
                    </a:lnTo>
                    <a:lnTo>
                      <a:pt x="132" y="3273"/>
                    </a:lnTo>
                    <a:lnTo>
                      <a:pt x="78" y="2997"/>
                    </a:lnTo>
                    <a:lnTo>
                      <a:pt x="42" y="2715"/>
                    </a:lnTo>
                    <a:lnTo>
                      <a:pt x="18" y="2434"/>
                    </a:lnTo>
                    <a:lnTo>
                      <a:pt x="12" y="2146"/>
                    </a:lnTo>
                    <a:lnTo>
                      <a:pt x="12" y="2146"/>
                    </a:lnTo>
                    <a:close/>
                  </a:path>
                </a:pathLst>
              </a:custGeom>
              <a:gradFill rotWithShape="0">
                <a:gsLst>
                  <a:gs pos="0">
                    <a:schemeClr val="bg1"/>
                  </a:gs>
                  <a:gs pos="100000">
                    <a:schemeClr val="bg1">
                      <a:gamma/>
                      <a:shade val="66667"/>
                      <a:invGamma/>
                    </a:schemeClr>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zh-CN" altLang="en-US"/>
              </a:p>
            </p:txBody>
          </p:sp>
          <p:sp>
            <p:nvSpPr>
              <p:cNvPr id="39" name="Freeform 18"/>
              <p:cNvSpPr/>
              <p:nvPr userDrawn="1"/>
            </p:nvSpPr>
            <p:spPr bwMode="hidden">
              <a:xfrm>
                <a:off x="702" y="0"/>
                <a:ext cx="737" cy="4316"/>
              </a:xfrm>
              <a:custGeom>
                <a:avLst/>
                <a:gdLst>
                  <a:gd name="T0" fmla="*/ 12 w 735"/>
                  <a:gd name="T1" fmla="*/ 2098 h 4316"/>
                  <a:gd name="T2" fmla="*/ 29 w 735"/>
                  <a:gd name="T3" fmla="*/ 1798 h 4316"/>
                  <a:gd name="T4" fmla="*/ 71 w 735"/>
                  <a:gd name="T5" fmla="*/ 1505 h 4316"/>
                  <a:gd name="T6" fmla="*/ 131 w 735"/>
                  <a:gd name="T7" fmla="*/ 1223 h 4316"/>
                  <a:gd name="T8" fmla="*/ 215 w 735"/>
                  <a:gd name="T9" fmla="*/ 941 h 4316"/>
                  <a:gd name="T10" fmla="*/ 316 w 735"/>
                  <a:gd name="T11" fmla="*/ 689 h 4316"/>
                  <a:gd name="T12" fmla="*/ 442 w 735"/>
                  <a:gd name="T13" fmla="*/ 444 h 4316"/>
                  <a:gd name="T14" fmla="*/ 580 w 735"/>
                  <a:gd name="T15" fmla="*/ 216 h 4316"/>
                  <a:gd name="T16" fmla="*/ 735 w 735"/>
                  <a:gd name="T17" fmla="*/ 0 h 4316"/>
                  <a:gd name="T18" fmla="*/ 723 w 735"/>
                  <a:gd name="T19" fmla="*/ 0 h 4316"/>
                  <a:gd name="T20" fmla="*/ 568 w 735"/>
                  <a:gd name="T21" fmla="*/ 210 h 4316"/>
                  <a:gd name="T22" fmla="*/ 430 w 735"/>
                  <a:gd name="T23" fmla="*/ 438 h 4316"/>
                  <a:gd name="T24" fmla="*/ 311 w 735"/>
                  <a:gd name="T25" fmla="*/ 683 h 4316"/>
                  <a:gd name="T26" fmla="*/ 209 w 735"/>
                  <a:gd name="T27" fmla="*/ 941 h 4316"/>
                  <a:gd name="T28" fmla="*/ 125 w 735"/>
                  <a:gd name="T29" fmla="*/ 1217 h 4316"/>
                  <a:gd name="T30" fmla="*/ 59 w 735"/>
                  <a:gd name="T31" fmla="*/ 1505 h 4316"/>
                  <a:gd name="T32" fmla="*/ 18 w 735"/>
                  <a:gd name="T33" fmla="*/ 1798 h 4316"/>
                  <a:gd name="T34" fmla="*/ 0 w 735"/>
                  <a:gd name="T35" fmla="*/ 2098 h 4316"/>
                  <a:gd name="T36" fmla="*/ 6 w 735"/>
                  <a:gd name="T37" fmla="*/ 2404 h 4316"/>
                  <a:gd name="T38" fmla="*/ 29 w 735"/>
                  <a:gd name="T39" fmla="*/ 2709 h 4316"/>
                  <a:gd name="T40" fmla="*/ 77 w 735"/>
                  <a:gd name="T41" fmla="*/ 3015 h 4316"/>
                  <a:gd name="T42" fmla="*/ 149 w 735"/>
                  <a:gd name="T43" fmla="*/ 3315 h 4316"/>
                  <a:gd name="T44" fmla="*/ 227 w 735"/>
                  <a:gd name="T45" fmla="*/ 3573 h 4316"/>
                  <a:gd name="T46" fmla="*/ 316 w 735"/>
                  <a:gd name="T47" fmla="*/ 3824 h 4316"/>
                  <a:gd name="T48" fmla="*/ 424 w 735"/>
                  <a:gd name="T49" fmla="*/ 4076 h 4316"/>
                  <a:gd name="T50" fmla="*/ 544 w 735"/>
                  <a:gd name="T51" fmla="*/ 4316 h 4316"/>
                  <a:gd name="T52" fmla="*/ 556 w 735"/>
                  <a:gd name="T53" fmla="*/ 4316 h 4316"/>
                  <a:gd name="T54" fmla="*/ 436 w 735"/>
                  <a:gd name="T55" fmla="*/ 4076 h 4316"/>
                  <a:gd name="T56" fmla="*/ 328 w 735"/>
                  <a:gd name="T57" fmla="*/ 3824 h 4316"/>
                  <a:gd name="T58" fmla="*/ 239 w 735"/>
                  <a:gd name="T59" fmla="*/ 3573 h 4316"/>
                  <a:gd name="T60" fmla="*/ 161 w 735"/>
                  <a:gd name="T61" fmla="*/ 3315 h 4316"/>
                  <a:gd name="T62" fmla="*/ 89 w 735"/>
                  <a:gd name="T63" fmla="*/ 3015 h 4316"/>
                  <a:gd name="T64" fmla="*/ 41 w 735"/>
                  <a:gd name="T65" fmla="*/ 2709 h 4316"/>
                  <a:gd name="T66" fmla="*/ 18 w 735"/>
                  <a:gd name="T67" fmla="*/ 2404 h 4316"/>
                  <a:gd name="T68" fmla="*/ 12 w 735"/>
                  <a:gd name="T69" fmla="*/ 2098 h 4316"/>
                  <a:gd name="T70" fmla="*/ 12 w 735"/>
                  <a:gd name="T71" fmla="*/ 2098 h 4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735" h="4316">
                    <a:moveTo>
                      <a:pt x="12" y="2098"/>
                    </a:moveTo>
                    <a:lnTo>
                      <a:pt x="29" y="1798"/>
                    </a:lnTo>
                    <a:lnTo>
                      <a:pt x="71" y="1505"/>
                    </a:lnTo>
                    <a:lnTo>
                      <a:pt x="131" y="1223"/>
                    </a:lnTo>
                    <a:lnTo>
                      <a:pt x="215" y="941"/>
                    </a:lnTo>
                    <a:lnTo>
                      <a:pt x="316" y="689"/>
                    </a:lnTo>
                    <a:lnTo>
                      <a:pt x="442" y="444"/>
                    </a:lnTo>
                    <a:lnTo>
                      <a:pt x="580" y="216"/>
                    </a:lnTo>
                    <a:lnTo>
                      <a:pt x="735" y="0"/>
                    </a:lnTo>
                    <a:lnTo>
                      <a:pt x="723" y="0"/>
                    </a:lnTo>
                    <a:lnTo>
                      <a:pt x="568" y="210"/>
                    </a:lnTo>
                    <a:lnTo>
                      <a:pt x="430" y="438"/>
                    </a:lnTo>
                    <a:lnTo>
                      <a:pt x="311" y="683"/>
                    </a:lnTo>
                    <a:lnTo>
                      <a:pt x="209" y="941"/>
                    </a:lnTo>
                    <a:lnTo>
                      <a:pt x="125" y="1217"/>
                    </a:lnTo>
                    <a:lnTo>
                      <a:pt x="59" y="1505"/>
                    </a:lnTo>
                    <a:lnTo>
                      <a:pt x="18" y="1798"/>
                    </a:lnTo>
                    <a:lnTo>
                      <a:pt x="0" y="2098"/>
                    </a:lnTo>
                    <a:lnTo>
                      <a:pt x="6" y="2404"/>
                    </a:lnTo>
                    <a:lnTo>
                      <a:pt x="29" y="2709"/>
                    </a:lnTo>
                    <a:lnTo>
                      <a:pt x="77" y="3015"/>
                    </a:lnTo>
                    <a:lnTo>
                      <a:pt x="149" y="3315"/>
                    </a:lnTo>
                    <a:lnTo>
                      <a:pt x="227" y="3573"/>
                    </a:lnTo>
                    <a:lnTo>
                      <a:pt x="316" y="3824"/>
                    </a:lnTo>
                    <a:lnTo>
                      <a:pt x="424" y="4076"/>
                    </a:lnTo>
                    <a:lnTo>
                      <a:pt x="544" y="4316"/>
                    </a:lnTo>
                    <a:lnTo>
                      <a:pt x="556" y="4316"/>
                    </a:lnTo>
                    <a:lnTo>
                      <a:pt x="436" y="4076"/>
                    </a:lnTo>
                    <a:lnTo>
                      <a:pt x="328" y="3824"/>
                    </a:lnTo>
                    <a:lnTo>
                      <a:pt x="239" y="3573"/>
                    </a:lnTo>
                    <a:lnTo>
                      <a:pt x="161" y="3315"/>
                    </a:lnTo>
                    <a:lnTo>
                      <a:pt x="89" y="3015"/>
                    </a:lnTo>
                    <a:lnTo>
                      <a:pt x="41" y="2709"/>
                    </a:lnTo>
                    <a:lnTo>
                      <a:pt x="18" y="2404"/>
                    </a:lnTo>
                    <a:lnTo>
                      <a:pt x="12" y="2098"/>
                    </a:lnTo>
                    <a:lnTo>
                      <a:pt x="12" y="2098"/>
                    </a:lnTo>
                    <a:close/>
                  </a:path>
                </a:pathLst>
              </a:custGeom>
              <a:gradFill rotWithShape="0">
                <a:gsLst>
                  <a:gs pos="0">
                    <a:schemeClr val="bg1"/>
                  </a:gs>
                  <a:gs pos="100000">
                    <a:schemeClr val="bg1">
                      <a:gamma/>
                      <a:shade val="66667"/>
                      <a:invGamma/>
                    </a:schemeClr>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zh-CN" altLang="en-US"/>
              </a:p>
            </p:txBody>
          </p:sp>
          <p:sp>
            <p:nvSpPr>
              <p:cNvPr id="40" name="Freeform 19"/>
              <p:cNvSpPr/>
              <p:nvPr userDrawn="1"/>
            </p:nvSpPr>
            <p:spPr bwMode="hidden">
              <a:xfrm>
                <a:off x="288" y="0"/>
                <a:ext cx="840" cy="4316"/>
              </a:xfrm>
              <a:custGeom>
                <a:avLst/>
                <a:gdLst>
                  <a:gd name="T0" fmla="*/ 18 w 837"/>
                  <a:gd name="T1" fmla="*/ 1948 h 4316"/>
                  <a:gd name="T2" fmla="*/ 48 w 837"/>
                  <a:gd name="T3" fmla="*/ 1708 h 4316"/>
                  <a:gd name="T4" fmla="*/ 96 w 837"/>
                  <a:gd name="T5" fmla="*/ 1475 h 4316"/>
                  <a:gd name="T6" fmla="*/ 161 w 837"/>
                  <a:gd name="T7" fmla="*/ 1235 h 4316"/>
                  <a:gd name="T8" fmla="*/ 251 w 837"/>
                  <a:gd name="T9" fmla="*/ 995 h 4316"/>
                  <a:gd name="T10" fmla="*/ 365 w 837"/>
                  <a:gd name="T11" fmla="*/ 755 h 4316"/>
                  <a:gd name="T12" fmla="*/ 496 w 837"/>
                  <a:gd name="T13" fmla="*/ 510 h 4316"/>
                  <a:gd name="T14" fmla="*/ 658 w 837"/>
                  <a:gd name="T15" fmla="*/ 258 h 4316"/>
                  <a:gd name="T16" fmla="*/ 741 w 837"/>
                  <a:gd name="T17" fmla="*/ 132 h 4316"/>
                  <a:gd name="T18" fmla="*/ 837 w 837"/>
                  <a:gd name="T19" fmla="*/ 0 h 4316"/>
                  <a:gd name="T20" fmla="*/ 825 w 837"/>
                  <a:gd name="T21" fmla="*/ 0 h 4316"/>
                  <a:gd name="T22" fmla="*/ 729 w 837"/>
                  <a:gd name="T23" fmla="*/ 132 h 4316"/>
                  <a:gd name="T24" fmla="*/ 640 w 837"/>
                  <a:gd name="T25" fmla="*/ 258 h 4316"/>
                  <a:gd name="T26" fmla="*/ 562 w 837"/>
                  <a:gd name="T27" fmla="*/ 384 h 4316"/>
                  <a:gd name="T28" fmla="*/ 484 w 837"/>
                  <a:gd name="T29" fmla="*/ 510 h 4316"/>
                  <a:gd name="T30" fmla="*/ 353 w 837"/>
                  <a:gd name="T31" fmla="*/ 755 h 4316"/>
                  <a:gd name="T32" fmla="*/ 239 w 837"/>
                  <a:gd name="T33" fmla="*/ 995 h 4316"/>
                  <a:gd name="T34" fmla="*/ 150 w 837"/>
                  <a:gd name="T35" fmla="*/ 1235 h 4316"/>
                  <a:gd name="T36" fmla="*/ 84 w 837"/>
                  <a:gd name="T37" fmla="*/ 1469 h 4316"/>
                  <a:gd name="T38" fmla="*/ 36 w 837"/>
                  <a:gd name="T39" fmla="*/ 1702 h 4316"/>
                  <a:gd name="T40" fmla="*/ 6 w 837"/>
                  <a:gd name="T41" fmla="*/ 1942 h 4316"/>
                  <a:gd name="T42" fmla="*/ 0 w 837"/>
                  <a:gd name="T43" fmla="*/ 2200 h 4316"/>
                  <a:gd name="T44" fmla="*/ 12 w 837"/>
                  <a:gd name="T45" fmla="*/ 2470 h 4316"/>
                  <a:gd name="T46" fmla="*/ 48 w 837"/>
                  <a:gd name="T47" fmla="*/ 2739 h 4316"/>
                  <a:gd name="T48" fmla="*/ 114 w 837"/>
                  <a:gd name="T49" fmla="*/ 3027 h 4316"/>
                  <a:gd name="T50" fmla="*/ 150 w 837"/>
                  <a:gd name="T51" fmla="*/ 3171 h 4316"/>
                  <a:gd name="T52" fmla="*/ 197 w 837"/>
                  <a:gd name="T53" fmla="*/ 3321 h 4316"/>
                  <a:gd name="T54" fmla="*/ 245 w 837"/>
                  <a:gd name="T55" fmla="*/ 3477 h 4316"/>
                  <a:gd name="T56" fmla="*/ 305 w 837"/>
                  <a:gd name="T57" fmla="*/ 3639 h 4316"/>
                  <a:gd name="T58" fmla="*/ 365 w 837"/>
                  <a:gd name="T59" fmla="*/ 3800 h 4316"/>
                  <a:gd name="T60" fmla="*/ 437 w 837"/>
                  <a:gd name="T61" fmla="*/ 3968 h 4316"/>
                  <a:gd name="T62" fmla="*/ 508 w 837"/>
                  <a:gd name="T63" fmla="*/ 4136 h 4316"/>
                  <a:gd name="T64" fmla="*/ 592 w 837"/>
                  <a:gd name="T65" fmla="*/ 4316 h 4316"/>
                  <a:gd name="T66" fmla="*/ 604 w 837"/>
                  <a:gd name="T67" fmla="*/ 4316 h 4316"/>
                  <a:gd name="T68" fmla="*/ 520 w 837"/>
                  <a:gd name="T69" fmla="*/ 4136 h 4316"/>
                  <a:gd name="T70" fmla="*/ 448 w 837"/>
                  <a:gd name="T71" fmla="*/ 3968 h 4316"/>
                  <a:gd name="T72" fmla="*/ 377 w 837"/>
                  <a:gd name="T73" fmla="*/ 3800 h 4316"/>
                  <a:gd name="T74" fmla="*/ 317 w 837"/>
                  <a:gd name="T75" fmla="*/ 3639 h 4316"/>
                  <a:gd name="T76" fmla="*/ 257 w 837"/>
                  <a:gd name="T77" fmla="*/ 3477 h 4316"/>
                  <a:gd name="T78" fmla="*/ 209 w 837"/>
                  <a:gd name="T79" fmla="*/ 3327 h 4316"/>
                  <a:gd name="T80" fmla="*/ 161 w 837"/>
                  <a:gd name="T81" fmla="*/ 3171 h 4316"/>
                  <a:gd name="T82" fmla="*/ 126 w 837"/>
                  <a:gd name="T83" fmla="*/ 3027 h 4316"/>
                  <a:gd name="T84" fmla="*/ 60 w 837"/>
                  <a:gd name="T85" fmla="*/ 2739 h 4316"/>
                  <a:gd name="T86" fmla="*/ 24 w 837"/>
                  <a:gd name="T87" fmla="*/ 2470 h 4316"/>
                  <a:gd name="T88" fmla="*/ 12 w 837"/>
                  <a:gd name="T89" fmla="*/ 2206 h 4316"/>
                  <a:gd name="T90" fmla="*/ 18 w 837"/>
                  <a:gd name="T91" fmla="*/ 1948 h 4316"/>
                  <a:gd name="T92" fmla="*/ 18 w 837"/>
                  <a:gd name="T93" fmla="*/ 1948 h 4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837" h="4316">
                    <a:moveTo>
                      <a:pt x="18" y="1948"/>
                    </a:moveTo>
                    <a:lnTo>
                      <a:pt x="48" y="1708"/>
                    </a:lnTo>
                    <a:lnTo>
                      <a:pt x="96" y="1475"/>
                    </a:lnTo>
                    <a:lnTo>
                      <a:pt x="161" y="1235"/>
                    </a:lnTo>
                    <a:lnTo>
                      <a:pt x="251" y="995"/>
                    </a:lnTo>
                    <a:lnTo>
                      <a:pt x="365" y="755"/>
                    </a:lnTo>
                    <a:lnTo>
                      <a:pt x="496" y="510"/>
                    </a:lnTo>
                    <a:lnTo>
                      <a:pt x="658" y="258"/>
                    </a:lnTo>
                    <a:lnTo>
                      <a:pt x="741" y="132"/>
                    </a:lnTo>
                    <a:lnTo>
                      <a:pt x="837" y="0"/>
                    </a:lnTo>
                    <a:lnTo>
                      <a:pt x="825" y="0"/>
                    </a:lnTo>
                    <a:lnTo>
                      <a:pt x="729" y="132"/>
                    </a:lnTo>
                    <a:lnTo>
                      <a:pt x="640" y="258"/>
                    </a:lnTo>
                    <a:lnTo>
                      <a:pt x="562" y="384"/>
                    </a:lnTo>
                    <a:lnTo>
                      <a:pt x="484" y="510"/>
                    </a:lnTo>
                    <a:lnTo>
                      <a:pt x="353" y="755"/>
                    </a:lnTo>
                    <a:lnTo>
                      <a:pt x="239" y="995"/>
                    </a:lnTo>
                    <a:lnTo>
                      <a:pt x="150" y="1235"/>
                    </a:lnTo>
                    <a:lnTo>
                      <a:pt x="84" y="1469"/>
                    </a:lnTo>
                    <a:lnTo>
                      <a:pt x="36" y="1702"/>
                    </a:lnTo>
                    <a:lnTo>
                      <a:pt x="6" y="1942"/>
                    </a:lnTo>
                    <a:lnTo>
                      <a:pt x="0" y="2200"/>
                    </a:lnTo>
                    <a:lnTo>
                      <a:pt x="12" y="2470"/>
                    </a:lnTo>
                    <a:lnTo>
                      <a:pt x="48" y="2739"/>
                    </a:lnTo>
                    <a:lnTo>
                      <a:pt x="114" y="3027"/>
                    </a:lnTo>
                    <a:lnTo>
                      <a:pt x="150" y="3171"/>
                    </a:lnTo>
                    <a:lnTo>
                      <a:pt x="197" y="3321"/>
                    </a:lnTo>
                    <a:lnTo>
                      <a:pt x="245" y="3477"/>
                    </a:lnTo>
                    <a:lnTo>
                      <a:pt x="305" y="3639"/>
                    </a:lnTo>
                    <a:lnTo>
                      <a:pt x="365" y="3800"/>
                    </a:lnTo>
                    <a:lnTo>
                      <a:pt x="437" y="3968"/>
                    </a:lnTo>
                    <a:lnTo>
                      <a:pt x="508" y="4136"/>
                    </a:lnTo>
                    <a:lnTo>
                      <a:pt x="592" y="4316"/>
                    </a:lnTo>
                    <a:lnTo>
                      <a:pt x="604" y="4316"/>
                    </a:lnTo>
                    <a:lnTo>
                      <a:pt x="520" y="4136"/>
                    </a:lnTo>
                    <a:lnTo>
                      <a:pt x="448" y="3968"/>
                    </a:lnTo>
                    <a:lnTo>
                      <a:pt x="377" y="3800"/>
                    </a:lnTo>
                    <a:lnTo>
                      <a:pt x="317" y="3639"/>
                    </a:lnTo>
                    <a:lnTo>
                      <a:pt x="257" y="3477"/>
                    </a:lnTo>
                    <a:lnTo>
                      <a:pt x="209" y="3327"/>
                    </a:lnTo>
                    <a:lnTo>
                      <a:pt x="161" y="3171"/>
                    </a:lnTo>
                    <a:lnTo>
                      <a:pt x="126" y="3027"/>
                    </a:lnTo>
                    <a:lnTo>
                      <a:pt x="60" y="2739"/>
                    </a:lnTo>
                    <a:lnTo>
                      <a:pt x="24" y="2470"/>
                    </a:lnTo>
                    <a:lnTo>
                      <a:pt x="12" y="2206"/>
                    </a:lnTo>
                    <a:lnTo>
                      <a:pt x="18" y="1948"/>
                    </a:lnTo>
                    <a:lnTo>
                      <a:pt x="18" y="1948"/>
                    </a:lnTo>
                    <a:close/>
                  </a:path>
                </a:pathLst>
              </a:custGeom>
              <a:gradFill rotWithShape="0">
                <a:gsLst>
                  <a:gs pos="0">
                    <a:schemeClr val="bg1"/>
                  </a:gs>
                  <a:gs pos="100000">
                    <a:schemeClr val="bg1">
                      <a:gamma/>
                      <a:shade val="66667"/>
                      <a:invGamma/>
                    </a:schemeClr>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zh-CN" altLang="en-US"/>
              </a:p>
            </p:txBody>
          </p:sp>
        </p:grpSp>
        <p:sp>
          <p:nvSpPr>
            <p:cNvPr id="9" name="Freeform 20"/>
            <p:cNvSpPr/>
            <p:nvPr/>
          </p:nvSpPr>
          <p:spPr bwMode="hidden">
            <a:xfrm>
              <a:off x="6" y="2901"/>
              <a:ext cx="606" cy="1415"/>
            </a:xfrm>
            <a:custGeom>
              <a:avLst/>
              <a:gdLst>
                <a:gd name="T0" fmla="*/ 0 w 604"/>
                <a:gd name="T1" fmla="*/ 54 h 1415"/>
                <a:gd name="T2" fmla="*/ 42 w 604"/>
                <a:gd name="T3" fmla="*/ 228 h 1415"/>
                <a:gd name="T4" fmla="*/ 96 w 604"/>
                <a:gd name="T5" fmla="*/ 402 h 1415"/>
                <a:gd name="T6" fmla="*/ 161 w 604"/>
                <a:gd name="T7" fmla="*/ 576 h 1415"/>
                <a:gd name="T8" fmla="*/ 227 w 604"/>
                <a:gd name="T9" fmla="*/ 744 h 1415"/>
                <a:gd name="T10" fmla="*/ 305 w 604"/>
                <a:gd name="T11" fmla="*/ 917 h 1415"/>
                <a:gd name="T12" fmla="*/ 389 w 604"/>
                <a:gd name="T13" fmla="*/ 1085 h 1415"/>
                <a:gd name="T14" fmla="*/ 484 w 604"/>
                <a:gd name="T15" fmla="*/ 1253 h 1415"/>
                <a:gd name="T16" fmla="*/ 586 w 604"/>
                <a:gd name="T17" fmla="*/ 1415 h 1415"/>
                <a:gd name="T18" fmla="*/ 604 w 604"/>
                <a:gd name="T19" fmla="*/ 1415 h 1415"/>
                <a:gd name="T20" fmla="*/ 496 w 604"/>
                <a:gd name="T21" fmla="*/ 1247 h 1415"/>
                <a:gd name="T22" fmla="*/ 401 w 604"/>
                <a:gd name="T23" fmla="*/ 1073 h 1415"/>
                <a:gd name="T24" fmla="*/ 311 w 604"/>
                <a:gd name="T25" fmla="*/ 899 h 1415"/>
                <a:gd name="T26" fmla="*/ 233 w 604"/>
                <a:gd name="T27" fmla="*/ 720 h 1415"/>
                <a:gd name="T28" fmla="*/ 161 w 604"/>
                <a:gd name="T29" fmla="*/ 546 h 1415"/>
                <a:gd name="T30" fmla="*/ 102 w 604"/>
                <a:gd name="T31" fmla="*/ 366 h 1415"/>
                <a:gd name="T32" fmla="*/ 48 w 604"/>
                <a:gd name="T33" fmla="*/ 180 h 1415"/>
                <a:gd name="T34" fmla="*/ 0 w 604"/>
                <a:gd name="T35" fmla="*/ 0 h 1415"/>
                <a:gd name="T36" fmla="*/ 0 w 604"/>
                <a:gd name="T37" fmla="*/ 54 h 1415"/>
                <a:gd name="T38" fmla="*/ 0 w 604"/>
                <a:gd name="T39" fmla="*/ 54 h 14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04" h="1415">
                  <a:moveTo>
                    <a:pt x="0" y="54"/>
                  </a:moveTo>
                  <a:lnTo>
                    <a:pt x="42" y="228"/>
                  </a:lnTo>
                  <a:lnTo>
                    <a:pt x="96" y="402"/>
                  </a:lnTo>
                  <a:lnTo>
                    <a:pt x="161" y="576"/>
                  </a:lnTo>
                  <a:lnTo>
                    <a:pt x="227" y="744"/>
                  </a:lnTo>
                  <a:lnTo>
                    <a:pt x="305" y="917"/>
                  </a:lnTo>
                  <a:lnTo>
                    <a:pt x="389" y="1085"/>
                  </a:lnTo>
                  <a:lnTo>
                    <a:pt x="484" y="1253"/>
                  </a:lnTo>
                  <a:lnTo>
                    <a:pt x="586" y="1415"/>
                  </a:lnTo>
                  <a:lnTo>
                    <a:pt x="604" y="1415"/>
                  </a:lnTo>
                  <a:lnTo>
                    <a:pt x="496" y="1247"/>
                  </a:lnTo>
                  <a:lnTo>
                    <a:pt x="401" y="1073"/>
                  </a:lnTo>
                  <a:lnTo>
                    <a:pt x="311" y="899"/>
                  </a:lnTo>
                  <a:lnTo>
                    <a:pt x="233" y="720"/>
                  </a:lnTo>
                  <a:lnTo>
                    <a:pt x="161" y="546"/>
                  </a:lnTo>
                  <a:lnTo>
                    <a:pt x="102" y="366"/>
                  </a:lnTo>
                  <a:lnTo>
                    <a:pt x="48" y="180"/>
                  </a:lnTo>
                  <a:lnTo>
                    <a:pt x="0" y="0"/>
                  </a:lnTo>
                  <a:lnTo>
                    <a:pt x="0" y="54"/>
                  </a:lnTo>
                  <a:lnTo>
                    <a:pt x="0" y="54"/>
                  </a:lnTo>
                  <a:close/>
                </a:path>
              </a:pathLst>
            </a:custGeom>
            <a:gradFill rotWithShape="0">
              <a:gsLst>
                <a:gs pos="0">
                  <a:schemeClr val="bg2"/>
                </a:gs>
                <a:gs pos="100000">
                  <a:schemeClr val="bg2">
                    <a:gamma/>
                    <a:shade val="60784"/>
                    <a:invGamma/>
                  </a:schemeClr>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zh-CN" altLang="en-US"/>
            </a:p>
          </p:txBody>
        </p:sp>
        <p:sp>
          <p:nvSpPr>
            <p:cNvPr id="10" name="Freeform 21"/>
            <p:cNvSpPr/>
            <p:nvPr/>
          </p:nvSpPr>
          <p:spPr bwMode="hidden">
            <a:xfrm>
              <a:off x="6" y="3890"/>
              <a:ext cx="228" cy="426"/>
            </a:xfrm>
            <a:custGeom>
              <a:avLst/>
              <a:gdLst>
                <a:gd name="T0" fmla="*/ 0 w 227"/>
                <a:gd name="T1" fmla="*/ 30 h 426"/>
                <a:gd name="T2" fmla="*/ 108 w 227"/>
                <a:gd name="T3" fmla="*/ 240 h 426"/>
                <a:gd name="T4" fmla="*/ 215 w 227"/>
                <a:gd name="T5" fmla="*/ 426 h 426"/>
                <a:gd name="T6" fmla="*/ 227 w 227"/>
                <a:gd name="T7" fmla="*/ 426 h 426"/>
                <a:gd name="T8" fmla="*/ 167 w 227"/>
                <a:gd name="T9" fmla="*/ 330 h 426"/>
                <a:gd name="T10" fmla="*/ 114 w 227"/>
                <a:gd name="T11" fmla="*/ 222 h 426"/>
                <a:gd name="T12" fmla="*/ 0 w 227"/>
                <a:gd name="T13" fmla="*/ 0 h 426"/>
                <a:gd name="T14" fmla="*/ 0 w 227"/>
                <a:gd name="T15" fmla="*/ 30 h 426"/>
                <a:gd name="T16" fmla="*/ 0 w 227"/>
                <a:gd name="T17" fmla="*/ 30 h 4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27" h="426">
                  <a:moveTo>
                    <a:pt x="0" y="30"/>
                  </a:moveTo>
                  <a:lnTo>
                    <a:pt x="108" y="240"/>
                  </a:lnTo>
                  <a:lnTo>
                    <a:pt x="215" y="426"/>
                  </a:lnTo>
                  <a:lnTo>
                    <a:pt x="227" y="426"/>
                  </a:lnTo>
                  <a:lnTo>
                    <a:pt x="167" y="330"/>
                  </a:lnTo>
                  <a:lnTo>
                    <a:pt x="114" y="222"/>
                  </a:lnTo>
                  <a:lnTo>
                    <a:pt x="0" y="0"/>
                  </a:lnTo>
                  <a:lnTo>
                    <a:pt x="0" y="30"/>
                  </a:lnTo>
                  <a:lnTo>
                    <a:pt x="0" y="30"/>
                  </a:lnTo>
                  <a:close/>
                </a:path>
              </a:pathLst>
            </a:custGeom>
            <a:gradFill rotWithShape="0">
              <a:gsLst>
                <a:gs pos="0">
                  <a:schemeClr val="bg2"/>
                </a:gs>
                <a:gs pos="100000">
                  <a:schemeClr val="bg2">
                    <a:gamma/>
                    <a:shade val="60784"/>
                    <a:invGamma/>
                  </a:schemeClr>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zh-CN" altLang="en-US"/>
            </a:p>
          </p:txBody>
        </p:sp>
        <p:sp>
          <p:nvSpPr>
            <p:cNvPr id="11" name="Freeform 22"/>
            <p:cNvSpPr/>
            <p:nvPr/>
          </p:nvSpPr>
          <p:spPr bwMode="hidden">
            <a:xfrm>
              <a:off x="4776" y="0"/>
              <a:ext cx="984" cy="1786"/>
            </a:xfrm>
            <a:custGeom>
              <a:avLst/>
              <a:gdLst>
                <a:gd name="T0" fmla="*/ 981 w 981"/>
                <a:gd name="T1" fmla="*/ 1786 h 1786"/>
                <a:gd name="T2" fmla="*/ 981 w 981"/>
                <a:gd name="T3" fmla="*/ 1720 h 1786"/>
                <a:gd name="T4" fmla="*/ 969 w 981"/>
                <a:gd name="T5" fmla="*/ 1666 h 1786"/>
                <a:gd name="T6" fmla="*/ 957 w 981"/>
                <a:gd name="T7" fmla="*/ 1613 h 1786"/>
                <a:gd name="T8" fmla="*/ 921 w 981"/>
                <a:gd name="T9" fmla="*/ 1487 h 1786"/>
                <a:gd name="T10" fmla="*/ 885 w 981"/>
                <a:gd name="T11" fmla="*/ 1361 h 1786"/>
                <a:gd name="T12" fmla="*/ 796 w 981"/>
                <a:gd name="T13" fmla="*/ 1121 h 1786"/>
                <a:gd name="T14" fmla="*/ 682 w 981"/>
                <a:gd name="T15" fmla="*/ 899 h 1786"/>
                <a:gd name="T16" fmla="*/ 562 w 981"/>
                <a:gd name="T17" fmla="*/ 689 h 1786"/>
                <a:gd name="T18" fmla="*/ 431 w 981"/>
                <a:gd name="T19" fmla="*/ 498 h 1786"/>
                <a:gd name="T20" fmla="*/ 293 w 981"/>
                <a:gd name="T21" fmla="*/ 318 h 1786"/>
                <a:gd name="T22" fmla="*/ 150 w 981"/>
                <a:gd name="T23" fmla="*/ 150 h 1786"/>
                <a:gd name="T24" fmla="*/ 12 w 981"/>
                <a:gd name="T25" fmla="*/ 0 h 1786"/>
                <a:gd name="T26" fmla="*/ 0 w 981"/>
                <a:gd name="T27" fmla="*/ 0 h 1786"/>
                <a:gd name="T28" fmla="*/ 138 w 981"/>
                <a:gd name="T29" fmla="*/ 150 h 1786"/>
                <a:gd name="T30" fmla="*/ 275 w 981"/>
                <a:gd name="T31" fmla="*/ 318 h 1786"/>
                <a:gd name="T32" fmla="*/ 413 w 981"/>
                <a:gd name="T33" fmla="*/ 498 h 1786"/>
                <a:gd name="T34" fmla="*/ 545 w 981"/>
                <a:gd name="T35" fmla="*/ 689 h 1786"/>
                <a:gd name="T36" fmla="*/ 670 w 981"/>
                <a:gd name="T37" fmla="*/ 899 h 1786"/>
                <a:gd name="T38" fmla="*/ 778 w 981"/>
                <a:gd name="T39" fmla="*/ 1121 h 1786"/>
                <a:gd name="T40" fmla="*/ 873 w 981"/>
                <a:gd name="T41" fmla="*/ 1361 h 1786"/>
                <a:gd name="T42" fmla="*/ 909 w 981"/>
                <a:gd name="T43" fmla="*/ 1487 h 1786"/>
                <a:gd name="T44" fmla="*/ 945 w 981"/>
                <a:gd name="T45" fmla="*/ 1619 h 1786"/>
                <a:gd name="T46" fmla="*/ 963 w 981"/>
                <a:gd name="T47" fmla="*/ 1702 h 1786"/>
                <a:gd name="T48" fmla="*/ 981 w 981"/>
                <a:gd name="T49" fmla="*/ 1786 h 1786"/>
                <a:gd name="T50" fmla="*/ 981 w 981"/>
                <a:gd name="T51" fmla="*/ 1786 h 17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981" h="1786">
                  <a:moveTo>
                    <a:pt x="981" y="1786"/>
                  </a:moveTo>
                  <a:lnTo>
                    <a:pt x="981" y="1720"/>
                  </a:lnTo>
                  <a:lnTo>
                    <a:pt x="969" y="1666"/>
                  </a:lnTo>
                  <a:lnTo>
                    <a:pt x="957" y="1613"/>
                  </a:lnTo>
                  <a:lnTo>
                    <a:pt x="921" y="1487"/>
                  </a:lnTo>
                  <a:lnTo>
                    <a:pt x="885" y="1361"/>
                  </a:lnTo>
                  <a:lnTo>
                    <a:pt x="796" y="1121"/>
                  </a:lnTo>
                  <a:lnTo>
                    <a:pt x="682" y="899"/>
                  </a:lnTo>
                  <a:lnTo>
                    <a:pt x="562" y="689"/>
                  </a:lnTo>
                  <a:lnTo>
                    <a:pt x="431" y="498"/>
                  </a:lnTo>
                  <a:lnTo>
                    <a:pt x="293" y="318"/>
                  </a:lnTo>
                  <a:lnTo>
                    <a:pt x="150" y="150"/>
                  </a:lnTo>
                  <a:lnTo>
                    <a:pt x="12" y="0"/>
                  </a:lnTo>
                  <a:lnTo>
                    <a:pt x="0" y="0"/>
                  </a:lnTo>
                  <a:lnTo>
                    <a:pt x="138" y="150"/>
                  </a:lnTo>
                  <a:lnTo>
                    <a:pt x="275" y="318"/>
                  </a:lnTo>
                  <a:lnTo>
                    <a:pt x="413" y="498"/>
                  </a:lnTo>
                  <a:lnTo>
                    <a:pt x="545" y="689"/>
                  </a:lnTo>
                  <a:lnTo>
                    <a:pt x="670" y="899"/>
                  </a:lnTo>
                  <a:lnTo>
                    <a:pt x="778" y="1121"/>
                  </a:lnTo>
                  <a:lnTo>
                    <a:pt x="873" y="1361"/>
                  </a:lnTo>
                  <a:lnTo>
                    <a:pt x="909" y="1487"/>
                  </a:lnTo>
                  <a:lnTo>
                    <a:pt x="945" y="1619"/>
                  </a:lnTo>
                  <a:lnTo>
                    <a:pt x="963" y="1702"/>
                  </a:lnTo>
                  <a:lnTo>
                    <a:pt x="981" y="1786"/>
                  </a:lnTo>
                  <a:lnTo>
                    <a:pt x="981" y="1786"/>
                  </a:lnTo>
                  <a:close/>
                </a:path>
              </a:pathLst>
            </a:custGeom>
            <a:gradFill rotWithShape="0">
              <a:gsLst>
                <a:gs pos="0">
                  <a:schemeClr val="bg1"/>
                </a:gs>
                <a:gs pos="100000">
                  <a:schemeClr val="bg1">
                    <a:gamma/>
                    <a:shade val="94118"/>
                    <a:invGamma/>
                  </a:schemeClr>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zh-CN" altLang="en-US"/>
            </a:p>
          </p:txBody>
        </p:sp>
        <p:sp>
          <p:nvSpPr>
            <p:cNvPr id="12" name="Freeform 23"/>
            <p:cNvSpPr/>
            <p:nvPr/>
          </p:nvSpPr>
          <p:spPr bwMode="hidden">
            <a:xfrm>
              <a:off x="5041" y="0"/>
              <a:ext cx="719" cy="845"/>
            </a:xfrm>
            <a:custGeom>
              <a:avLst/>
              <a:gdLst>
                <a:gd name="T0" fmla="*/ 717 w 717"/>
                <a:gd name="T1" fmla="*/ 845 h 845"/>
                <a:gd name="T2" fmla="*/ 717 w 717"/>
                <a:gd name="T3" fmla="*/ 821 h 845"/>
                <a:gd name="T4" fmla="*/ 574 w 717"/>
                <a:gd name="T5" fmla="*/ 605 h 845"/>
                <a:gd name="T6" fmla="*/ 406 w 717"/>
                <a:gd name="T7" fmla="*/ 396 h 845"/>
                <a:gd name="T8" fmla="*/ 221 w 717"/>
                <a:gd name="T9" fmla="*/ 192 h 845"/>
                <a:gd name="T10" fmla="*/ 17 w 717"/>
                <a:gd name="T11" fmla="*/ 0 h 845"/>
                <a:gd name="T12" fmla="*/ 0 w 717"/>
                <a:gd name="T13" fmla="*/ 0 h 845"/>
                <a:gd name="T14" fmla="*/ 209 w 717"/>
                <a:gd name="T15" fmla="*/ 198 h 845"/>
                <a:gd name="T16" fmla="*/ 400 w 717"/>
                <a:gd name="T17" fmla="*/ 408 h 845"/>
                <a:gd name="T18" fmla="*/ 568 w 717"/>
                <a:gd name="T19" fmla="*/ 623 h 845"/>
                <a:gd name="T20" fmla="*/ 717 w 717"/>
                <a:gd name="T21" fmla="*/ 845 h 845"/>
                <a:gd name="T22" fmla="*/ 717 w 717"/>
                <a:gd name="T23" fmla="*/ 845 h 8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717" h="845">
                  <a:moveTo>
                    <a:pt x="717" y="845"/>
                  </a:moveTo>
                  <a:lnTo>
                    <a:pt x="717" y="821"/>
                  </a:lnTo>
                  <a:lnTo>
                    <a:pt x="574" y="605"/>
                  </a:lnTo>
                  <a:lnTo>
                    <a:pt x="406" y="396"/>
                  </a:lnTo>
                  <a:lnTo>
                    <a:pt x="221" y="192"/>
                  </a:lnTo>
                  <a:lnTo>
                    <a:pt x="17" y="0"/>
                  </a:lnTo>
                  <a:lnTo>
                    <a:pt x="0" y="0"/>
                  </a:lnTo>
                  <a:lnTo>
                    <a:pt x="209" y="198"/>
                  </a:lnTo>
                  <a:lnTo>
                    <a:pt x="400" y="408"/>
                  </a:lnTo>
                  <a:lnTo>
                    <a:pt x="568" y="623"/>
                  </a:lnTo>
                  <a:lnTo>
                    <a:pt x="717" y="845"/>
                  </a:lnTo>
                  <a:lnTo>
                    <a:pt x="717" y="845"/>
                  </a:ln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zh-CN" altLang="en-US"/>
            </a:p>
          </p:txBody>
        </p:sp>
        <p:sp>
          <p:nvSpPr>
            <p:cNvPr id="13" name="Freeform 24"/>
            <p:cNvSpPr/>
            <p:nvPr/>
          </p:nvSpPr>
          <p:spPr bwMode="hidden">
            <a:xfrm>
              <a:off x="5352" y="0"/>
              <a:ext cx="408" cy="414"/>
            </a:xfrm>
            <a:custGeom>
              <a:avLst/>
              <a:gdLst>
                <a:gd name="T0" fmla="*/ 407 w 407"/>
                <a:gd name="T1" fmla="*/ 414 h 414"/>
                <a:gd name="T2" fmla="*/ 407 w 407"/>
                <a:gd name="T3" fmla="*/ 396 h 414"/>
                <a:gd name="T4" fmla="*/ 222 w 407"/>
                <a:gd name="T5" fmla="*/ 192 h 414"/>
                <a:gd name="T6" fmla="*/ 12 w 407"/>
                <a:gd name="T7" fmla="*/ 0 h 414"/>
                <a:gd name="T8" fmla="*/ 0 w 407"/>
                <a:gd name="T9" fmla="*/ 0 h 414"/>
                <a:gd name="T10" fmla="*/ 108 w 407"/>
                <a:gd name="T11" fmla="*/ 102 h 414"/>
                <a:gd name="T12" fmla="*/ 216 w 407"/>
                <a:gd name="T13" fmla="*/ 204 h 414"/>
                <a:gd name="T14" fmla="*/ 407 w 407"/>
                <a:gd name="T15" fmla="*/ 414 h 414"/>
                <a:gd name="T16" fmla="*/ 407 w 407"/>
                <a:gd name="T17" fmla="*/ 414 h 4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07" h="414">
                  <a:moveTo>
                    <a:pt x="407" y="414"/>
                  </a:moveTo>
                  <a:lnTo>
                    <a:pt x="407" y="396"/>
                  </a:lnTo>
                  <a:lnTo>
                    <a:pt x="222" y="192"/>
                  </a:lnTo>
                  <a:lnTo>
                    <a:pt x="12" y="0"/>
                  </a:lnTo>
                  <a:lnTo>
                    <a:pt x="0" y="0"/>
                  </a:lnTo>
                  <a:lnTo>
                    <a:pt x="108" y="102"/>
                  </a:lnTo>
                  <a:lnTo>
                    <a:pt x="216" y="204"/>
                  </a:lnTo>
                  <a:lnTo>
                    <a:pt x="407" y="414"/>
                  </a:lnTo>
                  <a:lnTo>
                    <a:pt x="407" y="414"/>
                  </a:ln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zh-CN" altLang="en-US"/>
            </a:p>
          </p:txBody>
        </p:sp>
        <p:sp>
          <p:nvSpPr>
            <p:cNvPr id="14" name="Freeform 25"/>
            <p:cNvSpPr/>
            <p:nvPr/>
          </p:nvSpPr>
          <p:spPr bwMode="hidden">
            <a:xfrm>
              <a:off x="6" y="0"/>
              <a:ext cx="858" cy="1409"/>
            </a:xfrm>
            <a:custGeom>
              <a:avLst/>
              <a:gdLst>
                <a:gd name="T0" fmla="*/ 0 w 855"/>
                <a:gd name="T1" fmla="*/ 1361 h 1409"/>
                <a:gd name="T2" fmla="*/ 0 w 855"/>
                <a:gd name="T3" fmla="*/ 1409 h 1409"/>
                <a:gd name="T4" fmla="*/ 54 w 855"/>
                <a:gd name="T5" fmla="*/ 1211 h 1409"/>
                <a:gd name="T6" fmla="*/ 126 w 855"/>
                <a:gd name="T7" fmla="*/ 1013 h 1409"/>
                <a:gd name="T8" fmla="*/ 215 w 855"/>
                <a:gd name="T9" fmla="*/ 827 h 1409"/>
                <a:gd name="T10" fmla="*/ 311 w 855"/>
                <a:gd name="T11" fmla="*/ 647 h 1409"/>
                <a:gd name="T12" fmla="*/ 431 w 855"/>
                <a:gd name="T13" fmla="*/ 474 h 1409"/>
                <a:gd name="T14" fmla="*/ 556 w 855"/>
                <a:gd name="T15" fmla="*/ 312 h 1409"/>
                <a:gd name="T16" fmla="*/ 700 w 855"/>
                <a:gd name="T17" fmla="*/ 150 h 1409"/>
                <a:gd name="T18" fmla="*/ 855 w 855"/>
                <a:gd name="T19" fmla="*/ 0 h 1409"/>
                <a:gd name="T20" fmla="*/ 837 w 855"/>
                <a:gd name="T21" fmla="*/ 0 h 1409"/>
                <a:gd name="T22" fmla="*/ 688 w 855"/>
                <a:gd name="T23" fmla="*/ 144 h 1409"/>
                <a:gd name="T24" fmla="*/ 550 w 855"/>
                <a:gd name="T25" fmla="*/ 300 h 1409"/>
                <a:gd name="T26" fmla="*/ 425 w 855"/>
                <a:gd name="T27" fmla="*/ 462 h 1409"/>
                <a:gd name="T28" fmla="*/ 311 w 855"/>
                <a:gd name="T29" fmla="*/ 629 h 1409"/>
                <a:gd name="T30" fmla="*/ 215 w 855"/>
                <a:gd name="T31" fmla="*/ 803 h 1409"/>
                <a:gd name="T32" fmla="*/ 132 w 855"/>
                <a:gd name="T33" fmla="*/ 983 h 1409"/>
                <a:gd name="T34" fmla="*/ 60 w 855"/>
                <a:gd name="T35" fmla="*/ 1169 h 1409"/>
                <a:gd name="T36" fmla="*/ 0 w 855"/>
                <a:gd name="T37" fmla="*/ 1361 h 1409"/>
                <a:gd name="T38" fmla="*/ 0 w 855"/>
                <a:gd name="T39" fmla="*/ 1361 h 14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855" h="1409">
                  <a:moveTo>
                    <a:pt x="0" y="1361"/>
                  </a:moveTo>
                  <a:lnTo>
                    <a:pt x="0" y="1409"/>
                  </a:lnTo>
                  <a:lnTo>
                    <a:pt x="54" y="1211"/>
                  </a:lnTo>
                  <a:lnTo>
                    <a:pt x="126" y="1013"/>
                  </a:lnTo>
                  <a:lnTo>
                    <a:pt x="215" y="827"/>
                  </a:lnTo>
                  <a:lnTo>
                    <a:pt x="311" y="647"/>
                  </a:lnTo>
                  <a:lnTo>
                    <a:pt x="431" y="474"/>
                  </a:lnTo>
                  <a:lnTo>
                    <a:pt x="556" y="312"/>
                  </a:lnTo>
                  <a:lnTo>
                    <a:pt x="700" y="150"/>
                  </a:lnTo>
                  <a:lnTo>
                    <a:pt x="855" y="0"/>
                  </a:lnTo>
                  <a:lnTo>
                    <a:pt x="837" y="0"/>
                  </a:lnTo>
                  <a:lnTo>
                    <a:pt x="688" y="144"/>
                  </a:lnTo>
                  <a:lnTo>
                    <a:pt x="550" y="300"/>
                  </a:lnTo>
                  <a:lnTo>
                    <a:pt x="425" y="462"/>
                  </a:lnTo>
                  <a:lnTo>
                    <a:pt x="311" y="629"/>
                  </a:lnTo>
                  <a:lnTo>
                    <a:pt x="215" y="803"/>
                  </a:lnTo>
                  <a:lnTo>
                    <a:pt x="132" y="983"/>
                  </a:lnTo>
                  <a:lnTo>
                    <a:pt x="60" y="1169"/>
                  </a:lnTo>
                  <a:lnTo>
                    <a:pt x="0" y="1361"/>
                  </a:lnTo>
                  <a:lnTo>
                    <a:pt x="0" y="1361"/>
                  </a:lnTo>
                  <a:close/>
                </a:path>
              </a:pathLst>
            </a:custGeom>
            <a:gradFill rotWithShape="0">
              <a:gsLst>
                <a:gs pos="0">
                  <a:schemeClr val="bg1"/>
                </a:gs>
                <a:gs pos="100000">
                  <a:schemeClr val="bg1">
                    <a:gamma/>
                    <a:shade val="94118"/>
                    <a:invGamma/>
                  </a:schemeClr>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zh-CN" altLang="en-US"/>
            </a:p>
          </p:txBody>
        </p:sp>
        <p:sp>
          <p:nvSpPr>
            <p:cNvPr id="15" name="Freeform 26"/>
            <p:cNvSpPr/>
            <p:nvPr/>
          </p:nvSpPr>
          <p:spPr bwMode="hidden">
            <a:xfrm>
              <a:off x="6" y="0"/>
              <a:ext cx="588" cy="599"/>
            </a:xfrm>
            <a:custGeom>
              <a:avLst/>
              <a:gdLst>
                <a:gd name="T0" fmla="*/ 586 w 586"/>
                <a:gd name="T1" fmla="*/ 0 h 599"/>
                <a:gd name="T2" fmla="*/ 568 w 586"/>
                <a:gd name="T3" fmla="*/ 0 h 599"/>
                <a:gd name="T4" fmla="*/ 407 w 586"/>
                <a:gd name="T5" fmla="*/ 132 h 599"/>
                <a:gd name="T6" fmla="*/ 257 w 586"/>
                <a:gd name="T7" fmla="*/ 270 h 599"/>
                <a:gd name="T8" fmla="*/ 120 w 586"/>
                <a:gd name="T9" fmla="*/ 420 h 599"/>
                <a:gd name="T10" fmla="*/ 0 w 586"/>
                <a:gd name="T11" fmla="*/ 575 h 599"/>
                <a:gd name="T12" fmla="*/ 0 w 586"/>
                <a:gd name="T13" fmla="*/ 599 h 599"/>
                <a:gd name="T14" fmla="*/ 120 w 586"/>
                <a:gd name="T15" fmla="*/ 432 h 599"/>
                <a:gd name="T16" fmla="*/ 257 w 586"/>
                <a:gd name="T17" fmla="*/ 282 h 599"/>
                <a:gd name="T18" fmla="*/ 413 w 586"/>
                <a:gd name="T19" fmla="*/ 138 h 599"/>
                <a:gd name="T20" fmla="*/ 586 w 586"/>
                <a:gd name="T21" fmla="*/ 0 h 599"/>
                <a:gd name="T22" fmla="*/ 586 w 586"/>
                <a:gd name="T23" fmla="*/ 0 h 5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586" h="599">
                  <a:moveTo>
                    <a:pt x="586" y="0"/>
                  </a:moveTo>
                  <a:lnTo>
                    <a:pt x="568" y="0"/>
                  </a:lnTo>
                  <a:lnTo>
                    <a:pt x="407" y="132"/>
                  </a:lnTo>
                  <a:lnTo>
                    <a:pt x="257" y="270"/>
                  </a:lnTo>
                  <a:lnTo>
                    <a:pt x="120" y="420"/>
                  </a:lnTo>
                  <a:lnTo>
                    <a:pt x="0" y="575"/>
                  </a:lnTo>
                  <a:lnTo>
                    <a:pt x="0" y="599"/>
                  </a:lnTo>
                  <a:lnTo>
                    <a:pt x="120" y="432"/>
                  </a:lnTo>
                  <a:lnTo>
                    <a:pt x="257" y="282"/>
                  </a:lnTo>
                  <a:lnTo>
                    <a:pt x="413" y="138"/>
                  </a:lnTo>
                  <a:lnTo>
                    <a:pt x="586" y="0"/>
                  </a:lnTo>
                  <a:lnTo>
                    <a:pt x="586" y="0"/>
                  </a:ln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zh-CN" altLang="en-US"/>
            </a:p>
          </p:txBody>
        </p:sp>
        <p:sp>
          <p:nvSpPr>
            <p:cNvPr id="16" name="Freeform 27"/>
            <p:cNvSpPr/>
            <p:nvPr/>
          </p:nvSpPr>
          <p:spPr bwMode="hidden">
            <a:xfrm>
              <a:off x="6" y="0"/>
              <a:ext cx="270" cy="252"/>
            </a:xfrm>
            <a:custGeom>
              <a:avLst/>
              <a:gdLst>
                <a:gd name="T0" fmla="*/ 269 w 269"/>
                <a:gd name="T1" fmla="*/ 0 h 252"/>
                <a:gd name="T2" fmla="*/ 251 w 269"/>
                <a:gd name="T3" fmla="*/ 0 h 252"/>
                <a:gd name="T4" fmla="*/ 120 w 269"/>
                <a:gd name="T5" fmla="*/ 114 h 252"/>
                <a:gd name="T6" fmla="*/ 60 w 269"/>
                <a:gd name="T7" fmla="*/ 174 h 252"/>
                <a:gd name="T8" fmla="*/ 0 w 269"/>
                <a:gd name="T9" fmla="*/ 234 h 252"/>
                <a:gd name="T10" fmla="*/ 0 w 269"/>
                <a:gd name="T11" fmla="*/ 252 h 252"/>
                <a:gd name="T12" fmla="*/ 126 w 269"/>
                <a:gd name="T13" fmla="*/ 120 h 252"/>
                <a:gd name="T14" fmla="*/ 269 w 269"/>
                <a:gd name="T15" fmla="*/ 0 h 252"/>
                <a:gd name="T16" fmla="*/ 269 w 269"/>
                <a:gd name="T17" fmla="*/ 0 h 2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69" h="252">
                  <a:moveTo>
                    <a:pt x="269" y="0"/>
                  </a:moveTo>
                  <a:lnTo>
                    <a:pt x="251" y="0"/>
                  </a:lnTo>
                  <a:lnTo>
                    <a:pt x="120" y="114"/>
                  </a:lnTo>
                  <a:lnTo>
                    <a:pt x="60" y="174"/>
                  </a:lnTo>
                  <a:lnTo>
                    <a:pt x="0" y="234"/>
                  </a:lnTo>
                  <a:lnTo>
                    <a:pt x="0" y="252"/>
                  </a:lnTo>
                  <a:lnTo>
                    <a:pt x="126" y="120"/>
                  </a:lnTo>
                  <a:lnTo>
                    <a:pt x="269" y="0"/>
                  </a:lnTo>
                  <a:lnTo>
                    <a:pt x="269" y="0"/>
                  </a:ln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zh-CN" altLang="en-US"/>
            </a:p>
          </p:txBody>
        </p:sp>
        <p:sp>
          <p:nvSpPr>
            <p:cNvPr id="17" name="Line 28"/>
            <p:cNvSpPr>
              <a:spLocks noChangeShapeType="1"/>
            </p:cNvSpPr>
            <p:nvPr/>
          </p:nvSpPr>
          <p:spPr bwMode="hidden">
            <a:xfrm>
              <a:off x="1" y="2749"/>
              <a:ext cx="5758" cy="0"/>
            </a:xfrm>
            <a:prstGeom prst="line">
              <a:avLst/>
            </a:prstGeom>
            <a:noFill/>
            <a:ln w="158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a:p>
          </p:txBody>
        </p:sp>
        <p:sp>
          <p:nvSpPr>
            <p:cNvPr id="18" name="Line 29"/>
            <p:cNvSpPr>
              <a:spLocks noChangeShapeType="1"/>
            </p:cNvSpPr>
            <p:nvPr/>
          </p:nvSpPr>
          <p:spPr bwMode="hidden">
            <a:xfrm>
              <a:off x="1" y="2356"/>
              <a:ext cx="5758" cy="0"/>
            </a:xfrm>
            <a:prstGeom prst="line">
              <a:avLst/>
            </a:prstGeom>
            <a:noFill/>
            <a:ln w="158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a:p>
          </p:txBody>
        </p:sp>
        <p:sp>
          <p:nvSpPr>
            <p:cNvPr id="19" name="Line 30"/>
            <p:cNvSpPr>
              <a:spLocks noChangeShapeType="1"/>
            </p:cNvSpPr>
            <p:nvPr/>
          </p:nvSpPr>
          <p:spPr bwMode="hidden">
            <a:xfrm>
              <a:off x="1" y="3142"/>
              <a:ext cx="5758" cy="0"/>
            </a:xfrm>
            <a:prstGeom prst="line">
              <a:avLst/>
            </a:prstGeom>
            <a:noFill/>
            <a:ln w="1587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a:p>
          </p:txBody>
        </p:sp>
        <p:grpSp>
          <p:nvGrpSpPr>
            <p:cNvPr id="20" name="Group 31"/>
            <p:cNvGrpSpPr/>
            <p:nvPr/>
          </p:nvGrpSpPr>
          <p:grpSpPr bwMode="auto">
            <a:xfrm>
              <a:off x="1" y="392"/>
              <a:ext cx="5758" cy="1571"/>
              <a:chOff x="1" y="392"/>
              <a:chExt cx="5758" cy="1571"/>
            </a:xfrm>
          </p:grpSpPr>
          <p:sp>
            <p:nvSpPr>
              <p:cNvPr id="23" name="Line 32"/>
              <p:cNvSpPr>
                <a:spLocks noChangeShapeType="1"/>
              </p:cNvSpPr>
              <p:nvPr userDrawn="1"/>
            </p:nvSpPr>
            <p:spPr bwMode="hidden">
              <a:xfrm>
                <a:off x="1" y="784"/>
                <a:ext cx="5758" cy="0"/>
              </a:xfrm>
              <a:prstGeom prst="line">
                <a:avLst/>
              </a:prstGeom>
              <a:noFill/>
              <a:ln w="158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a:p>
            </p:txBody>
          </p:sp>
          <p:sp>
            <p:nvSpPr>
              <p:cNvPr id="24" name="Line 33"/>
              <p:cNvSpPr>
                <a:spLocks noChangeShapeType="1"/>
              </p:cNvSpPr>
              <p:nvPr userDrawn="1"/>
            </p:nvSpPr>
            <p:spPr bwMode="hidden">
              <a:xfrm>
                <a:off x="1" y="1963"/>
                <a:ext cx="5758" cy="0"/>
              </a:xfrm>
              <a:prstGeom prst="line">
                <a:avLst/>
              </a:prstGeom>
              <a:noFill/>
              <a:ln w="158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a:p>
            </p:txBody>
          </p:sp>
          <p:sp>
            <p:nvSpPr>
              <p:cNvPr id="25" name="Line 34"/>
              <p:cNvSpPr>
                <a:spLocks noChangeShapeType="1"/>
              </p:cNvSpPr>
              <p:nvPr userDrawn="1"/>
            </p:nvSpPr>
            <p:spPr bwMode="hidden">
              <a:xfrm>
                <a:off x="1" y="1570"/>
                <a:ext cx="5758" cy="0"/>
              </a:xfrm>
              <a:prstGeom prst="line">
                <a:avLst/>
              </a:prstGeom>
              <a:noFill/>
              <a:ln w="158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a:p>
            </p:txBody>
          </p:sp>
          <p:sp>
            <p:nvSpPr>
              <p:cNvPr id="26" name="Line 35"/>
              <p:cNvSpPr>
                <a:spLocks noChangeShapeType="1"/>
              </p:cNvSpPr>
              <p:nvPr userDrawn="1"/>
            </p:nvSpPr>
            <p:spPr bwMode="hidden">
              <a:xfrm>
                <a:off x="1" y="1177"/>
                <a:ext cx="5758" cy="0"/>
              </a:xfrm>
              <a:prstGeom prst="line">
                <a:avLst/>
              </a:prstGeom>
              <a:noFill/>
              <a:ln w="158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a:p>
            </p:txBody>
          </p:sp>
          <p:sp>
            <p:nvSpPr>
              <p:cNvPr id="27" name="Line 36"/>
              <p:cNvSpPr>
                <a:spLocks noChangeShapeType="1"/>
              </p:cNvSpPr>
              <p:nvPr userDrawn="1"/>
            </p:nvSpPr>
            <p:spPr bwMode="hidden">
              <a:xfrm>
                <a:off x="1" y="392"/>
                <a:ext cx="5758" cy="0"/>
              </a:xfrm>
              <a:prstGeom prst="line">
                <a:avLst/>
              </a:prstGeom>
              <a:noFill/>
              <a:ln w="158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a:p>
            </p:txBody>
          </p:sp>
        </p:grpSp>
        <p:sp>
          <p:nvSpPr>
            <p:cNvPr id="21" name="Line 37"/>
            <p:cNvSpPr>
              <a:spLocks noChangeShapeType="1"/>
            </p:cNvSpPr>
            <p:nvPr/>
          </p:nvSpPr>
          <p:spPr bwMode="hidden">
            <a:xfrm>
              <a:off x="1" y="3928"/>
              <a:ext cx="5758" cy="0"/>
            </a:xfrm>
            <a:prstGeom prst="line">
              <a:avLst/>
            </a:prstGeom>
            <a:noFill/>
            <a:ln w="1587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a:p>
          </p:txBody>
        </p:sp>
        <p:sp>
          <p:nvSpPr>
            <p:cNvPr id="22" name="Line 38"/>
            <p:cNvSpPr>
              <a:spLocks noChangeShapeType="1"/>
            </p:cNvSpPr>
            <p:nvPr/>
          </p:nvSpPr>
          <p:spPr bwMode="hidden">
            <a:xfrm>
              <a:off x="1" y="3535"/>
              <a:ext cx="5758" cy="0"/>
            </a:xfrm>
            <a:prstGeom prst="line">
              <a:avLst/>
            </a:prstGeom>
            <a:noFill/>
            <a:ln w="1587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a:p>
          </p:txBody>
        </p:sp>
      </p:grpSp>
      <p:sp>
        <p:nvSpPr>
          <p:cNvPr id="44071" name="Rectangle 39"/>
          <p:cNvSpPr>
            <a:spLocks noGrp="1" noChangeArrowheads="1"/>
          </p:cNvSpPr>
          <p:nvPr>
            <p:ph type="ctrTitle" sz="quarter"/>
          </p:nvPr>
        </p:nvSpPr>
        <p:spPr>
          <a:xfrm>
            <a:off x="685800" y="1692275"/>
            <a:ext cx="7772400" cy="1736725"/>
          </a:xfrm>
        </p:spPr>
        <p:txBody>
          <a:bodyPr anchor="b"/>
          <a:lstStyle>
            <a:lvl1pPr>
              <a:defRPr sz="5400"/>
            </a:lvl1pPr>
          </a:lstStyle>
          <a:p>
            <a:pPr lvl="0"/>
            <a:r>
              <a:rPr lang="zh-CN" altLang="en-US" noProof="0" smtClean="0"/>
              <a:t>单击此处编辑母版标题样式</a:t>
            </a:r>
            <a:endParaRPr lang="zh-CN" altLang="en-US" noProof="0" smtClean="0"/>
          </a:p>
        </p:txBody>
      </p:sp>
      <p:sp>
        <p:nvSpPr>
          <p:cNvPr id="44072" name="Rectangle 40"/>
          <p:cNvSpPr>
            <a:spLocks noGrp="1" noChangeArrowheads="1"/>
          </p:cNvSpPr>
          <p:nvPr>
            <p:ph type="subTitle" sz="quarter" idx="1"/>
          </p:nvPr>
        </p:nvSpPr>
        <p:spPr>
          <a:xfrm>
            <a:off x="1371600" y="3886200"/>
            <a:ext cx="6400800" cy="1752600"/>
          </a:xfrm>
        </p:spPr>
        <p:txBody>
          <a:bodyPr/>
          <a:lstStyle>
            <a:lvl1pPr marL="0" indent="0" algn="ctr">
              <a:buFont typeface="Wingdings" panose="05000000000000000000" pitchFamily="2" charset="2"/>
              <a:buNone/>
              <a:defRPr/>
            </a:lvl1pPr>
          </a:lstStyle>
          <a:p>
            <a:pPr lvl="0"/>
            <a:r>
              <a:rPr lang="zh-CN" altLang="en-US" noProof="0" smtClean="0"/>
              <a:t>单击此处编辑母版副标题样式</a:t>
            </a:r>
            <a:endParaRPr lang="zh-CN" altLang="en-US" noProof="0" smtClean="0"/>
          </a:p>
        </p:txBody>
      </p:sp>
      <p:sp>
        <p:nvSpPr>
          <p:cNvPr id="41" name="Rectangle 41"/>
          <p:cNvSpPr>
            <a:spLocks noGrp="1" noChangeArrowheads="1"/>
          </p:cNvSpPr>
          <p:nvPr>
            <p:ph type="dt" sz="quarter" idx="10"/>
          </p:nvPr>
        </p:nvSpPr>
        <p:spPr/>
        <p:txBody>
          <a:bodyPr/>
          <a:lstStyle>
            <a:lvl1pPr>
              <a:defRPr/>
            </a:lvl1pPr>
          </a:lstStyle>
          <a:p>
            <a:pPr>
              <a:defRPr/>
            </a:pPr>
            <a:endParaRPr lang="en-US" altLang="zh-CN"/>
          </a:p>
        </p:txBody>
      </p:sp>
      <p:sp>
        <p:nvSpPr>
          <p:cNvPr id="42" name="Rectangle 42"/>
          <p:cNvSpPr>
            <a:spLocks noGrp="1" noChangeArrowheads="1"/>
          </p:cNvSpPr>
          <p:nvPr>
            <p:ph type="ftr" sz="quarter" idx="11"/>
          </p:nvPr>
        </p:nvSpPr>
        <p:spPr/>
        <p:txBody>
          <a:bodyPr/>
          <a:lstStyle>
            <a:lvl1pPr>
              <a:defRPr/>
            </a:lvl1pPr>
          </a:lstStyle>
          <a:p>
            <a:pPr>
              <a:defRPr/>
            </a:pPr>
            <a:endParaRPr lang="en-US" altLang="zh-CN"/>
          </a:p>
        </p:txBody>
      </p:sp>
      <p:sp>
        <p:nvSpPr>
          <p:cNvPr id="43" name="Rectangle 43"/>
          <p:cNvSpPr>
            <a:spLocks noGrp="1" noChangeArrowheads="1"/>
          </p:cNvSpPr>
          <p:nvPr>
            <p:ph type="sldNum" sz="quarter" idx="12"/>
          </p:nvPr>
        </p:nvSpPr>
        <p:spPr/>
        <p:txBody>
          <a:bodyPr/>
          <a:lstStyle>
            <a:lvl1pPr>
              <a:defRPr/>
            </a:lvl1pPr>
          </a:lstStyle>
          <a:p>
            <a:pPr>
              <a:defRPr/>
            </a:pPr>
            <a:fld id="{12E93308-959B-4C1D-B938-1827CF6E702F}" type="slidenum">
              <a:rPr lang="en-US" altLang="zh-CN"/>
            </a:fld>
            <a:endParaRPr lang="en-US" alt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Rectangle 40"/>
          <p:cNvSpPr>
            <a:spLocks noGrp="1" noChangeArrowheads="1"/>
          </p:cNvSpPr>
          <p:nvPr>
            <p:ph type="dt" sz="half" idx="10"/>
          </p:nvPr>
        </p:nvSpPr>
        <p:spPr/>
        <p:txBody>
          <a:bodyPr/>
          <a:lstStyle>
            <a:lvl1pPr>
              <a:defRPr/>
            </a:lvl1pPr>
          </a:lstStyle>
          <a:p>
            <a:pPr>
              <a:defRPr/>
            </a:pPr>
            <a:endParaRPr lang="en-US" altLang="zh-CN"/>
          </a:p>
        </p:txBody>
      </p:sp>
      <p:sp>
        <p:nvSpPr>
          <p:cNvPr id="5" name="Rectangle 41"/>
          <p:cNvSpPr>
            <a:spLocks noGrp="1" noChangeArrowheads="1"/>
          </p:cNvSpPr>
          <p:nvPr>
            <p:ph type="ftr" sz="quarter" idx="11"/>
          </p:nvPr>
        </p:nvSpPr>
        <p:spPr/>
        <p:txBody>
          <a:bodyPr/>
          <a:lstStyle>
            <a:lvl1pPr>
              <a:defRPr/>
            </a:lvl1pPr>
          </a:lstStyle>
          <a:p>
            <a:pPr>
              <a:defRPr/>
            </a:pPr>
            <a:endParaRPr lang="en-US" altLang="zh-CN"/>
          </a:p>
        </p:txBody>
      </p:sp>
      <p:sp>
        <p:nvSpPr>
          <p:cNvPr id="6" name="Rectangle 42"/>
          <p:cNvSpPr>
            <a:spLocks noGrp="1" noChangeArrowheads="1"/>
          </p:cNvSpPr>
          <p:nvPr>
            <p:ph type="sldNum" sz="quarter" idx="12"/>
          </p:nvPr>
        </p:nvSpPr>
        <p:spPr/>
        <p:txBody>
          <a:bodyPr/>
          <a:lstStyle>
            <a:lvl1pPr>
              <a:defRPr/>
            </a:lvl1pPr>
          </a:lstStyle>
          <a:p>
            <a:pPr>
              <a:defRPr/>
            </a:pPr>
            <a:fld id="{BE3E8A01-0439-48A4-B538-24575353788B}" type="slidenum">
              <a:rPr lang="en-US" altLang="zh-CN"/>
            </a:fld>
            <a:endParaRPr lang="en-US" alt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endParaRPr lang="zh-CN" altLang="en-US" smtClean="0"/>
          </a:p>
        </p:txBody>
      </p:sp>
      <p:sp>
        <p:nvSpPr>
          <p:cNvPr id="4" name="Rectangle 40"/>
          <p:cNvSpPr>
            <a:spLocks noGrp="1" noChangeArrowheads="1"/>
          </p:cNvSpPr>
          <p:nvPr>
            <p:ph type="dt" sz="half" idx="10"/>
          </p:nvPr>
        </p:nvSpPr>
        <p:spPr/>
        <p:txBody>
          <a:bodyPr/>
          <a:lstStyle>
            <a:lvl1pPr>
              <a:defRPr/>
            </a:lvl1pPr>
          </a:lstStyle>
          <a:p>
            <a:pPr>
              <a:defRPr/>
            </a:pPr>
            <a:endParaRPr lang="en-US" altLang="zh-CN"/>
          </a:p>
        </p:txBody>
      </p:sp>
      <p:sp>
        <p:nvSpPr>
          <p:cNvPr id="5" name="Rectangle 41"/>
          <p:cNvSpPr>
            <a:spLocks noGrp="1" noChangeArrowheads="1"/>
          </p:cNvSpPr>
          <p:nvPr>
            <p:ph type="ftr" sz="quarter" idx="11"/>
          </p:nvPr>
        </p:nvSpPr>
        <p:spPr/>
        <p:txBody>
          <a:bodyPr/>
          <a:lstStyle>
            <a:lvl1pPr>
              <a:defRPr/>
            </a:lvl1pPr>
          </a:lstStyle>
          <a:p>
            <a:pPr>
              <a:defRPr/>
            </a:pPr>
            <a:endParaRPr lang="en-US" altLang="zh-CN"/>
          </a:p>
        </p:txBody>
      </p:sp>
      <p:sp>
        <p:nvSpPr>
          <p:cNvPr id="6" name="Rectangle 42"/>
          <p:cNvSpPr>
            <a:spLocks noGrp="1" noChangeArrowheads="1"/>
          </p:cNvSpPr>
          <p:nvPr>
            <p:ph type="sldNum" sz="quarter" idx="12"/>
          </p:nvPr>
        </p:nvSpPr>
        <p:spPr/>
        <p:txBody>
          <a:bodyPr/>
          <a:lstStyle>
            <a:lvl1pPr>
              <a:defRPr/>
            </a:lvl1pPr>
          </a:lstStyle>
          <a:p>
            <a:pPr>
              <a:defRPr/>
            </a:pPr>
            <a:fld id="{3D69FBC7-24DF-4F62-A9BF-3BB0B02C0F19}" type="slidenum">
              <a:rPr lang="en-US" altLang="zh-CN"/>
            </a:fld>
            <a:endParaRPr lang="en-US" alt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600200"/>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48200" y="1600200"/>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Rectangle 40"/>
          <p:cNvSpPr>
            <a:spLocks noGrp="1" noChangeArrowheads="1"/>
          </p:cNvSpPr>
          <p:nvPr>
            <p:ph type="dt" sz="half" idx="10"/>
          </p:nvPr>
        </p:nvSpPr>
        <p:spPr/>
        <p:txBody>
          <a:bodyPr/>
          <a:lstStyle>
            <a:lvl1pPr>
              <a:defRPr/>
            </a:lvl1pPr>
          </a:lstStyle>
          <a:p>
            <a:pPr>
              <a:defRPr/>
            </a:pPr>
            <a:endParaRPr lang="en-US" altLang="zh-CN"/>
          </a:p>
        </p:txBody>
      </p:sp>
      <p:sp>
        <p:nvSpPr>
          <p:cNvPr id="6" name="Rectangle 41"/>
          <p:cNvSpPr>
            <a:spLocks noGrp="1" noChangeArrowheads="1"/>
          </p:cNvSpPr>
          <p:nvPr>
            <p:ph type="ftr" sz="quarter" idx="11"/>
          </p:nvPr>
        </p:nvSpPr>
        <p:spPr/>
        <p:txBody>
          <a:bodyPr/>
          <a:lstStyle>
            <a:lvl1pPr>
              <a:defRPr/>
            </a:lvl1pPr>
          </a:lstStyle>
          <a:p>
            <a:pPr>
              <a:defRPr/>
            </a:pPr>
            <a:endParaRPr lang="en-US" altLang="zh-CN"/>
          </a:p>
        </p:txBody>
      </p:sp>
      <p:sp>
        <p:nvSpPr>
          <p:cNvPr id="7" name="Rectangle 42"/>
          <p:cNvSpPr>
            <a:spLocks noGrp="1" noChangeArrowheads="1"/>
          </p:cNvSpPr>
          <p:nvPr>
            <p:ph type="sldNum" sz="quarter" idx="12"/>
          </p:nvPr>
        </p:nvSpPr>
        <p:spPr/>
        <p:txBody>
          <a:bodyPr/>
          <a:lstStyle>
            <a:lvl1pPr>
              <a:defRPr/>
            </a:lvl1pPr>
          </a:lstStyle>
          <a:p>
            <a:pPr>
              <a:defRPr/>
            </a:pPr>
            <a:fld id="{7BEFD84A-E8F5-460B-93A6-EB59A64ED012}" type="slidenum">
              <a:rPr lang="en-US" altLang="zh-CN"/>
            </a:fld>
            <a:endParaRPr lang="en-US" alt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Rectangle 40"/>
          <p:cNvSpPr>
            <a:spLocks noGrp="1" noChangeArrowheads="1"/>
          </p:cNvSpPr>
          <p:nvPr>
            <p:ph type="dt" sz="half" idx="10"/>
          </p:nvPr>
        </p:nvSpPr>
        <p:spPr/>
        <p:txBody>
          <a:bodyPr/>
          <a:lstStyle>
            <a:lvl1pPr>
              <a:defRPr/>
            </a:lvl1pPr>
          </a:lstStyle>
          <a:p>
            <a:pPr>
              <a:defRPr/>
            </a:pPr>
            <a:endParaRPr lang="en-US" altLang="zh-CN"/>
          </a:p>
        </p:txBody>
      </p:sp>
      <p:sp>
        <p:nvSpPr>
          <p:cNvPr id="8" name="Rectangle 41"/>
          <p:cNvSpPr>
            <a:spLocks noGrp="1" noChangeArrowheads="1"/>
          </p:cNvSpPr>
          <p:nvPr>
            <p:ph type="ftr" sz="quarter" idx="11"/>
          </p:nvPr>
        </p:nvSpPr>
        <p:spPr/>
        <p:txBody>
          <a:bodyPr/>
          <a:lstStyle>
            <a:lvl1pPr>
              <a:defRPr/>
            </a:lvl1pPr>
          </a:lstStyle>
          <a:p>
            <a:pPr>
              <a:defRPr/>
            </a:pPr>
            <a:endParaRPr lang="en-US" altLang="zh-CN"/>
          </a:p>
        </p:txBody>
      </p:sp>
      <p:sp>
        <p:nvSpPr>
          <p:cNvPr id="9" name="Rectangle 42"/>
          <p:cNvSpPr>
            <a:spLocks noGrp="1" noChangeArrowheads="1"/>
          </p:cNvSpPr>
          <p:nvPr>
            <p:ph type="sldNum" sz="quarter" idx="12"/>
          </p:nvPr>
        </p:nvSpPr>
        <p:spPr/>
        <p:txBody>
          <a:bodyPr/>
          <a:lstStyle>
            <a:lvl1pPr>
              <a:defRPr/>
            </a:lvl1pPr>
          </a:lstStyle>
          <a:p>
            <a:pPr>
              <a:defRPr/>
            </a:pPr>
            <a:fld id="{18DEA786-A293-48BC-B9A8-C871E611F89A}" type="slidenum">
              <a:rPr lang="en-US" altLang="zh-CN"/>
            </a:fld>
            <a:endParaRPr lang="en-US" alt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Rectangle 40"/>
          <p:cNvSpPr>
            <a:spLocks noGrp="1" noChangeArrowheads="1"/>
          </p:cNvSpPr>
          <p:nvPr>
            <p:ph type="dt" sz="half" idx="10"/>
          </p:nvPr>
        </p:nvSpPr>
        <p:spPr/>
        <p:txBody>
          <a:bodyPr/>
          <a:lstStyle>
            <a:lvl1pPr>
              <a:defRPr/>
            </a:lvl1pPr>
          </a:lstStyle>
          <a:p>
            <a:pPr>
              <a:defRPr/>
            </a:pPr>
            <a:endParaRPr lang="en-US" altLang="zh-CN"/>
          </a:p>
        </p:txBody>
      </p:sp>
      <p:sp>
        <p:nvSpPr>
          <p:cNvPr id="4" name="Rectangle 41"/>
          <p:cNvSpPr>
            <a:spLocks noGrp="1" noChangeArrowheads="1"/>
          </p:cNvSpPr>
          <p:nvPr>
            <p:ph type="ftr" sz="quarter" idx="11"/>
          </p:nvPr>
        </p:nvSpPr>
        <p:spPr/>
        <p:txBody>
          <a:bodyPr/>
          <a:lstStyle>
            <a:lvl1pPr>
              <a:defRPr/>
            </a:lvl1pPr>
          </a:lstStyle>
          <a:p>
            <a:pPr>
              <a:defRPr/>
            </a:pPr>
            <a:endParaRPr lang="en-US" altLang="zh-CN"/>
          </a:p>
        </p:txBody>
      </p:sp>
      <p:sp>
        <p:nvSpPr>
          <p:cNvPr id="5" name="Rectangle 42"/>
          <p:cNvSpPr>
            <a:spLocks noGrp="1" noChangeArrowheads="1"/>
          </p:cNvSpPr>
          <p:nvPr>
            <p:ph type="sldNum" sz="quarter" idx="12"/>
          </p:nvPr>
        </p:nvSpPr>
        <p:spPr/>
        <p:txBody>
          <a:bodyPr/>
          <a:lstStyle>
            <a:lvl1pPr>
              <a:defRPr/>
            </a:lvl1pPr>
          </a:lstStyle>
          <a:p>
            <a:pPr>
              <a:defRPr/>
            </a:pPr>
            <a:fld id="{35A4F805-5BA9-4D6D-A534-CEA9394EEE0D}" type="slidenum">
              <a:rPr lang="en-US" altLang="zh-CN"/>
            </a:fld>
            <a:endParaRPr lang="en-US" alt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0"/>
          <p:cNvSpPr>
            <a:spLocks noGrp="1" noChangeArrowheads="1"/>
          </p:cNvSpPr>
          <p:nvPr>
            <p:ph type="dt" sz="half" idx="10"/>
          </p:nvPr>
        </p:nvSpPr>
        <p:spPr/>
        <p:txBody>
          <a:bodyPr/>
          <a:lstStyle>
            <a:lvl1pPr>
              <a:defRPr/>
            </a:lvl1pPr>
          </a:lstStyle>
          <a:p>
            <a:pPr>
              <a:defRPr/>
            </a:pPr>
            <a:endParaRPr lang="en-US" altLang="zh-CN"/>
          </a:p>
        </p:txBody>
      </p:sp>
      <p:sp>
        <p:nvSpPr>
          <p:cNvPr id="3" name="Rectangle 41"/>
          <p:cNvSpPr>
            <a:spLocks noGrp="1" noChangeArrowheads="1"/>
          </p:cNvSpPr>
          <p:nvPr>
            <p:ph type="ftr" sz="quarter" idx="11"/>
          </p:nvPr>
        </p:nvSpPr>
        <p:spPr/>
        <p:txBody>
          <a:bodyPr/>
          <a:lstStyle>
            <a:lvl1pPr>
              <a:defRPr/>
            </a:lvl1pPr>
          </a:lstStyle>
          <a:p>
            <a:pPr>
              <a:defRPr/>
            </a:pPr>
            <a:endParaRPr lang="en-US" altLang="zh-CN"/>
          </a:p>
        </p:txBody>
      </p:sp>
      <p:sp>
        <p:nvSpPr>
          <p:cNvPr id="4" name="Rectangle 42"/>
          <p:cNvSpPr>
            <a:spLocks noGrp="1" noChangeArrowheads="1"/>
          </p:cNvSpPr>
          <p:nvPr>
            <p:ph type="sldNum" sz="quarter" idx="12"/>
          </p:nvPr>
        </p:nvSpPr>
        <p:spPr/>
        <p:txBody>
          <a:bodyPr/>
          <a:lstStyle>
            <a:lvl1pPr>
              <a:defRPr/>
            </a:lvl1pPr>
          </a:lstStyle>
          <a:p>
            <a:pPr>
              <a:defRPr/>
            </a:pPr>
            <a:fld id="{480BC0F3-55A4-432C-A9D6-66D3950F40AB}" type="slidenum">
              <a:rPr lang="en-US" altLang="zh-CN"/>
            </a:fld>
            <a:endParaRPr lang="en-US" alt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Rectangle 40"/>
          <p:cNvSpPr>
            <a:spLocks noGrp="1" noChangeArrowheads="1"/>
          </p:cNvSpPr>
          <p:nvPr>
            <p:ph type="dt" sz="half" idx="10"/>
          </p:nvPr>
        </p:nvSpPr>
        <p:spPr/>
        <p:txBody>
          <a:bodyPr/>
          <a:lstStyle>
            <a:lvl1pPr>
              <a:defRPr/>
            </a:lvl1pPr>
          </a:lstStyle>
          <a:p>
            <a:pPr>
              <a:defRPr/>
            </a:pPr>
            <a:endParaRPr lang="en-US" altLang="zh-CN"/>
          </a:p>
        </p:txBody>
      </p:sp>
      <p:sp>
        <p:nvSpPr>
          <p:cNvPr id="6" name="Rectangle 41"/>
          <p:cNvSpPr>
            <a:spLocks noGrp="1" noChangeArrowheads="1"/>
          </p:cNvSpPr>
          <p:nvPr>
            <p:ph type="ftr" sz="quarter" idx="11"/>
          </p:nvPr>
        </p:nvSpPr>
        <p:spPr/>
        <p:txBody>
          <a:bodyPr/>
          <a:lstStyle>
            <a:lvl1pPr>
              <a:defRPr/>
            </a:lvl1pPr>
          </a:lstStyle>
          <a:p>
            <a:pPr>
              <a:defRPr/>
            </a:pPr>
            <a:endParaRPr lang="en-US" altLang="zh-CN"/>
          </a:p>
        </p:txBody>
      </p:sp>
      <p:sp>
        <p:nvSpPr>
          <p:cNvPr id="7" name="Rectangle 42"/>
          <p:cNvSpPr>
            <a:spLocks noGrp="1" noChangeArrowheads="1"/>
          </p:cNvSpPr>
          <p:nvPr>
            <p:ph type="sldNum" sz="quarter" idx="12"/>
          </p:nvPr>
        </p:nvSpPr>
        <p:spPr/>
        <p:txBody>
          <a:bodyPr/>
          <a:lstStyle>
            <a:lvl1pPr>
              <a:defRPr/>
            </a:lvl1pPr>
          </a:lstStyle>
          <a:p>
            <a:pPr>
              <a:defRPr/>
            </a:pPr>
            <a:fld id="{46C34EDD-8DDC-4E4F-9DBB-3740607BCA99}" type="slidenum">
              <a:rPr lang="en-US" altLang="zh-CN"/>
            </a:fld>
            <a:endParaRPr lang="en-US" alt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Rectangle 40"/>
          <p:cNvSpPr>
            <a:spLocks noGrp="1" noChangeArrowheads="1"/>
          </p:cNvSpPr>
          <p:nvPr>
            <p:ph type="dt" sz="half" idx="10"/>
          </p:nvPr>
        </p:nvSpPr>
        <p:spPr/>
        <p:txBody>
          <a:bodyPr/>
          <a:lstStyle>
            <a:lvl1pPr>
              <a:defRPr/>
            </a:lvl1pPr>
          </a:lstStyle>
          <a:p>
            <a:pPr>
              <a:defRPr/>
            </a:pPr>
            <a:endParaRPr lang="en-US" altLang="zh-CN"/>
          </a:p>
        </p:txBody>
      </p:sp>
      <p:sp>
        <p:nvSpPr>
          <p:cNvPr id="6" name="Rectangle 41"/>
          <p:cNvSpPr>
            <a:spLocks noGrp="1" noChangeArrowheads="1"/>
          </p:cNvSpPr>
          <p:nvPr>
            <p:ph type="ftr" sz="quarter" idx="11"/>
          </p:nvPr>
        </p:nvSpPr>
        <p:spPr/>
        <p:txBody>
          <a:bodyPr/>
          <a:lstStyle>
            <a:lvl1pPr>
              <a:defRPr/>
            </a:lvl1pPr>
          </a:lstStyle>
          <a:p>
            <a:pPr>
              <a:defRPr/>
            </a:pPr>
            <a:endParaRPr lang="en-US" altLang="zh-CN"/>
          </a:p>
        </p:txBody>
      </p:sp>
      <p:sp>
        <p:nvSpPr>
          <p:cNvPr id="7" name="Rectangle 42"/>
          <p:cNvSpPr>
            <a:spLocks noGrp="1" noChangeArrowheads="1"/>
          </p:cNvSpPr>
          <p:nvPr>
            <p:ph type="sldNum" sz="quarter" idx="12"/>
          </p:nvPr>
        </p:nvSpPr>
        <p:spPr/>
        <p:txBody>
          <a:bodyPr/>
          <a:lstStyle>
            <a:lvl1pPr>
              <a:defRPr/>
            </a:lvl1pPr>
          </a:lstStyle>
          <a:p>
            <a:pPr>
              <a:defRPr/>
            </a:pPr>
            <a:fld id="{3A0250E7-D322-477E-AEEC-22940C55A1E9}" type="slidenum">
              <a:rPr lang="en-US" altLang="zh-CN"/>
            </a:fld>
            <a:endParaRPr lang="en-US" alt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Rectangle 40"/>
          <p:cNvSpPr>
            <a:spLocks noGrp="1" noChangeArrowheads="1"/>
          </p:cNvSpPr>
          <p:nvPr>
            <p:ph type="dt" sz="half" idx="10"/>
          </p:nvPr>
        </p:nvSpPr>
        <p:spPr/>
        <p:txBody>
          <a:bodyPr/>
          <a:lstStyle>
            <a:lvl1pPr>
              <a:defRPr/>
            </a:lvl1pPr>
          </a:lstStyle>
          <a:p>
            <a:pPr>
              <a:defRPr/>
            </a:pPr>
            <a:endParaRPr lang="en-US" altLang="zh-CN"/>
          </a:p>
        </p:txBody>
      </p:sp>
      <p:sp>
        <p:nvSpPr>
          <p:cNvPr id="5" name="Rectangle 41"/>
          <p:cNvSpPr>
            <a:spLocks noGrp="1" noChangeArrowheads="1"/>
          </p:cNvSpPr>
          <p:nvPr>
            <p:ph type="ftr" sz="quarter" idx="11"/>
          </p:nvPr>
        </p:nvSpPr>
        <p:spPr/>
        <p:txBody>
          <a:bodyPr/>
          <a:lstStyle>
            <a:lvl1pPr>
              <a:defRPr/>
            </a:lvl1pPr>
          </a:lstStyle>
          <a:p>
            <a:pPr>
              <a:defRPr/>
            </a:pPr>
            <a:endParaRPr lang="en-US" altLang="zh-CN"/>
          </a:p>
        </p:txBody>
      </p:sp>
      <p:sp>
        <p:nvSpPr>
          <p:cNvPr id="6" name="Rectangle 42"/>
          <p:cNvSpPr>
            <a:spLocks noGrp="1" noChangeArrowheads="1"/>
          </p:cNvSpPr>
          <p:nvPr>
            <p:ph type="sldNum" sz="quarter" idx="12"/>
          </p:nvPr>
        </p:nvSpPr>
        <p:spPr/>
        <p:txBody>
          <a:bodyPr/>
          <a:lstStyle>
            <a:lvl1pPr>
              <a:defRPr/>
            </a:lvl1pPr>
          </a:lstStyle>
          <a:p>
            <a:pPr>
              <a:defRPr/>
            </a:pPr>
            <a:fld id="{A48E9BA2-503B-4F99-93A8-778005499283}" type="slidenum">
              <a:rPr lang="en-US" altLang="zh-CN"/>
            </a:fld>
            <a:endParaRPr lang="en-US" alt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7813"/>
            <a:ext cx="2057400" cy="5853112"/>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77813"/>
            <a:ext cx="6019800" cy="5853112"/>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Rectangle 40"/>
          <p:cNvSpPr>
            <a:spLocks noGrp="1" noChangeArrowheads="1"/>
          </p:cNvSpPr>
          <p:nvPr>
            <p:ph type="dt" sz="half" idx="10"/>
          </p:nvPr>
        </p:nvSpPr>
        <p:spPr/>
        <p:txBody>
          <a:bodyPr/>
          <a:lstStyle>
            <a:lvl1pPr>
              <a:defRPr/>
            </a:lvl1pPr>
          </a:lstStyle>
          <a:p>
            <a:pPr>
              <a:defRPr/>
            </a:pPr>
            <a:endParaRPr lang="en-US" altLang="zh-CN"/>
          </a:p>
        </p:txBody>
      </p:sp>
      <p:sp>
        <p:nvSpPr>
          <p:cNvPr id="5" name="Rectangle 41"/>
          <p:cNvSpPr>
            <a:spLocks noGrp="1" noChangeArrowheads="1"/>
          </p:cNvSpPr>
          <p:nvPr>
            <p:ph type="ftr" sz="quarter" idx="11"/>
          </p:nvPr>
        </p:nvSpPr>
        <p:spPr/>
        <p:txBody>
          <a:bodyPr/>
          <a:lstStyle>
            <a:lvl1pPr>
              <a:defRPr/>
            </a:lvl1pPr>
          </a:lstStyle>
          <a:p>
            <a:pPr>
              <a:defRPr/>
            </a:pPr>
            <a:endParaRPr lang="en-US" altLang="zh-CN"/>
          </a:p>
        </p:txBody>
      </p:sp>
      <p:sp>
        <p:nvSpPr>
          <p:cNvPr id="6" name="Rectangle 42"/>
          <p:cNvSpPr>
            <a:spLocks noGrp="1" noChangeArrowheads="1"/>
          </p:cNvSpPr>
          <p:nvPr>
            <p:ph type="sldNum" sz="quarter" idx="12"/>
          </p:nvPr>
        </p:nvSpPr>
        <p:spPr/>
        <p:txBody>
          <a:bodyPr/>
          <a:lstStyle>
            <a:lvl1pPr>
              <a:defRPr/>
            </a:lvl1pPr>
          </a:lstStyle>
          <a:p>
            <a:pPr>
              <a:defRPr/>
            </a:pPr>
            <a:fld id="{3C753772-CDF8-49C4-AF97-BAAECE6C9913}" type="slidenum">
              <a:rPr lang="en-US" altLang="zh-CN"/>
            </a:fld>
            <a:endParaRPr lang="en-US" alt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7813"/>
            <a:ext cx="8229600" cy="1139825"/>
          </a:xfrm>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457200" y="1600200"/>
            <a:ext cx="4038600" cy="4530725"/>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48200" y="1600200"/>
            <a:ext cx="4038600" cy="4530725"/>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Rectangle 40"/>
          <p:cNvSpPr>
            <a:spLocks noGrp="1" noChangeArrowheads="1"/>
          </p:cNvSpPr>
          <p:nvPr>
            <p:ph type="dt" sz="half" idx="10"/>
          </p:nvPr>
        </p:nvSpPr>
        <p:spPr/>
        <p:txBody>
          <a:bodyPr/>
          <a:lstStyle>
            <a:lvl1pPr>
              <a:defRPr/>
            </a:lvl1pPr>
          </a:lstStyle>
          <a:p>
            <a:pPr>
              <a:defRPr/>
            </a:pPr>
            <a:endParaRPr lang="en-US" altLang="zh-CN"/>
          </a:p>
        </p:txBody>
      </p:sp>
      <p:sp>
        <p:nvSpPr>
          <p:cNvPr id="6" name="Rectangle 41"/>
          <p:cNvSpPr>
            <a:spLocks noGrp="1" noChangeArrowheads="1"/>
          </p:cNvSpPr>
          <p:nvPr>
            <p:ph type="ftr" sz="quarter" idx="11"/>
          </p:nvPr>
        </p:nvSpPr>
        <p:spPr/>
        <p:txBody>
          <a:bodyPr/>
          <a:lstStyle>
            <a:lvl1pPr>
              <a:defRPr/>
            </a:lvl1pPr>
          </a:lstStyle>
          <a:p>
            <a:pPr>
              <a:defRPr/>
            </a:pPr>
            <a:endParaRPr lang="en-US" altLang="zh-CN"/>
          </a:p>
        </p:txBody>
      </p:sp>
      <p:sp>
        <p:nvSpPr>
          <p:cNvPr id="7" name="Rectangle 42"/>
          <p:cNvSpPr>
            <a:spLocks noGrp="1" noChangeArrowheads="1"/>
          </p:cNvSpPr>
          <p:nvPr>
            <p:ph type="sldNum" sz="quarter" idx="12"/>
          </p:nvPr>
        </p:nvSpPr>
        <p:spPr/>
        <p:txBody>
          <a:bodyPr/>
          <a:lstStyle>
            <a:lvl1pPr>
              <a:defRPr/>
            </a:lvl1pPr>
          </a:lstStyle>
          <a:p>
            <a:pPr>
              <a:defRPr/>
            </a:pPr>
            <a:fld id="{741FFB5E-82D9-4A22-905E-96E87E453B96}" type="slidenum">
              <a:rPr lang="en-US" altLang="zh-CN"/>
            </a:fld>
            <a:endParaRPr lang="en-US" altLang="zh-CN"/>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0">
          <a:gsLst>
            <a:gs pos="0">
              <a:schemeClr val="bg1">
                <a:lumMod val="75000"/>
              </a:schemeClr>
            </a:gs>
            <a:gs pos="90000">
              <a:schemeClr val="bg1">
                <a:gamma/>
                <a:shade val="39216"/>
                <a:invGamma/>
              </a:schemeClr>
            </a:gs>
          </a:gsLst>
          <a:lin ang="5400000" scaled="1"/>
          <a:tileRect/>
        </a:gradFill>
        <a:effectLst/>
      </p:bgPr>
    </p:bg>
    <p:spTree>
      <p:nvGrpSpPr>
        <p:cNvPr id="1" name=""/>
        <p:cNvGrpSpPr/>
        <p:nvPr/>
      </p:nvGrpSpPr>
      <p:grpSpPr>
        <a:xfrm>
          <a:off x="0" y="0"/>
          <a:ext cx="0" cy="0"/>
          <a:chOff x="0" y="0"/>
          <a:chExt cx="0" cy="0"/>
        </a:xfrm>
      </p:grpSpPr>
      <p:grpSp>
        <p:nvGrpSpPr>
          <p:cNvPr id="1026" name="Group 2"/>
          <p:cNvGrpSpPr/>
          <p:nvPr/>
        </p:nvGrpSpPr>
        <p:grpSpPr bwMode="auto">
          <a:xfrm>
            <a:off x="1588" y="0"/>
            <a:ext cx="9148762" cy="6851650"/>
            <a:chOff x="1" y="0"/>
            <a:chExt cx="5763" cy="4316"/>
          </a:xfrm>
        </p:grpSpPr>
        <p:sp>
          <p:nvSpPr>
            <p:cNvPr id="43011" name="Freeform 3"/>
            <p:cNvSpPr/>
            <p:nvPr/>
          </p:nvSpPr>
          <p:spPr bwMode="hidden">
            <a:xfrm>
              <a:off x="5045" y="2626"/>
              <a:ext cx="719" cy="1690"/>
            </a:xfrm>
            <a:custGeom>
              <a:avLst/>
              <a:gdLst>
                <a:gd name="T0" fmla="*/ 717 w 717"/>
                <a:gd name="T1" fmla="*/ 72 h 1690"/>
                <a:gd name="T2" fmla="*/ 717 w 717"/>
                <a:gd name="T3" fmla="*/ 0 h 1690"/>
                <a:gd name="T4" fmla="*/ 699 w 717"/>
                <a:gd name="T5" fmla="*/ 101 h 1690"/>
                <a:gd name="T6" fmla="*/ 675 w 717"/>
                <a:gd name="T7" fmla="*/ 209 h 1690"/>
                <a:gd name="T8" fmla="*/ 627 w 717"/>
                <a:gd name="T9" fmla="*/ 389 h 1690"/>
                <a:gd name="T10" fmla="*/ 574 w 717"/>
                <a:gd name="T11" fmla="*/ 569 h 1690"/>
                <a:gd name="T12" fmla="*/ 502 w 717"/>
                <a:gd name="T13" fmla="*/ 749 h 1690"/>
                <a:gd name="T14" fmla="*/ 424 w 717"/>
                <a:gd name="T15" fmla="*/ 935 h 1690"/>
                <a:gd name="T16" fmla="*/ 334 w 717"/>
                <a:gd name="T17" fmla="*/ 1121 h 1690"/>
                <a:gd name="T18" fmla="*/ 233 w 717"/>
                <a:gd name="T19" fmla="*/ 1312 h 1690"/>
                <a:gd name="T20" fmla="*/ 125 w 717"/>
                <a:gd name="T21" fmla="*/ 1498 h 1690"/>
                <a:gd name="T22" fmla="*/ 0 w 717"/>
                <a:gd name="T23" fmla="*/ 1690 h 1690"/>
                <a:gd name="T24" fmla="*/ 11 w 717"/>
                <a:gd name="T25" fmla="*/ 1690 h 1690"/>
                <a:gd name="T26" fmla="*/ 137 w 717"/>
                <a:gd name="T27" fmla="*/ 1498 h 1690"/>
                <a:gd name="T28" fmla="*/ 245 w 717"/>
                <a:gd name="T29" fmla="*/ 1312 h 1690"/>
                <a:gd name="T30" fmla="*/ 346 w 717"/>
                <a:gd name="T31" fmla="*/ 1121 h 1690"/>
                <a:gd name="T32" fmla="*/ 436 w 717"/>
                <a:gd name="T33" fmla="*/ 935 h 1690"/>
                <a:gd name="T34" fmla="*/ 514 w 717"/>
                <a:gd name="T35" fmla="*/ 749 h 1690"/>
                <a:gd name="T36" fmla="*/ 585 w 717"/>
                <a:gd name="T37" fmla="*/ 569 h 1690"/>
                <a:gd name="T38" fmla="*/ 639 w 717"/>
                <a:gd name="T39" fmla="*/ 389 h 1690"/>
                <a:gd name="T40" fmla="*/ 687 w 717"/>
                <a:gd name="T41" fmla="*/ 209 h 1690"/>
                <a:gd name="T42" fmla="*/ 705 w 717"/>
                <a:gd name="T43" fmla="*/ 143 h 1690"/>
                <a:gd name="T44" fmla="*/ 717 w 717"/>
                <a:gd name="T45" fmla="*/ 72 h 1690"/>
                <a:gd name="T46" fmla="*/ 717 w 717"/>
                <a:gd name="T47" fmla="*/ 72 h 16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717" h="1690">
                  <a:moveTo>
                    <a:pt x="717" y="72"/>
                  </a:moveTo>
                  <a:lnTo>
                    <a:pt x="717" y="0"/>
                  </a:lnTo>
                  <a:lnTo>
                    <a:pt x="699" y="101"/>
                  </a:lnTo>
                  <a:lnTo>
                    <a:pt x="675" y="209"/>
                  </a:lnTo>
                  <a:lnTo>
                    <a:pt x="627" y="389"/>
                  </a:lnTo>
                  <a:lnTo>
                    <a:pt x="574" y="569"/>
                  </a:lnTo>
                  <a:lnTo>
                    <a:pt x="502" y="749"/>
                  </a:lnTo>
                  <a:lnTo>
                    <a:pt x="424" y="935"/>
                  </a:lnTo>
                  <a:lnTo>
                    <a:pt x="334" y="1121"/>
                  </a:lnTo>
                  <a:lnTo>
                    <a:pt x="233" y="1312"/>
                  </a:lnTo>
                  <a:lnTo>
                    <a:pt x="125" y="1498"/>
                  </a:lnTo>
                  <a:lnTo>
                    <a:pt x="0" y="1690"/>
                  </a:lnTo>
                  <a:lnTo>
                    <a:pt x="11" y="1690"/>
                  </a:lnTo>
                  <a:lnTo>
                    <a:pt x="137" y="1498"/>
                  </a:lnTo>
                  <a:lnTo>
                    <a:pt x="245" y="1312"/>
                  </a:lnTo>
                  <a:lnTo>
                    <a:pt x="346" y="1121"/>
                  </a:lnTo>
                  <a:lnTo>
                    <a:pt x="436" y="935"/>
                  </a:lnTo>
                  <a:lnTo>
                    <a:pt x="514" y="749"/>
                  </a:lnTo>
                  <a:lnTo>
                    <a:pt x="585" y="569"/>
                  </a:lnTo>
                  <a:lnTo>
                    <a:pt x="639" y="389"/>
                  </a:lnTo>
                  <a:lnTo>
                    <a:pt x="687" y="209"/>
                  </a:lnTo>
                  <a:lnTo>
                    <a:pt x="705" y="143"/>
                  </a:lnTo>
                  <a:lnTo>
                    <a:pt x="717" y="72"/>
                  </a:lnTo>
                  <a:lnTo>
                    <a:pt x="717" y="72"/>
                  </a:lnTo>
                  <a:close/>
                </a:path>
              </a:pathLst>
            </a:custGeom>
            <a:gradFill rotWithShape="0">
              <a:gsLst>
                <a:gs pos="0">
                  <a:schemeClr val="bg2"/>
                </a:gs>
                <a:gs pos="100000">
                  <a:schemeClr val="bg2">
                    <a:gamma/>
                    <a:shade val="60784"/>
                    <a:invGamma/>
                  </a:schemeClr>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zh-CN" altLang="en-US"/>
            </a:p>
          </p:txBody>
        </p:sp>
        <p:sp>
          <p:nvSpPr>
            <p:cNvPr id="43012" name="Freeform 4"/>
            <p:cNvSpPr/>
            <p:nvPr/>
          </p:nvSpPr>
          <p:spPr bwMode="hidden">
            <a:xfrm>
              <a:off x="5386" y="3794"/>
              <a:ext cx="378" cy="522"/>
            </a:xfrm>
            <a:custGeom>
              <a:avLst/>
              <a:gdLst>
                <a:gd name="T0" fmla="*/ 377 w 377"/>
                <a:gd name="T1" fmla="*/ 0 h 522"/>
                <a:gd name="T2" fmla="*/ 293 w 377"/>
                <a:gd name="T3" fmla="*/ 132 h 522"/>
                <a:gd name="T4" fmla="*/ 204 w 377"/>
                <a:gd name="T5" fmla="*/ 264 h 522"/>
                <a:gd name="T6" fmla="*/ 102 w 377"/>
                <a:gd name="T7" fmla="*/ 396 h 522"/>
                <a:gd name="T8" fmla="*/ 0 w 377"/>
                <a:gd name="T9" fmla="*/ 522 h 522"/>
                <a:gd name="T10" fmla="*/ 12 w 377"/>
                <a:gd name="T11" fmla="*/ 522 h 522"/>
                <a:gd name="T12" fmla="*/ 114 w 377"/>
                <a:gd name="T13" fmla="*/ 402 h 522"/>
                <a:gd name="T14" fmla="*/ 204 w 377"/>
                <a:gd name="T15" fmla="*/ 282 h 522"/>
                <a:gd name="T16" fmla="*/ 377 w 377"/>
                <a:gd name="T17" fmla="*/ 24 h 522"/>
                <a:gd name="T18" fmla="*/ 377 w 377"/>
                <a:gd name="T19" fmla="*/ 0 h 522"/>
                <a:gd name="T20" fmla="*/ 377 w 377"/>
                <a:gd name="T21" fmla="*/ 0 h 5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77" h="522">
                  <a:moveTo>
                    <a:pt x="377" y="0"/>
                  </a:moveTo>
                  <a:lnTo>
                    <a:pt x="293" y="132"/>
                  </a:lnTo>
                  <a:lnTo>
                    <a:pt x="204" y="264"/>
                  </a:lnTo>
                  <a:lnTo>
                    <a:pt x="102" y="396"/>
                  </a:lnTo>
                  <a:lnTo>
                    <a:pt x="0" y="522"/>
                  </a:lnTo>
                  <a:lnTo>
                    <a:pt x="12" y="522"/>
                  </a:lnTo>
                  <a:lnTo>
                    <a:pt x="114" y="402"/>
                  </a:lnTo>
                  <a:lnTo>
                    <a:pt x="204" y="282"/>
                  </a:lnTo>
                  <a:lnTo>
                    <a:pt x="377" y="24"/>
                  </a:lnTo>
                  <a:lnTo>
                    <a:pt x="377" y="0"/>
                  </a:lnTo>
                  <a:lnTo>
                    <a:pt x="377" y="0"/>
                  </a:lnTo>
                  <a:close/>
                </a:path>
              </a:pathLst>
            </a:custGeom>
            <a:gradFill rotWithShape="0">
              <a:gsLst>
                <a:gs pos="0">
                  <a:schemeClr val="bg2"/>
                </a:gs>
                <a:gs pos="100000">
                  <a:schemeClr val="bg2">
                    <a:gamma/>
                    <a:shade val="60784"/>
                    <a:invGamma/>
                  </a:schemeClr>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zh-CN" altLang="en-US"/>
            </a:p>
          </p:txBody>
        </p:sp>
        <p:sp>
          <p:nvSpPr>
            <p:cNvPr id="43013" name="Freeform 5"/>
            <p:cNvSpPr/>
            <p:nvPr/>
          </p:nvSpPr>
          <p:spPr bwMode="hidden">
            <a:xfrm>
              <a:off x="5680" y="4214"/>
              <a:ext cx="84" cy="102"/>
            </a:xfrm>
            <a:custGeom>
              <a:avLst/>
              <a:gdLst>
                <a:gd name="T0" fmla="*/ 0 w 84"/>
                <a:gd name="T1" fmla="*/ 102 h 102"/>
                <a:gd name="T2" fmla="*/ 18 w 84"/>
                <a:gd name="T3" fmla="*/ 102 h 102"/>
                <a:gd name="T4" fmla="*/ 48 w 84"/>
                <a:gd name="T5" fmla="*/ 60 h 102"/>
                <a:gd name="T6" fmla="*/ 84 w 84"/>
                <a:gd name="T7" fmla="*/ 24 h 102"/>
                <a:gd name="T8" fmla="*/ 84 w 84"/>
                <a:gd name="T9" fmla="*/ 0 h 102"/>
                <a:gd name="T10" fmla="*/ 42 w 84"/>
                <a:gd name="T11" fmla="*/ 54 h 102"/>
                <a:gd name="T12" fmla="*/ 0 w 84"/>
                <a:gd name="T13" fmla="*/ 102 h 102"/>
                <a:gd name="T14" fmla="*/ 0 w 84"/>
                <a:gd name="T15" fmla="*/ 102 h 10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4" h="102">
                  <a:moveTo>
                    <a:pt x="0" y="102"/>
                  </a:moveTo>
                  <a:lnTo>
                    <a:pt x="18" y="102"/>
                  </a:lnTo>
                  <a:lnTo>
                    <a:pt x="48" y="60"/>
                  </a:lnTo>
                  <a:lnTo>
                    <a:pt x="84" y="24"/>
                  </a:lnTo>
                  <a:lnTo>
                    <a:pt x="84" y="0"/>
                  </a:lnTo>
                  <a:lnTo>
                    <a:pt x="42" y="54"/>
                  </a:lnTo>
                  <a:lnTo>
                    <a:pt x="0" y="102"/>
                  </a:lnTo>
                  <a:lnTo>
                    <a:pt x="0" y="102"/>
                  </a:lnTo>
                  <a:close/>
                </a:path>
              </a:pathLst>
            </a:custGeom>
            <a:gradFill rotWithShape="0">
              <a:gsLst>
                <a:gs pos="0">
                  <a:schemeClr val="bg2"/>
                </a:gs>
                <a:gs pos="100000">
                  <a:schemeClr val="bg2">
                    <a:gamma/>
                    <a:shade val="60784"/>
                    <a:invGamma/>
                  </a:schemeClr>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zh-CN" altLang="en-US"/>
            </a:p>
          </p:txBody>
        </p:sp>
        <p:grpSp>
          <p:nvGrpSpPr>
            <p:cNvPr id="1035" name="Group 6"/>
            <p:cNvGrpSpPr/>
            <p:nvPr/>
          </p:nvGrpSpPr>
          <p:grpSpPr bwMode="auto">
            <a:xfrm>
              <a:off x="288" y="0"/>
              <a:ext cx="5098" cy="4316"/>
              <a:chOff x="288" y="0"/>
              <a:chExt cx="5098" cy="4316"/>
            </a:xfrm>
          </p:grpSpPr>
          <p:sp>
            <p:nvSpPr>
              <p:cNvPr id="43015" name="Freeform 7"/>
              <p:cNvSpPr/>
              <p:nvPr userDrawn="1"/>
            </p:nvSpPr>
            <p:spPr bwMode="hidden">
              <a:xfrm>
                <a:off x="2789" y="0"/>
                <a:ext cx="72" cy="4316"/>
              </a:xfrm>
              <a:custGeom>
                <a:avLst/>
                <a:gdLst>
                  <a:gd name="T0" fmla="*/ 0 w 72"/>
                  <a:gd name="T1" fmla="*/ 0 h 4316"/>
                  <a:gd name="T2" fmla="*/ 60 w 72"/>
                  <a:gd name="T3" fmla="*/ 4316 h 4316"/>
                  <a:gd name="T4" fmla="*/ 72 w 72"/>
                  <a:gd name="T5" fmla="*/ 4316 h 4316"/>
                  <a:gd name="T6" fmla="*/ 12 w 72"/>
                  <a:gd name="T7" fmla="*/ 0 h 4316"/>
                  <a:gd name="T8" fmla="*/ 0 w 72"/>
                  <a:gd name="T9" fmla="*/ 0 h 4316"/>
                  <a:gd name="T10" fmla="*/ 0 w 72"/>
                  <a:gd name="T11" fmla="*/ 0 h 4316"/>
                </a:gdLst>
                <a:ahLst/>
                <a:cxnLst>
                  <a:cxn ang="0">
                    <a:pos x="T0" y="T1"/>
                  </a:cxn>
                  <a:cxn ang="0">
                    <a:pos x="T2" y="T3"/>
                  </a:cxn>
                  <a:cxn ang="0">
                    <a:pos x="T4" y="T5"/>
                  </a:cxn>
                  <a:cxn ang="0">
                    <a:pos x="T6" y="T7"/>
                  </a:cxn>
                  <a:cxn ang="0">
                    <a:pos x="T8" y="T9"/>
                  </a:cxn>
                  <a:cxn ang="0">
                    <a:pos x="T10" y="T11"/>
                  </a:cxn>
                </a:cxnLst>
                <a:rect l="0" t="0" r="r" b="b"/>
                <a:pathLst>
                  <a:path w="72" h="4316">
                    <a:moveTo>
                      <a:pt x="0" y="0"/>
                    </a:moveTo>
                    <a:lnTo>
                      <a:pt x="60" y="4316"/>
                    </a:lnTo>
                    <a:lnTo>
                      <a:pt x="72" y="4316"/>
                    </a:lnTo>
                    <a:lnTo>
                      <a:pt x="12" y="0"/>
                    </a:lnTo>
                    <a:lnTo>
                      <a:pt x="0" y="0"/>
                    </a:lnTo>
                    <a:lnTo>
                      <a:pt x="0" y="0"/>
                    </a:lnTo>
                    <a:close/>
                  </a:path>
                </a:pathLst>
              </a:custGeom>
              <a:gradFill rotWithShape="0">
                <a:gsLst>
                  <a:gs pos="0">
                    <a:schemeClr val="bg1"/>
                  </a:gs>
                  <a:gs pos="100000">
                    <a:schemeClr val="bg1">
                      <a:gamma/>
                      <a:shade val="66667"/>
                      <a:invGamma/>
                    </a:schemeClr>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zh-CN" altLang="en-US"/>
              </a:p>
            </p:txBody>
          </p:sp>
          <p:sp>
            <p:nvSpPr>
              <p:cNvPr id="43016" name="Freeform 8"/>
              <p:cNvSpPr/>
              <p:nvPr userDrawn="1"/>
            </p:nvSpPr>
            <p:spPr bwMode="hidden">
              <a:xfrm>
                <a:off x="3089" y="0"/>
                <a:ext cx="174" cy="4316"/>
              </a:xfrm>
              <a:custGeom>
                <a:avLst/>
                <a:gdLst>
                  <a:gd name="T0" fmla="*/ 24 w 174"/>
                  <a:gd name="T1" fmla="*/ 0 h 4316"/>
                  <a:gd name="T2" fmla="*/ 12 w 174"/>
                  <a:gd name="T3" fmla="*/ 0 h 4316"/>
                  <a:gd name="T4" fmla="*/ 42 w 174"/>
                  <a:gd name="T5" fmla="*/ 216 h 4316"/>
                  <a:gd name="T6" fmla="*/ 72 w 174"/>
                  <a:gd name="T7" fmla="*/ 444 h 4316"/>
                  <a:gd name="T8" fmla="*/ 96 w 174"/>
                  <a:gd name="T9" fmla="*/ 689 h 4316"/>
                  <a:gd name="T10" fmla="*/ 120 w 174"/>
                  <a:gd name="T11" fmla="*/ 947 h 4316"/>
                  <a:gd name="T12" fmla="*/ 132 w 174"/>
                  <a:gd name="T13" fmla="*/ 1211 h 4316"/>
                  <a:gd name="T14" fmla="*/ 150 w 174"/>
                  <a:gd name="T15" fmla="*/ 1487 h 4316"/>
                  <a:gd name="T16" fmla="*/ 156 w 174"/>
                  <a:gd name="T17" fmla="*/ 1768 h 4316"/>
                  <a:gd name="T18" fmla="*/ 162 w 174"/>
                  <a:gd name="T19" fmla="*/ 2062 h 4316"/>
                  <a:gd name="T20" fmla="*/ 156 w 174"/>
                  <a:gd name="T21" fmla="*/ 2644 h 4316"/>
                  <a:gd name="T22" fmla="*/ 126 w 174"/>
                  <a:gd name="T23" fmla="*/ 3225 h 4316"/>
                  <a:gd name="T24" fmla="*/ 108 w 174"/>
                  <a:gd name="T25" fmla="*/ 3507 h 4316"/>
                  <a:gd name="T26" fmla="*/ 78 w 174"/>
                  <a:gd name="T27" fmla="*/ 3788 h 4316"/>
                  <a:gd name="T28" fmla="*/ 42 w 174"/>
                  <a:gd name="T29" fmla="*/ 4058 h 4316"/>
                  <a:gd name="T30" fmla="*/ 0 w 174"/>
                  <a:gd name="T31" fmla="*/ 4316 h 4316"/>
                  <a:gd name="T32" fmla="*/ 12 w 174"/>
                  <a:gd name="T33" fmla="*/ 4316 h 4316"/>
                  <a:gd name="T34" fmla="*/ 54 w 174"/>
                  <a:gd name="T35" fmla="*/ 4058 h 4316"/>
                  <a:gd name="T36" fmla="*/ 90 w 174"/>
                  <a:gd name="T37" fmla="*/ 3782 h 4316"/>
                  <a:gd name="T38" fmla="*/ 120 w 174"/>
                  <a:gd name="T39" fmla="*/ 3507 h 4316"/>
                  <a:gd name="T40" fmla="*/ 138 w 174"/>
                  <a:gd name="T41" fmla="*/ 3219 h 4316"/>
                  <a:gd name="T42" fmla="*/ 168 w 174"/>
                  <a:gd name="T43" fmla="*/ 2638 h 4316"/>
                  <a:gd name="T44" fmla="*/ 174 w 174"/>
                  <a:gd name="T45" fmla="*/ 2056 h 4316"/>
                  <a:gd name="T46" fmla="*/ 168 w 174"/>
                  <a:gd name="T47" fmla="*/ 1768 h 4316"/>
                  <a:gd name="T48" fmla="*/ 162 w 174"/>
                  <a:gd name="T49" fmla="*/ 1487 h 4316"/>
                  <a:gd name="T50" fmla="*/ 144 w 174"/>
                  <a:gd name="T51" fmla="*/ 1211 h 4316"/>
                  <a:gd name="T52" fmla="*/ 132 w 174"/>
                  <a:gd name="T53" fmla="*/ 941 h 4316"/>
                  <a:gd name="T54" fmla="*/ 108 w 174"/>
                  <a:gd name="T55" fmla="*/ 689 h 4316"/>
                  <a:gd name="T56" fmla="*/ 84 w 174"/>
                  <a:gd name="T57" fmla="*/ 444 h 4316"/>
                  <a:gd name="T58" fmla="*/ 54 w 174"/>
                  <a:gd name="T59" fmla="*/ 216 h 4316"/>
                  <a:gd name="T60" fmla="*/ 24 w 174"/>
                  <a:gd name="T61" fmla="*/ 0 h 4316"/>
                  <a:gd name="T62" fmla="*/ 24 w 174"/>
                  <a:gd name="T63" fmla="*/ 0 h 4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74" h="4316">
                    <a:moveTo>
                      <a:pt x="24" y="0"/>
                    </a:moveTo>
                    <a:lnTo>
                      <a:pt x="12" y="0"/>
                    </a:lnTo>
                    <a:lnTo>
                      <a:pt x="42" y="216"/>
                    </a:lnTo>
                    <a:lnTo>
                      <a:pt x="72" y="444"/>
                    </a:lnTo>
                    <a:lnTo>
                      <a:pt x="96" y="689"/>
                    </a:lnTo>
                    <a:lnTo>
                      <a:pt x="120" y="947"/>
                    </a:lnTo>
                    <a:lnTo>
                      <a:pt x="132" y="1211"/>
                    </a:lnTo>
                    <a:lnTo>
                      <a:pt x="150" y="1487"/>
                    </a:lnTo>
                    <a:lnTo>
                      <a:pt x="156" y="1768"/>
                    </a:lnTo>
                    <a:lnTo>
                      <a:pt x="162" y="2062"/>
                    </a:lnTo>
                    <a:lnTo>
                      <a:pt x="156" y="2644"/>
                    </a:lnTo>
                    <a:lnTo>
                      <a:pt x="126" y="3225"/>
                    </a:lnTo>
                    <a:lnTo>
                      <a:pt x="108" y="3507"/>
                    </a:lnTo>
                    <a:lnTo>
                      <a:pt x="78" y="3788"/>
                    </a:lnTo>
                    <a:lnTo>
                      <a:pt x="42" y="4058"/>
                    </a:lnTo>
                    <a:lnTo>
                      <a:pt x="0" y="4316"/>
                    </a:lnTo>
                    <a:lnTo>
                      <a:pt x="12" y="4316"/>
                    </a:lnTo>
                    <a:lnTo>
                      <a:pt x="54" y="4058"/>
                    </a:lnTo>
                    <a:lnTo>
                      <a:pt x="90" y="3782"/>
                    </a:lnTo>
                    <a:lnTo>
                      <a:pt x="120" y="3507"/>
                    </a:lnTo>
                    <a:lnTo>
                      <a:pt x="138" y="3219"/>
                    </a:lnTo>
                    <a:lnTo>
                      <a:pt x="168" y="2638"/>
                    </a:lnTo>
                    <a:lnTo>
                      <a:pt x="174" y="2056"/>
                    </a:lnTo>
                    <a:lnTo>
                      <a:pt x="168" y="1768"/>
                    </a:lnTo>
                    <a:lnTo>
                      <a:pt x="162" y="1487"/>
                    </a:lnTo>
                    <a:lnTo>
                      <a:pt x="144" y="1211"/>
                    </a:lnTo>
                    <a:lnTo>
                      <a:pt x="132" y="941"/>
                    </a:lnTo>
                    <a:lnTo>
                      <a:pt x="108" y="689"/>
                    </a:lnTo>
                    <a:lnTo>
                      <a:pt x="84" y="444"/>
                    </a:lnTo>
                    <a:lnTo>
                      <a:pt x="54" y="216"/>
                    </a:lnTo>
                    <a:lnTo>
                      <a:pt x="24" y="0"/>
                    </a:lnTo>
                    <a:lnTo>
                      <a:pt x="24" y="0"/>
                    </a:lnTo>
                    <a:close/>
                  </a:path>
                </a:pathLst>
              </a:custGeom>
              <a:gradFill rotWithShape="0">
                <a:gsLst>
                  <a:gs pos="0">
                    <a:schemeClr val="bg1"/>
                  </a:gs>
                  <a:gs pos="100000">
                    <a:schemeClr val="bg1">
                      <a:gamma/>
                      <a:shade val="66667"/>
                      <a:invGamma/>
                    </a:schemeClr>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zh-CN" altLang="en-US"/>
              </a:p>
            </p:txBody>
          </p:sp>
          <p:sp>
            <p:nvSpPr>
              <p:cNvPr id="43017" name="Freeform 9"/>
              <p:cNvSpPr/>
              <p:nvPr userDrawn="1"/>
            </p:nvSpPr>
            <p:spPr bwMode="hidden">
              <a:xfrm>
                <a:off x="3358" y="0"/>
                <a:ext cx="337" cy="4316"/>
              </a:xfrm>
              <a:custGeom>
                <a:avLst/>
                <a:gdLst>
                  <a:gd name="T0" fmla="*/ 329 w 335"/>
                  <a:gd name="T1" fmla="*/ 2014 h 4316"/>
                  <a:gd name="T2" fmla="*/ 317 w 335"/>
                  <a:gd name="T3" fmla="*/ 1726 h 4316"/>
                  <a:gd name="T4" fmla="*/ 293 w 335"/>
                  <a:gd name="T5" fmla="*/ 1445 h 4316"/>
                  <a:gd name="T6" fmla="*/ 263 w 335"/>
                  <a:gd name="T7" fmla="*/ 1175 h 4316"/>
                  <a:gd name="T8" fmla="*/ 228 w 335"/>
                  <a:gd name="T9" fmla="*/ 917 h 4316"/>
                  <a:gd name="T10" fmla="*/ 186 w 335"/>
                  <a:gd name="T11" fmla="*/ 665 h 4316"/>
                  <a:gd name="T12" fmla="*/ 132 w 335"/>
                  <a:gd name="T13" fmla="*/ 432 h 4316"/>
                  <a:gd name="T14" fmla="*/ 78 w 335"/>
                  <a:gd name="T15" fmla="*/ 204 h 4316"/>
                  <a:gd name="T16" fmla="*/ 12 w 335"/>
                  <a:gd name="T17" fmla="*/ 0 h 4316"/>
                  <a:gd name="T18" fmla="*/ 0 w 335"/>
                  <a:gd name="T19" fmla="*/ 0 h 4316"/>
                  <a:gd name="T20" fmla="*/ 66 w 335"/>
                  <a:gd name="T21" fmla="*/ 204 h 4316"/>
                  <a:gd name="T22" fmla="*/ 120 w 335"/>
                  <a:gd name="T23" fmla="*/ 432 h 4316"/>
                  <a:gd name="T24" fmla="*/ 174 w 335"/>
                  <a:gd name="T25" fmla="*/ 665 h 4316"/>
                  <a:gd name="T26" fmla="*/ 216 w 335"/>
                  <a:gd name="T27" fmla="*/ 917 h 4316"/>
                  <a:gd name="T28" fmla="*/ 251 w 335"/>
                  <a:gd name="T29" fmla="*/ 1175 h 4316"/>
                  <a:gd name="T30" fmla="*/ 281 w 335"/>
                  <a:gd name="T31" fmla="*/ 1445 h 4316"/>
                  <a:gd name="T32" fmla="*/ 305 w 335"/>
                  <a:gd name="T33" fmla="*/ 1726 h 4316"/>
                  <a:gd name="T34" fmla="*/ 317 w 335"/>
                  <a:gd name="T35" fmla="*/ 2014 h 4316"/>
                  <a:gd name="T36" fmla="*/ 323 w 335"/>
                  <a:gd name="T37" fmla="*/ 2314 h 4316"/>
                  <a:gd name="T38" fmla="*/ 317 w 335"/>
                  <a:gd name="T39" fmla="*/ 2608 h 4316"/>
                  <a:gd name="T40" fmla="*/ 305 w 335"/>
                  <a:gd name="T41" fmla="*/ 2907 h 4316"/>
                  <a:gd name="T42" fmla="*/ 281 w 335"/>
                  <a:gd name="T43" fmla="*/ 3201 h 4316"/>
                  <a:gd name="T44" fmla="*/ 257 w 335"/>
                  <a:gd name="T45" fmla="*/ 3489 h 4316"/>
                  <a:gd name="T46" fmla="*/ 216 w 335"/>
                  <a:gd name="T47" fmla="*/ 3777 h 4316"/>
                  <a:gd name="T48" fmla="*/ 174 w 335"/>
                  <a:gd name="T49" fmla="*/ 4052 h 4316"/>
                  <a:gd name="T50" fmla="*/ 120 w 335"/>
                  <a:gd name="T51" fmla="*/ 4316 h 4316"/>
                  <a:gd name="T52" fmla="*/ 132 w 335"/>
                  <a:gd name="T53" fmla="*/ 4316 h 4316"/>
                  <a:gd name="T54" fmla="*/ 186 w 335"/>
                  <a:gd name="T55" fmla="*/ 4052 h 4316"/>
                  <a:gd name="T56" fmla="*/ 228 w 335"/>
                  <a:gd name="T57" fmla="*/ 3777 h 4316"/>
                  <a:gd name="T58" fmla="*/ 269 w 335"/>
                  <a:gd name="T59" fmla="*/ 3489 h 4316"/>
                  <a:gd name="T60" fmla="*/ 293 w 335"/>
                  <a:gd name="T61" fmla="*/ 3201 h 4316"/>
                  <a:gd name="T62" fmla="*/ 317 w 335"/>
                  <a:gd name="T63" fmla="*/ 2907 h 4316"/>
                  <a:gd name="T64" fmla="*/ 329 w 335"/>
                  <a:gd name="T65" fmla="*/ 2608 h 4316"/>
                  <a:gd name="T66" fmla="*/ 335 w 335"/>
                  <a:gd name="T67" fmla="*/ 2314 h 4316"/>
                  <a:gd name="T68" fmla="*/ 329 w 335"/>
                  <a:gd name="T69" fmla="*/ 2014 h 4316"/>
                  <a:gd name="T70" fmla="*/ 329 w 335"/>
                  <a:gd name="T71" fmla="*/ 2014 h 4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335" h="4316">
                    <a:moveTo>
                      <a:pt x="329" y="2014"/>
                    </a:moveTo>
                    <a:lnTo>
                      <a:pt x="317" y="1726"/>
                    </a:lnTo>
                    <a:lnTo>
                      <a:pt x="293" y="1445"/>
                    </a:lnTo>
                    <a:lnTo>
                      <a:pt x="263" y="1175"/>
                    </a:lnTo>
                    <a:lnTo>
                      <a:pt x="228" y="917"/>
                    </a:lnTo>
                    <a:lnTo>
                      <a:pt x="186" y="665"/>
                    </a:lnTo>
                    <a:lnTo>
                      <a:pt x="132" y="432"/>
                    </a:lnTo>
                    <a:lnTo>
                      <a:pt x="78" y="204"/>
                    </a:lnTo>
                    <a:lnTo>
                      <a:pt x="12" y="0"/>
                    </a:lnTo>
                    <a:lnTo>
                      <a:pt x="0" y="0"/>
                    </a:lnTo>
                    <a:lnTo>
                      <a:pt x="66" y="204"/>
                    </a:lnTo>
                    <a:lnTo>
                      <a:pt x="120" y="432"/>
                    </a:lnTo>
                    <a:lnTo>
                      <a:pt x="174" y="665"/>
                    </a:lnTo>
                    <a:lnTo>
                      <a:pt x="216" y="917"/>
                    </a:lnTo>
                    <a:lnTo>
                      <a:pt x="251" y="1175"/>
                    </a:lnTo>
                    <a:lnTo>
                      <a:pt x="281" y="1445"/>
                    </a:lnTo>
                    <a:lnTo>
                      <a:pt x="305" y="1726"/>
                    </a:lnTo>
                    <a:lnTo>
                      <a:pt x="317" y="2014"/>
                    </a:lnTo>
                    <a:lnTo>
                      <a:pt x="323" y="2314"/>
                    </a:lnTo>
                    <a:lnTo>
                      <a:pt x="317" y="2608"/>
                    </a:lnTo>
                    <a:lnTo>
                      <a:pt x="305" y="2907"/>
                    </a:lnTo>
                    <a:lnTo>
                      <a:pt x="281" y="3201"/>
                    </a:lnTo>
                    <a:lnTo>
                      <a:pt x="257" y="3489"/>
                    </a:lnTo>
                    <a:lnTo>
                      <a:pt x="216" y="3777"/>
                    </a:lnTo>
                    <a:lnTo>
                      <a:pt x="174" y="4052"/>
                    </a:lnTo>
                    <a:lnTo>
                      <a:pt x="120" y="4316"/>
                    </a:lnTo>
                    <a:lnTo>
                      <a:pt x="132" y="4316"/>
                    </a:lnTo>
                    <a:lnTo>
                      <a:pt x="186" y="4052"/>
                    </a:lnTo>
                    <a:lnTo>
                      <a:pt x="228" y="3777"/>
                    </a:lnTo>
                    <a:lnTo>
                      <a:pt x="269" y="3489"/>
                    </a:lnTo>
                    <a:lnTo>
                      <a:pt x="293" y="3201"/>
                    </a:lnTo>
                    <a:lnTo>
                      <a:pt x="317" y="2907"/>
                    </a:lnTo>
                    <a:lnTo>
                      <a:pt x="329" y="2608"/>
                    </a:lnTo>
                    <a:lnTo>
                      <a:pt x="335" y="2314"/>
                    </a:lnTo>
                    <a:lnTo>
                      <a:pt x="329" y="2014"/>
                    </a:lnTo>
                    <a:lnTo>
                      <a:pt x="329" y="2014"/>
                    </a:lnTo>
                    <a:close/>
                  </a:path>
                </a:pathLst>
              </a:custGeom>
              <a:gradFill rotWithShape="0">
                <a:gsLst>
                  <a:gs pos="0">
                    <a:schemeClr val="bg1"/>
                  </a:gs>
                  <a:gs pos="100000">
                    <a:schemeClr val="bg1">
                      <a:gamma/>
                      <a:shade val="66667"/>
                      <a:invGamma/>
                    </a:schemeClr>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zh-CN" altLang="en-US"/>
              </a:p>
            </p:txBody>
          </p:sp>
          <p:sp>
            <p:nvSpPr>
              <p:cNvPr id="43018" name="Freeform 10"/>
              <p:cNvSpPr/>
              <p:nvPr userDrawn="1"/>
            </p:nvSpPr>
            <p:spPr bwMode="hidden">
              <a:xfrm>
                <a:off x="3676" y="0"/>
                <a:ext cx="427" cy="4316"/>
              </a:xfrm>
              <a:custGeom>
                <a:avLst/>
                <a:gdLst>
                  <a:gd name="T0" fmla="*/ 413 w 425"/>
                  <a:gd name="T1" fmla="*/ 1924 h 4316"/>
                  <a:gd name="T2" fmla="*/ 395 w 425"/>
                  <a:gd name="T3" fmla="*/ 1690 h 4316"/>
                  <a:gd name="T4" fmla="*/ 365 w 425"/>
                  <a:gd name="T5" fmla="*/ 1457 h 4316"/>
                  <a:gd name="T6" fmla="*/ 329 w 425"/>
                  <a:gd name="T7" fmla="*/ 1229 h 4316"/>
                  <a:gd name="T8" fmla="*/ 281 w 425"/>
                  <a:gd name="T9" fmla="*/ 1001 h 4316"/>
                  <a:gd name="T10" fmla="*/ 227 w 425"/>
                  <a:gd name="T11" fmla="*/ 761 h 4316"/>
                  <a:gd name="T12" fmla="*/ 162 w 425"/>
                  <a:gd name="T13" fmla="*/ 522 h 4316"/>
                  <a:gd name="T14" fmla="*/ 90 w 425"/>
                  <a:gd name="T15" fmla="*/ 270 h 4316"/>
                  <a:gd name="T16" fmla="*/ 12 w 425"/>
                  <a:gd name="T17" fmla="*/ 0 h 4316"/>
                  <a:gd name="T18" fmla="*/ 0 w 425"/>
                  <a:gd name="T19" fmla="*/ 0 h 4316"/>
                  <a:gd name="T20" fmla="*/ 84 w 425"/>
                  <a:gd name="T21" fmla="*/ 270 h 4316"/>
                  <a:gd name="T22" fmla="*/ 156 w 425"/>
                  <a:gd name="T23" fmla="*/ 522 h 4316"/>
                  <a:gd name="T24" fmla="*/ 216 w 425"/>
                  <a:gd name="T25" fmla="*/ 767 h 4316"/>
                  <a:gd name="T26" fmla="*/ 275 w 425"/>
                  <a:gd name="T27" fmla="*/ 1001 h 4316"/>
                  <a:gd name="T28" fmla="*/ 317 w 425"/>
                  <a:gd name="T29" fmla="*/ 1235 h 4316"/>
                  <a:gd name="T30" fmla="*/ 353 w 425"/>
                  <a:gd name="T31" fmla="*/ 1463 h 4316"/>
                  <a:gd name="T32" fmla="*/ 383 w 425"/>
                  <a:gd name="T33" fmla="*/ 1690 h 4316"/>
                  <a:gd name="T34" fmla="*/ 401 w 425"/>
                  <a:gd name="T35" fmla="*/ 1924 h 4316"/>
                  <a:gd name="T36" fmla="*/ 413 w 425"/>
                  <a:gd name="T37" fmla="*/ 2188 h 4316"/>
                  <a:gd name="T38" fmla="*/ 407 w 425"/>
                  <a:gd name="T39" fmla="*/ 2458 h 4316"/>
                  <a:gd name="T40" fmla="*/ 395 w 425"/>
                  <a:gd name="T41" fmla="*/ 2733 h 4316"/>
                  <a:gd name="T42" fmla="*/ 365 w 425"/>
                  <a:gd name="T43" fmla="*/ 3021 h 4316"/>
                  <a:gd name="T44" fmla="*/ 329 w 425"/>
                  <a:gd name="T45" fmla="*/ 3321 h 4316"/>
                  <a:gd name="T46" fmla="*/ 275 w 425"/>
                  <a:gd name="T47" fmla="*/ 3639 h 4316"/>
                  <a:gd name="T48" fmla="*/ 204 w 425"/>
                  <a:gd name="T49" fmla="*/ 3968 h 4316"/>
                  <a:gd name="T50" fmla="*/ 126 w 425"/>
                  <a:gd name="T51" fmla="*/ 4316 h 4316"/>
                  <a:gd name="T52" fmla="*/ 138 w 425"/>
                  <a:gd name="T53" fmla="*/ 4316 h 4316"/>
                  <a:gd name="T54" fmla="*/ 216 w 425"/>
                  <a:gd name="T55" fmla="*/ 3968 h 4316"/>
                  <a:gd name="T56" fmla="*/ 287 w 425"/>
                  <a:gd name="T57" fmla="*/ 3639 h 4316"/>
                  <a:gd name="T58" fmla="*/ 341 w 425"/>
                  <a:gd name="T59" fmla="*/ 3321 h 4316"/>
                  <a:gd name="T60" fmla="*/ 377 w 425"/>
                  <a:gd name="T61" fmla="*/ 3021 h 4316"/>
                  <a:gd name="T62" fmla="*/ 407 w 425"/>
                  <a:gd name="T63" fmla="*/ 2733 h 4316"/>
                  <a:gd name="T64" fmla="*/ 419 w 425"/>
                  <a:gd name="T65" fmla="*/ 2458 h 4316"/>
                  <a:gd name="T66" fmla="*/ 425 w 425"/>
                  <a:gd name="T67" fmla="*/ 2188 h 4316"/>
                  <a:gd name="T68" fmla="*/ 413 w 425"/>
                  <a:gd name="T69" fmla="*/ 1924 h 4316"/>
                  <a:gd name="T70" fmla="*/ 413 w 425"/>
                  <a:gd name="T71" fmla="*/ 1924 h 4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25" h="4316">
                    <a:moveTo>
                      <a:pt x="413" y="1924"/>
                    </a:moveTo>
                    <a:lnTo>
                      <a:pt x="395" y="1690"/>
                    </a:lnTo>
                    <a:lnTo>
                      <a:pt x="365" y="1457"/>
                    </a:lnTo>
                    <a:lnTo>
                      <a:pt x="329" y="1229"/>
                    </a:lnTo>
                    <a:lnTo>
                      <a:pt x="281" y="1001"/>
                    </a:lnTo>
                    <a:lnTo>
                      <a:pt x="227" y="761"/>
                    </a:lnTo>
                    <a:lnTo>
                      <a:pt x="162" y="522"/>
                    </a:lnTo>
                    <a:lnTo>
                      <a:pt x="90" y="270"/>
                    </a:lnTo>
                    <a:lnTo>
                      <a:pt x="12" y="0"/>
                    </a:lnTo>
                    <a:lnTo>
                      <a:pt x="0" y="0"/>
                    </a:lnTo>
                    <a:lnTo>
                      <a:pt x="84" y="270"/>
                    </a:lnTo>
                    <a:lnTo>
                      <a:pt x="156" y="522"/>
                    </a:lnTo>
                    <a:lnTo>
                      <a:pt x="216" y="767"/>
                    </a:lnTo>
                    <a:lnTo>
                      <a:pt x="275" y="1001"/>
                    </a:lnTo>
                    <a:lnTo>
                      <a:pt x="317" y="1235"/>
                    </a:lnTo>
                    <a:lnTo>
                      <a:pt x="353" y="1463"/>
                    </a:lnTo>
                    <a:lnTo>
                      <a:pt x="383" y="1690"/>
                    </a:lnTo>
                    <a:lnTo>
                      <a:pt x="401" y="1924"/>
                    </a:lnTo>
                    <a:lnTo>
                      <a:pt x="413" y="2188"/>
                    </a:lnTo>
                    <a:lnTo>
                      <a:pt x="407" y="2458"/>
                    </a:lnTo>
                    <a:lnTo>
                      <a:pt x="395" y="2733"/>
                    </a:lnTo>
                    <a:lnTo>
                      <a:pt x="365" y="3021"/>
                    </a:lnTo>
                    <a:lnTo>
                      <a:pt x="329" y="3321"/>
                    </a:lnTo>
                    <a:lnTo>
                      <a:pt x="275" y="3639"/>
                    </a:lnTo>
                    <a:lnTo>
                      <a:pt x="204" y="3968"/>
                    </a:lnTo>
                    <a:lnTo>
                      <a:pt x="126" y="4316"/>
                    </a:lnTo>
                    <a:lnTo>
                      <a:pt x="138" y="4316"/>
                    </a:lnTo>
                    <a:lnTo>
                      <a:pt x="216" y="3968"/>
                    </a:lnTo>
                    <a:lnTo>
                      <a:pt x="287" y="3639"/>
                    </a:lnTo>
                    <a:lnTo>
                      <a:pt x="341" y="3321"/>
                    </a:lnTo>
                    <a:lnTo>
                      <a:pt x="377" y="3021"/>
                    </a:lnTo>
                    <a:lnTo>
                      <a:pt x="407" y="2733"/>
                    </a:lnTo>
                    <a:lnTo>
                      <a:pt x="419" y="2458"/>
                    </a:lnTo>
                    <a:lnTo>
                      <a:pt x="425" y="2188"/>
                    </a:lnTo>
                    <a:lnTo>
                      <a:pt x="413" y="1924"/>
                    </a:lnTo>
                    <a:lnTo>
                      <a:pt x="413" y="1924"/>
                    </a:lnTo>
                    <a:close/>
                  </a:path>
                </a:pathLst>
              </a:custGeom>
              <a:gradFill rotWithShape="0">
                <a:gsLst>
                  <a:gs pos="0">
                    <a:schemeClr val="bg1"/>
                  </a:gs>
                  <a:gs pos="100000">
                    <a:schemeClr val="bg1">
                      <a:gamma/>
                      <a:shade val="66667"/>
                      <a:invGamma/>
                    </a:schemeClr>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zh-CN" altLang="en-US"/>
              </a:p>
            </p:txBody>
          </p:sp>
          <p:sp>
            <p:nvSpPr>
              <p:cNvPr id="43019" name="Freeform 11"/>
              <p:cNvSpPr/>
              <p:nvPr userDrawn="1"/>
            </p:nvSpPr>
            <p:spPr bwMode="hidden">
              <a:xfrm>
                <a:off x="3946" y="0"/>
                <a:ext cx="558" cy="4316"/>
              </a:xfrm>
              <a:custGeom>
                <a:avLst/>
                <a:gdLst>
                  <a:gd name="T0" fmla="*/ 556 w 556"/>
                  <a:gd name="T1" fmla="*/ 2020 h 4316"/>
                  <a:gd name="T2" fmla="*/ 538 w 556"/>
                  <a:gd name="T3" fmla="*/ 1732 h 4316"/>
                  <a:gd name="T4" fmla="*/ 503 w 556"/>
                  <a:gd name="T5" fmla="*/ 1445 h 4316"/>
                  <a:gd name="T6" fmla="*/ 455 w 556"/>
                  <a:gd name="T7" fmla="*/ 1175 h 4316"/>
                  <a:gd name="T8" fmla="*/ 395 w 556"/>
                  <a:gd name="T9" fmla="*/ 911 h 4316"/>
                  <a:gd name="T10" fmla="*/ 317 w 556"/>
                  <a:gd name="T11" fmla="*/ 659 h 4316"/>
                  <a:gd name="T12" fmla="*/ 228 w 556"/>
                  <a:gd name="T13" fmla="*/ 426 h 4316"/>
                  <a:gd name="T14" fmla="*/ 126 w 556"/>
                  <a:gd name="T15" fmla="*/ 204 h 4316"/>
                  <a:gd name="T16" fmla="*/ 12 w 556"/>
                  <a:gd name="T17" fmla="*/ 0 h 4316"/>
                  <a:gd name="T18" fmla="*/ 0 w 556"/>
                  <a:gd name="T19" fmla="*/ 0 h 4316"/>
                  <a:gd name="T20" fmla="*/ 114 w 556"/>
                  <a:gd name="T21" fmla="*/ 204 h 4316"/>
                  <a:gd name="T22" fmla="*/ 216 w 556"/>
                  <a:gd name="T23" fmla="*/ 426 h 4316"/>
                  <a:gd name="T24" fmla="*/ 305 w 556"/>
                  <a:gd name="T25" fmla="*/ 659 h 4316"/>
                  <a:gd name="T26" fmla="*/ 383 w 556"/>
                  <a:gd name="T27" fmla="*/ 911 h 4316"/>
                  <a:gd name="T28" fmla="*/ 443 w 556"/>
                  <a:gd name="T29" fmla="*/ 1175 h 4316"/>
                  <a:gd name="T30" fmla="*/ 491 w 556"/>
                  <a:gd name="T31" fmla="*/ 1445 h 4316"/>
                  <a:gd name="T32" fmla="*/ 526 w 556"/>
                  <a:gd name="T33" fmla="*/ 1732 h 4316"/>
                  <a:gd name="T34" fmla="*/ 544 w 556"/>
                  <a:gd name="T35" fmla="*/ 2020 h 4316"/>
                  <a:gd name="T36" fmla="*/ 544 w 556"/>
                  <a:gd name="T37" fmla="*/ 2326 h 4316"/>
                  <a:gd name="T38" fmla="*/ 532 w 556"/>
                  <a:gd name="T39" fmla="*/ 2632 h 4316"/>
                  <a:gd name="T40" fmla="*/ 503 w 556"/>
                  <a:gd name="T41" fmla="*/ 2931 h 4316"/>
                  <a:gd name="T42" fmla="*/ 455 w 556"/>
                  <a:gd name="T43" fmla="*/ 3225 h 4316"/>
                  <a:gd name="T44" fmla="*/ 389 w 556"/>
                  <a:gd name="T45" fmla="*/ 3513 h 4316"/>
                  <a:gd name="T46" fmla="*/ 311 w 556"/>
                  <a:gd name="T47" fmla="*/ 3788 h 4316"/>
                  <a:gd name="T48" fmla="*/ 216 w 556"/>
                  <a:gd name="T49" fmla="*/ 4058 h 4316"/>
                  <a:gd name="T50" fmla="*/ 102 w 556"/>
                  <a:gd name="T51" fmla="*/ 4316 h 4316"/>
                  <a:gd name="T52" fmla="*/ 114 w 556"/>
                  <a:gd name="T53" fmla="*/ 4316 h 4316"/>
                  <a:gd name="T54" fmla="*/ 228 w 556"/>
                  <a:gd name="T55" fmla="*/ 4058 h 4316"/>
                  <a:gd name="T56" fmla="*/ 323 w 556"/>
                  <a:gd name="T57" fmla="*/ 3788 h 4316"/>
                  <a:gd name="T58" fmla="*/ 401 w 556"/>
                  <a:gd name="T59" fmla="*/ 3513 h 4316"/>
                  <a:gd name="T60" fmla="*/ 467 w 556"/>
                  <a:gd name="T61" fmla="*/ 3225 h 4316"/>
                  <a:gd name="T62" fmla="*/ 515 w 556"/>
                  <a:gd name="T63" fmla="*/ 2931 h 4316"/>
                  <a:gd name="T64" fmla="*/ 544 w 556"/>
                  <a:gd name="T65" fmla="*/ 2632 h 4316"/>
                  <a:gd name="T66" fmla="*/ 556 w 556"/>
                  <a:gd name="T67" fmla="*/ 2326 h 4316"/>
                  <a:gd name="T68" fmla="*/ 556 w 556"/>
                  <a:gd name="T69" fmla="*/ 2020 h 4316"/>
                  <a:gd name="T70" fmla="*/ 556 w 556"/>
                  <a:gd name="T71" fmla="*/ 2020 h 4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556" h="4316">
                    <a:moveTo>
                      <a:pt x="556" y="2020"/>
                    </a:moveTo>
                    <a:lnTo>
                      <a:pt x="538" y="1732"/>
                    </a:lnTo>
                    <a:lnTo>
                      <a:pt x="503" y="1445"/>
                    </a:lnTo>
                    <a:lnTo>
                      <a:pt x="455" y="1175"/>
                    </a:lnTo>
                    <a:lnTo>
                      <a:pt x="395" y="911"/>
                    </a:lnTo>
                    <a:lnTo>
                      <a:pt x="317" y="659"/>
                    </a:lnTo>
                    <a:lnTo>
                      <a:pt x="228" y="426"/>
                    </a:lnTo>
                    <a:lnTo>
                      <a:pt x="126" y="204"/>
                    </a:lnTo>
                    <a:lnTo>
                      <a:pt x="12" y="0"/>
                    </a:lnTo>
                    <a:lnTo>
                      <a:pt x="0" y="0"/>
                    </a:lnTo>
                    <a:lnTo>
                      <a:pt x="114" y="204"/>
                    </a:lnTo>
                    <a:lnTo>
                      <a:pt x="216" y="426"/>
                    </a:lnTo>
                    <a:lnTo>
                      <a:pt x="305" y="659"/>
                    </a:lnTo>
                    <a:lnTo>
                      <a:pt x="383" y="911"/>
                    </a:lnTo>
                    <a:lnTo>
                      <a:pt x="443" y="1175"/>
                    </a:lnTo>
                    <a:lnTo>
                      <a:pt x="491" y="1445"/>
                    </a:lnTo>
                    <a:lnTo>
                      <a:pt x="526" y="1732"/>
                    </a:lnTo>
                    <a:lnTo>
                      <a:pt x="544" y="2020"/>
                    </a:lnTo>
                    <a:lnTo>
                      <a:pt x="544" y="2326"/>
                    </a:lnTo>
                    <a:lnTo>
                      <a:pt x="532" y="2632"/>
                    </a:lnTo>
                    <a:lnTo>
                      <a:pt x="503" y="2931"/>
                    </a:lnTo>
                    <a:lnTo>
                      <a:pt x="455" y="3225"/>
                    </a:lnTo>
                    <a:lnTo>
                      <a:pt x="389" y="3513"/>
                    </a:lnTo>
                    <a:lnTo>
                      <a:pt x="311" y="3788"/>
                    </a:lnTo>
                    <a:lnTo>
                      <a:pt x="216" y="4058"/>
                    </a:lnTo>
                    <a:lnTo>
                      <a:pt x="102" y="4316"/>
                    </a:lnTo>
                    <a:lnTo>
                      <a:pt x="114" y="4316"/>
                    </a:lnTo>
                    <a:lnTo>
                      <a:pt x="228" y="4058"/>
                    </a:lnTo>
                    <a:lnTo>
                      <a:pt x="323" y="3788"/>
                    </a:lnTo>
                    <a:lnTo>
                      <a:pt x="401" y="3513"/>
                    </a:lnTo>
                    <a:lnTo>
                      <a:pt x="467" y="3225"/>
                    </a:lnTo>
                    <a:lnTo>
                      <a:pt x="515" y="2931"/>
                    </a:lnTo>
                    <a:lnTo>
                      <a:pt x="544" y="2632"/>
                    </a:lnTo>
                    <a:lnTo>
                      <a:pt x="556" y="2326"/>
                    </a:lnTo>
                    <a:lnTo>
                      <a:pt x="556" y="2020"/>
                    </a:lnTo>
                    <a:lnTo>
                      <a:pt x="556" y="2020"/>
                    </a:lnTo>
                    <a:close/>
                  </a:path>
                </a:pathLst>
              </a:custGeom>
              <a:gradFill rotWithShape="0">
                <a:gsLst>
                  <a:gs pos="0">
                    <a:schemeClr val="bg1"/>
                  </a:gs>
                  <a:gs pos="100000">
                    <a:schemeClr val="bg1">
                      <a:gamma/>
                      <a:shade val="66667"/>
                      <a:invGamma/>
                    </a:schemeClr>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zh-CN" altLang="en-US"/>
              </a:p>
            </p:txBody>
          </p:sp>
          <p:sp>
            <p:nvSpPr>
              <p:cNvPr id="43020" name="Freeform 12"/>
              <p:cNvSpPr/>
              <p:nvPr userDrawn="1"/>
            </p:nvSpPr>
            <p:spPr bwMode="hidden">
              <a:xfrm>
                <a:off x="4246" y="0"/>
                <a:ext cx="690" cy="4316"/>
              </a:xfrm>
              <a:custGeom>
                <a:avLst/>
                <a:gdLst>
                  <a:gd name="T0" fmla="*/ 688 w 688"/>
                  <a:gd name="T1" fmla="*/ 2086 h 4316"/>
                  <a:gd name="T2" fmla="*/ 670 w 688"/>
                  <a:gd name="T3" fmla="*/ 1810 h 4316"/>
                  <a:gd name="T4" fmla="*/ 634 w 688"/>
                  <a:gd name="T5" fmla="*/ 1541 h 4316"/>
                  <a:gd name="T6" fmla="*/ 574 w 688"/>
                  <a:gd name="T7" fmla="*/ 1271 h 4316"/>
                  <a:gd name="T8" fmla="*/ 497 w 688"/>
                  <a:gd name="T9" fmla="*/ 1007 h 4316"/>
                  <a:gd name="T10" fmla="*/ 401 w 688"/>
                  <a:gd name="T11" fmla="*/ 749 h 4316"/>
                  <a:gd name="T12" fmla="*/ 293 w 688"/>
                  <a:gd name="T13" fmla="*/ 492 h 4316"/>
                  <a:gd name="T14" fmla="*/ 162 w 688"/>
                  <a:gd name="T15" fmla="*/ 240 h 4316"/>
                  <a:gd name="T16" fmla="*/ 12 w 688"/>
                  <a:gd name="T17" fmla="*/ 0 h 4316"/>
                  <a:gd name="T18" fmla="*/ 0 w 688"/>
                  <a:gd name="T19" fmla="*/ 0 h 4316"/>
                  <a:gd name="T20" fmla="*/ 150 w 688"/>
                  <a:gd name="T21" fmla="*/ 240 h 4316"/>
                  <a:gd name="T22" fmla="*/ 281 w 688"/>
                  <a:gd name="T23" fmla="*/ 492 h 4316"/>
                  <a:gd name="T24" fmla="*/ 389 w 688"/>
                  <a:gd name="T25" fmla="*/ 749 h 4316"/>
                  <a:gd name="T26" fmla="*/ 485 w 688"/>
                  <a:gd name="T27" fmla="*/ 1007 h 4316"/>
                  <a:gd name="T28" fmla="*/ 562 w 688"/>
                  <a:gd name="T29" fmla="*/ 1271 h 4316"/>
                  <a:gd name="T30" fmla="*/ 622 w 688"/>
                  <a:gd name="T31" fmla="*/ 1541 h 4316"/>
                  <a:gd name="T32" fmla="*/ 658 w 688"/>
                  <a:gd name="T33" fmla="*/ 1810 h 4316"/>
                  <a:gd name="T34" fmla="*/ 676 w 688"/>
                  <a:gd name="T35" fmla="*/ 2086 h 4316"/>
                  <a:gd name="T36" fmla="*/ 676 w 688"/>
                  <a:gd name="T37" fmla="*/ 2368 h 4316"/>
                  <a:gd name="T38" fmla="*/ 658 w 688"/>
                  <a:gd name="T39" fmla="*/ 2650 h 4316"/>
                  <a:gd name="T40" fmla="*/ 616 w 688"/>
                  <a:gd name="T41" fmla="*/ 2931 h 4316"/>
                  <a:gd name="T42" fmla="*/ 556 w 688"/>
                  <a:gd name="T43" fmla="*/ 3213 h 4316"/>
                  <a:gd name="T44" fmla="*/ 473 w 688"/>
                  <a:gd name="T45" fmla="*/ 3495 h 4316"/>
                  <a:gd name="T46" fmla="*/ 371 w 688"/>
                  <a:gd name="T47" fmla="*/ 3777 h 4316"/>
                  <a:gd name="T48" fmla="*/ 251 w 688"/>
                  <a:gd name="T49" fmla="*/ 4046 h 4316"/>
                  <a:gd name="T50" fmla="*/ 114 w 688"/>
                  <a:gd name="T51" fmla="*/ 4316 h 4316"/>
                  <a:gd name="T52" fmla="*/ 126 w 688"/>
                  <a:gd name="T53" fmla="*/ 4316 h 4316"/>
                  <a:gd name="T54" fmla="*/ 263 w 688"/>
                  <a:gd name="T55" fmla="*/ 4046 h 4316"/>
                  <a:gd name="T56" fmla="*/ 383 w 688"/>
                  <a:gd name="T57" fmla="*/ 3777 h 4316"/>
                  <a:gd name="T58" fmla="*/ 485 w 688"/>
                  <a:gd name="T59" fmla="*/ 3495 h 4316"/>
                  <a:gd name="T60" fmla="*/ 568 w 688"/>
                  <a:gd name="T61" fmla="*/ 3219 h 4316"/>
                  <a:gd name="T62" fmla="*/ 628 w 688"/>
                  <a:gd name="T63" fmla="*/ 2937 h 4316"/>
                  <a:gd name="T64" fmla="*/ 670 w 688"/>
                  <a:gd name="T65" fmla="*/ 2656 h 4316"/>
                  <a:gd name="T66" fmla="*/ 688 w 688"/>
                  <a:gd name="T67" fmla="*/ 2368 h 4316"/>
                  <a:gd name="T68" fmla="*/ 688 w 688"/>
                  <a:gd name="T69" fmla="*/ 2086 h 4316"/>
                  <a:gd name="T70" fmla="*/ 688 w 688"/>
                  <a:gd name="T71" fmla="*/ 2086 h 4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688" h="4316">
                    <a:moveTo>
                      <a:pt x="688" y="2086"/>
                    </a:moveTo>
                    <a:lnTo>
                      <a:pt x="670" y="1810"/>
                    </a:lnTo>
                    <a:lnTo>
                      <a:pt x="634" y="1541"/>
                    </a:lnTo>
                    <a:lnTo>
                      <a:pt x="574" y="1271"/>
                    </a:lnTo>
                    <a:lnTo>
                      <a:pt x="497" y="1007"/>
                    </a:lnTo>
                    <a:lnTo>
                      <a:pt x="401" y="749"/>
                    </a:lnTo>
                    <a:lnTo>
                      <a:pt x="293" y="492"/>
                    </a:lnTo>
                    <a:lnTo>
                      <a:pt x="162" y="240"/>
                    </a:lnTo>
                    <a:lnTo>
                      <a:pt x="12" y="0"/>
                    </a:lnTo>
                    <a:lnTo>
                      <a:pt x="0" y="0"/>
                    </a:lnTo>
                    <a:lnTo>
                      <a:pt x="150" y="240"/>
                    </a:lnTo>
                    <a:lnTo>
                      <a:pt x="281" y="492"/>
                    </a:lnTo>
                    <a:lnTo>
                      <a:pt x="389" y="749"/>
                    </a:lnTo>
                    <a:lnTo>
                      <a:pt x="485" y="1007"/>
                    </a:lnTo>
                    <a:lnTo>
                      <a:pt x="562" y="1271"/>
                    </a:lnTo>
                    <a:lnTo>
                      <a:pt x="622" y="1541"/>
                    </a:lnTo>
                    <a:lnTo>
                      <a:pt x="658" y="1810"/>
                    </a:lnTo>
                    <a:lnTo>
                      <a:pt x="676" y="2086"/>
                    </a:lnTo>
                    <a:lnTo>
                      <a:pt x="676" y="2368"/>
                    </a:lnTo>
                    <a:lnTo>
                      <a:pt x="658" y="2650"/>
                    </a:lnTo>
                    <a:lnTo>
                      <a:pt x="616" y="2931"/>
                    </a:lnTo>
                    <a:lnTo>
                      <a:pt x="556" y="3213"/>
                    </a:lnTo>
                    <a:lnTo>
                      <a:pt x="473" y="3495"/>
                    </a:lnTo>
                    <a:lnTo>
                      <a:pt x="371" y="3777"/>
                    </a:lnTo>
                    <a:lnTo>
                      <a:pt x="251" y="4046"/>
                    </a:lnTo>
                    <a:lnTo>
                      <a:pt x="114" y="4316"/>
                    </a:lnTo>
                    <a:lnTo>
                      <a:pt x="126" y="4316"/>
                    </a:lnTo>
                    <a:lnTo>
                      <a:pt x="263" y="4046"/>
                    </a:lnTo>
                    <a:lnTo>
                      <a:pt x="383" y="3777"/>
                    </a:lnTo>
                    <a:lnTo>
                      <a:pt x="485" y="3495"/>
                    </a:lnTo>
                    <a:lnTo>
                      <a:pt x="568" y="3219"/>
                    </a:lnTo>
                    <a:lnTo>
                      <a:pt x="628" y="2937"/>
                    </a:lnTo>
                    <a:lnTo>
                      <a:pt x="670" y="2656"/>
                    </a:lnTo>
                    <a:lnTo>
                      <a:pt x="688" y="2368"/>
                    </a:lnTo>
                    <a:lnTo>
                      <a:pt x="688" y="2086"/>
                    </a:lnTo>
                    <a:lnTo>
                      <a:pt x="688" y="2086"/>
                    </a:lnTo>
                    <a:close/>
                  </a:path>
                </a:pathLst>
              </a:custGeom>
              <a:gradFill rotWithShape="0">
                <a:gsLst>
                  <a:gs pos="0">
                    <a:schemeClr val="bg1"/>
                  </a:gs>
                  <a:gs pos="100000">
                    <a:schemeClr val="bg1">
                      <a:gamma/>
                      <a:shade val="66667"/>
                      <a:invGamma/>
                    </a:schemeClr>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zh-CN" altLang="en-US"/>
              </a:p>
            </p:txBody>
          </p:sp>
          <p:sp>
            <p:nvSpPr>
              <p:cNvPr id="43021" name="Freeform 13"/>
              <p:cNvSpPr/>
              <p:nvPr userDrawn="1"/>
            </p:nvSpPr>
            <p:spPr bwMode="hidden">
              <a:xfrm>
                <a:off x="4522" y="0"/>
                <a:ext cx="864" cy="4316"/>
              </a:xfrm>
              <a:custGeom>
                <a:avLst/>
                <a:gdLst>
                  <a:gd name="T0" fmla="*/ 855 w 861"/>
                  <a:gd name="T1" fmla="*/ 2128 h 4316"/>
                  <a:gd name="T2" fmla="*/ 831 w 861"/>
                  <a:gd name="T3" fmla="*/ 1834 h 4316"/>
                  <a:gd name="T4" fmla="*/ 808 w 861"/>
                  <a:gd name="T5" fmla="*/ 1684 h 4316"/>
                  <a:gd name="T6" fmla="*/ 784 w 861"/>
                  <a:gd name="T7" fmla="*/ 1541 h 4316"/>
                  <a:gd name="T8" fmla="*/ 748 w 861"/>
                  <a:gd name="T9" fmla="*/ 1397 h 4316"/>
                  <a:gd name="T10" fmla="*/ 712 w 861"/>
                  <a:gd name="T11" fmla="*/ 1253 h 4316"/>
                  <a:gd name="T12" fmla="*/ 664 w 861"/>
                  <a:gd name="T13" fmla="*/ 1115 h 4316"/>
                  <a:gd name="T14" fmla="*/ 610 w 861"/>
                  <a:gd name="T15" fmla="*/ 977 h 4316"/>
                  <a:gd name="T16" fmla="*/ 491 w 861"/>
                  <a:gd name="T17" fmla="*/ 719 h 4316"/>
                  <a:gd name="T18" fmla="*/ 353 w 861"/>
                  <a:gd name="T19" fmla="*/ 468 h 4316"/>
                  <a:gd name="T20" fmla="*/ 192 w 861"/>
                  <a:gd name="T21" fmla="*/ 228 h 4316"/>
                  <a:gd name="T22" fmla="*/ 12 w 861"/>
                  <a:gd name="T23" fmla="*/ 0 h 4316"/>
                  <a:gd name="T24" fmla="*/ 0 w 861"/>
                  <a:gd name="T25" fmla="*/ 0 h 4316"/>
                  <a:gd name="T26" fmla="*/ 180 w 861"/>
                  <a:gd name="T27" fmla="*/ 228 h 4316"/>
                  <a:gd name="T28" fmla="*/ 341 w 861"/>
                  <a:gd name="T29" fmla="*/ 468 h 4316"/>
                  <a:gd name="T30" fmla="*/ 479 w 861"/>
                  <a:gd name="T31" fmla="*/ 719 h 4316"/>
                  <a:gd name="T32" fmla="*/ 598 w 861"/>
                  <a:gd name="T33" fmla="*/ 983 h 4316"/>
                  <a:gd name="T34" fmla="*/ 652 w 861"/>
                  <a:gd name="T35" fmla="*/ 1121 h 4316"/>
                  <a:gd name="T36" fmla="*/ 700 w 861"/>
                  <a:gd name="T37" fmla="*/ 1259 h 4316"/>
                  <a:gd name="T38" fmla="*/ 736 w 861"/>
                  <a:gd name="T39" fmla="*/ 1403 h 4316"/>
                  <a:gd name="T40" fmla="*/ 772 w 861"/>
                  <a:gd name="T41" fmla="*/ 1547 h 4316"/>
                  <a:gd name="T42" fmla="*/ 802 w 861"/>
                  <a:gd name="T43" fmla="*/ 1690 h 4316"/>
                  <a:gd name="T44" fmla="*/ 819 w 861"/>
                  <a:gd name="T45" fmla="*/ 1834 h 4316"/>
                  <a:gd name="T46" fmla="*/ 837 w 861"/>
                  <a:gd name="T47" fmla="*/ 1984 h 4316"/>
                  <a:gd name="T48" fmla="*/ 843 w 861"/>
                  <a:gd name="T49" fmla="*/ 2128 h 4316"/>
                  <a:gd name="T50" fmla="*/ 849 w 861"/>
                  <a:gd name="T51" fmla="*/ 2278 h 4316"/>
                  <a:gd name="T52" fmla="*/ 843 w 861"/>
                  <a:gd name="T53" fmla="*/ 2428 h 4316"/>
                  <a:gd name="T54" fmla="*/ 831 w 861"/>
                  <a:gd name="T55" fmla="*/ 2572 h 4316"/>
                  <a:gd name="T56" fmla="*/ 819 w 861"/>
                  <a:gd name="T57" fmla="*/ 2721 h 4316"/>
                  <a:gd name="T58" fmla="*/ 796 w 861"/>
                  <a:gd name="T59" fmla="*/ 2865 h 4316"/>
                  <a:gd name="T60" fmla="*/ 766 w 861"/>
                  <a:gd name="T61" fmla="*/ 3015 h 4316"/>
                  <a:gd name="T62" fmla="*/ 724 w 861"/>
                  <a:gd name="T63" fmla="*/ 3159 h 4316"/>
                  <a:gd name="T64" fmla="*/ 682 w 861"/>
                  <a:gd name="T65" fmla="*/ 3303 h 4316"/>
                  <a:gd name="T66" fmla="*/ 586 w 861"/>
                  <a:gd name="T67" fmla="*/ 3567 h 4316"/>
                  <a:gd name="T68" fmla="*/ 473 w 861"/>
                  <a:gd name="T69" fmla="*/ 3824 h 4316"/>
                  <a:gd name="T70" fmla="*/ 335 w 861"/>
                  <a:gd name="T71" fmla="*/ 4076 h 4316"/>
                  <a:gd name="T72" fmla="*/ 180 w 861"/>
                  <a:gd name="T73" fmla="*/ 4316 h 4316"/>
                  <a:gd name="T74" fmla="*/ 192 w 861"/>
                  <a:gd name="T75" fmla="*/ 4316 h 4316"/>
                  <a:gd name="T76" fmla="*/ 347 w 861"/>
                  <a:gd name="T77" fmla="*/ 4076 h 4316"/>
                  <a:gd name="T78" fmla="*/ 485 w 861"/>
                  <a:gd name="T79" fmla="*/ 3824 h 4316"/>
                  <a:gd name="T80" fmla="*/ 598 w 861"/>
                  <a:gd name="T81" fmla="*/ 3573 h 4316"/>
                  <a:gd name="T82" fmla="*/ 694 w 861"/>
                  <a:gd name="T83" fmla="*/ 3309 h 4316"/>
                  <a:gd name="T84" fmla="*/ 736 w 861"/>
                  <a:gd name="T85" fmla="*/ 3165 h 4316"/>
                  <a:gd name="T86" fmla="*/ 778 w 861"/>
                  <a:gd name="T87" fmla="*/ 3021 h 4316"/>
                  <a:gd name="T88" fmla="*/ 808 w 861"/>
                  <a:gd name="T89" fmla="*/ 2871 h 4316"/>
                  <a:gd name="T90" fmla="*/ 831 w 861"/>
                  <a:gd name="T91" fmla="*/ 2727 h 4316"/>
                  <a:gd name="T92" fmla="*/ 843 w 861"/>
                  <a:gd name="T93" fmla="*/ 2578 h 4316"/>
                  <a:gd name="T94" fmla="*/ 855 w 861"/>
                  <a:gd name="T95" fmla="*/ 2428 h 4316"/>
                  <a:gd name="T96" fmla="*/ 861 w 861"/>
                  <a:gd name="T97" fmla="*/ 2278 h 4316"/>
                  <a:gd name="T98" fmla="*/ 855 w 861"/>
                  <a:gd name="T99" fmla="*/ 2128 h 4316"/>
                  <a:gd name="T100" fmla="*/ 855 w 861"/>
                  <a:gd name="T101" fmla="*/ 2128 h 4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861" h="4316">
                    <a:moveTo>
                      <a:pt x="855" y="2128"/>
                    </a:moveTo>
                    <a:lnTo>
                      <a:pt x="831" y="1834"/>
                    </a:lnTo>
                    <a:lnTo>
                      <a:pt x="808" y="1684"/>
                    </a:lnTo>
                    <a:lnTo>
                      <a:pt x="784" y="1541"/>
                    </a:lnTo>
                    <a:lnTo>
                      <a:pt x="748" y="1397"/>
                    </a:lnTo>
                    <a:lnTo>
                      <a:pt x="712" y="1253"/>
                    </a:lnTo>
                    <a:lnTo>
                      <a:pt x="664" y="1115"/>
                    </a:lnTo>
                    <a:lnTo>
                      <a:pt x="610" y="977"/>
                    </a:lnTo>
                    <a:lnTo>
                      <a:pt x="491" y="719"/>
                    </a:lnTo>
                    <a:lnTo>
                      <a:pt x="353" y="468"/>
                    </a:lnTo>
                    <a:lnTo>
                      <a:pt x="192" y="228"/>
                    </a:lnTo>
                    <a:lnTo>
                      <a:pt x="12" y="0"/>
                    </a:lnTo>
                    <a:lnTo>
                      <a:pt x="0" y="0"/>
                    </a:lnTo>
                    <a:lnTo>
                      <a:pt x="180" y="228"/>
                    </a:lnTo>
                    <a:lnTo>
                      <a:pt x="341" y="468"/>
                    </a:lnTo>
                    <a:lnTo>
                      <a:pt x="479" y="719"/>
                    </a:lnTo>
                    <a:lnTo>
                      <a:pt x="598" y="983"/>
                    </a:lnTo>
                    <a:lnTo>
                      <a:pt x="652" y="1121"/>
                    </a:lnTo>
                    <a:lnTo>
                      <a:pt x="700" y="1259"/>
                    </a:lnTo>
                    <a:lnTo>
                      <a:pt x="736" y="1403"/>
                    </a:lnTo>
                    <a:lnTo>
                      <a:pt x="772" y="1547"/>
                    </a:lnTo>
                    <a:lnTo>
                      <a:pt x="802" y="1690"/>
                    </a:lnTo>
                    <a:lnTo>
                      <a:pt x="819" y="1834"/>
                    </a:lnTo>
                    <a:lnTo>
                      <a:pt x="837" y="1984"/>
                    </a:lnTo>
                    <a:lnTo>
                      <a:pt x="843" y="2128"/>
                    </a:lnTo>
                    <a:lnTo>
                      <a:pt x="849" y="2278"/>
                    </a:lnTo>
                    <a:lnTo>
                      <a:pt x="843" y="2428"/>
                    </a:lnTo>
                    <a:lnTo>
                      <a:pt x="831" y="2572"/>
                    </a:lnTo>
                    <a:lnTo>
                      <a:pt x="819" y="2721"/>
                    </a:lnTo>
                    <a:lnTo>
                      <a:pt x="796" y="2865"/>
                    </a:lnTo>
                    <a:lnTo>
                      <a:pt x="766" y="3015"/>
                    </a:lnTo>
                    <a:lnTo>
                      <a:pt x="724" y="3159"/>
                    </a:lnTo>
                    <a:lnTo>
                      <a:pt x="682" y="3303"/>
                    </a:lnTo>
                    <a:lnTo>
                      <a:pt x="586" y="3567"/>
                    </a:lnTo>
                    <a:lnTo>
                      <a:pt x="473" y="3824"/>
                    </a:lnTo>
                    <a:lnTo>
                      <a:pt x="335" y="4076"/>
                    </a:lnTo>
                    <a:lnTo>
                      <a:pt x="180" y="4316"/>
                    </a:lnTo>
                    <a:lnTo>
                      <a:pt x="192" y="4316"/>
                    </a:lnTo>
                    <a:lnTo>
                      <a:pt x="347" y="4076"/>
                    </a:lnTo>
                    <a:lnTo>
                      <a:pt x="485" y="3824"/>
                    </a:lnTo>
                    <a:lnTo>
                      <a:pt x="598" y="3573"/>
                    </a:lnTo>
                    <a:lnTo>
                      <a:pt x="694" y="3309"/>
                    </a:lnTo>
                    <a:lnTo>
                      <a:pt x="736" y="3165"/>
                    </a:lnTo>
                    <a:lnTo>
                      <a:pt x="778" y="3021"/>
                    </a:lnTo>
                    <a:lnTo>
                      <a:pt x="808" y="2871"/>
                    </a:lnTo>
                    <a:lnTo>
                      <a:pt x="831" y="2727"/>
                    </a:lnTo>
                    <a:lnTo>
                      <a:pt x="843" y="2578"/>
                    </a:lnTo>
                    <a:lnTo>
                      <a:pt x="855" y="2428"/>
                    </a:lnTo>
                    <a:lnTo>
                      <a:pt x="861" y="2278"/>
                    </a:lnTo>
                    <a:lnTo>
                      <a:pt x="855" y="2128"/>
                    </a:lnTo>
                    <a:lnTo>
                      <a:pt x="855" y="2128"/>
                    </a:lnTo>
                    <a:close/>
                  </a:path>
                </a:pathLst>
              </a:custGeom>
              <a:gradFill rotWithShape="0">
                <a:gsLst>
                  <a:gs pos="0">
                    <a:schemeClr val="bg1"/>
                  </a:gs>
                  <a:gs pos="100000">
                    <a:schemeClr val="bg1">
                      <a:gamma/>
                      <a:shade val="66667"/>
                      <a:invGamma/>
                    </a:schemeClr>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zh-CN" altLang="en-US"/>
              </a:p>
            </p:txBody>
          </p:sp>
          <p:sp>
            <p:nvSpPr>
              <p:cNvPr id="43022" name="Freeform 14"/>
              <p:cNvSpPr/>
              <p:nvPr userDrawn="1"/>
            </p:nvSpPr>
            <p:spPr bwMode="hidden">
              <a:xfrm>
                <a:off x="2399" y="0"/>
                <a:ext cx="150" cy="4316"/>
              </a:xfrm>
              <a:custGeom>
                <a:avLst/>
                <a:gdLst>
                  <a:gd name="T0" fmla="*/ 18 w 149"/>
                  <a:gd name="T1" fmla="*/ 1942 h 4316"/>
                  <a:gd name="T2" fmla="*/ 30 w 149"/>
                  <a:gd name="T3" fmla="*/ 1630 h 4316"/>
                  <a:gd name="T4" fmla="*/ 42 w 149"/>
                  <a:gd name="T5" fmla="*/ 1331 h 4316"/>
                  <a:gd name="T6" fmla="*/ 59 w 149"/>
                  <a:gd name="T7" fmla="*/ 1055 h 4316"/>
                  <a:gd name="T8" fmla="*/ 77 w 149"/>
                  <a:gd name="T9" fmla="*/ 791 h 4316"/>
                  <a:gd name="T10" fmla="*/ 83 w 149"/>
                  <a:gd name="T11" fmla="*/ 671 h 4316"/>
                  <a:gd name="T12" fmla="*/ 95 w 149"/>
                  <a:gd name="T13" fmla="*/ 557 h 4316"/>
                  <a:gd name="T14" fmla="*/ 107 w 149"/>
                  <a:gd name="T15" fmla="*/ 444 h 4316"/>
                  <a:gd name="T16" fmla="*/ 113 w 149"/>
                  <a:gd name="T17" fmla="*/ 342 h 4316"/>
                  <a:gd name="T18" fmla="*/ 125 w 149"/>
                  <a:gd name="T19" fmla="*/ 246 h 4316"/>
                  <a:gd name="T20" fmla="*/ 131 w 149"/>
                  <a:gd name="T21" fmla="*/ 156 h 4316"/>
                  <a:gd name="T22" fmla="*/ 143 w 149"/>
                  <a:gd name="T23" fmla="*/ 72 h 4316"/>
                  <a:gd name="T24" fmla="*/ 149 w 149"/>
                  <a:gd name="T25" fmla="*/ 0 h 4316"/>
                  <a:gd name="T26" fmla="*/ 137 w 149"/>
                  <a:gd name="T27" fmla="*/ 0 h 4316"/>
                  <a:gd name="T28" fmla="*/ 131 w 149"/>
                  <a:gd name="T29" fmla="*/ 72 h 4316"/>
                  <a:gd name="T30" fmla="*/ 119 w 149"/>
                  <a:gd name="T31" fmla="*/ 156 h 4316"/>
                  <a:gd name="T32" fmla="*/ 113 w 149"/>
                  <a:gd name="T33" fmla="*/ 246 h 4316"/>
                  <a:gd name="T34" fmla="*/ 101 w 149"/>
                  <a:gd name="T35" fmla="*/ 342 h 4316"/>
                  <a:gd name="T36" fmla="*/ 95 w 149"/>
                  <a:gd name="T37" fmla="*/ 444 h 4316"/>
                  <a:gd name="T38" fmla="*/ 83 w 149"/>
                  <a:gd name="T39" fmla="*/ 557 h 4316"/>
                  <a:gd name="T40" fmla="*/ 71 w 149"/>
                  <a:gd name="T41" fmla="*/ 671 h 4316"/>
                  <a:gd name="T42" fmla="*/ 65 w 149"/>
                  <a:gd name="T43" fmla="*/ 791 h 4316"/>
                  <a:gd name="T44" fmla="*/ 48 w 149"/>
                  <a:gd name="T45" fmla="*/ 1055 h 4316"/>
                  <a:gd name="T46" fmla="*/ 30 w 149"/>
                  <a:gd name="T47" fmla="*/ 1331 h 4316"/>
                  <a:gd name="T48" fmla="*/ 18 w 149"/>
                  <a:gd name="T49" fmla="*/ 1630 h 4316"/>
                  <a:gd name="T50" fmla="*/ 6 w 149"/>
                  <a:gd name="T51" fmla="*/ 1942 h 4316"/>
                  <a:gd name="T52" fmla="*/ 0 w 149"/>
                  <a:gd name="T53" fmla="*/ 2278 h 4316"/>
                  <a:gd name="T54" fmla="*/ 6 w 149"/>
                  <a:gd name="T55" fmla="*/ 2602 h 4316"/>
                  <a:gd name="T56" fmla="*/ 12 w 149"/>
                  <a:gd name="T57" fmla="*/ 2919 h 4316"/>
                  <a:gd name="T58" fmla="*/ 24 w 149"/>
                  <a:gd name="T59" fmla="*/ 3219 h 4316"/>
                  <a:gd name="T60" fmla="*/ 36 w 149"/>
                  <a:gd name="T61" fmla="*/ 3513 h 4316"/>
                  <a:gd name="T62" fmla="*/ 59 w 149"/>
                  <a:gd name="T63" fmla="*/ 3794 h 4316"/>
                  <a:gd name="T64" fmla="*/ 89 w 149"/>
                  <a:gd name="T65" fmla="*/ 4058 h 4316"/>
                  <a:gd name="T66" fmla="*/ 125 w 149"/>
                  <a:gd name="T67" fmla="*/ 4316 h 4316"/>
                  <a:gd name="T68" fmla="*/ 137 w 149"/>
                  <a:gd name="T69" fmla="*/ 4316 h 4316"/>
                  <a:gd name="T70" fmla="*/ 101 w 149"/>
                  <a:gd name="T71" fmla="*/ 4058 h 4316"/>
                  <a:gd name="T72" fmla="*/ 71 w 149"/>
                  <a:gd name="T73" fmla="*/ 3794 h 4316"/>
                  <a:gd name="T74" fmla="*/ 48 w 149"/>
                  <a:gd name="T75" fmla="*/ 3513 h 4316"/>
                  <a:gd name="T76" fmla="*/ 36 w 149"/>
                  <a:gd name="T77" fmla="*/ 3225 h 4316"/>
                  <a:gd name="T78" fmla="*/ 24 w 149"/>
                  <a:gd name="T79" fmla="*/ 2919 h 4316"/>
                  <a:gd name="T80" fmla="*/ 18 w 149"/>
                  <a:gd name="T81" fmla="*/ 2608 h 4316"/>
                  <a:gd name="T82" fmla="*/ 12 w 149"/>
                  <a:gd name="T83" fmla="*/ 2278 h 4316"/>
                  <a:gd name="T84" fmla="*/ 18 w 149"/>
                  <a:gd name="T85" fmla="*/ 1942 h 4316"/>
                  <a:gd name="T86" fmla="*/ 18 w 149"/>
                  <a:gd name="T87" fmla="*/ 1942 h 4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149" h="4316">
                    <a:moveTo>
                      <a:pt x="18" y="1942"/>
                    </a:moveTo>
                    <a:lnTo>
                      <a:pt x="30" y="1630"/>
                    </a:lnTo>
                    <a:lnTo>
                      <a:pt x="42" y="1331"/>
                    </a:lnTo>
                    <a:lnTo>
                      <a:pt x="59" y="1055"/>
                    </a:lnTo>
                    <a:lnTo>
                      <a:pt x="77" y="791"/>
                    </a:lnTo>
                    <a:lnTo>
                      <a:pt x="83" y="671"/>
                    </a:lnTo>
                    <a:lnTo>
                      <a:pt x="95" y="557"/>
                    </a:lnTo>
                    <a:lnTo>
                      <a:pt x="107" y="444"/>
                    </a:lnTo>
                    <a:lnTo>
                      <a:pt x="113" y="342"/>
                    </a:lnTo>
                    <a:lnTo>
                      <a:pt x="125" y="246"/>
                    </a:lnTo>
                    <a:lnTo>
                      <a:pt x="131" y="156"/>
                    </a:lnTo>
                    <a:lnTo>
                      <a:pt x="143" y="72"/>
                    </a:lnTo>
                    <a:lnTo>
                      <a:pt x="149" y="0"/>
                    </a:lnTo>
                    <a:lnTo>
                      <a:pt x="137" y="0"/>
                    </a:lnTo>
                    <a:lnTo>
                      <a:pt x="131" y="72"/>
                    </a:lnTo>
                    <a:lnTo>
                      <a:pt x="119" y="156"/>
                    </a:lnTo>
                    <a:lnTo>
                      <a:pt x="113" y="246"/>
                    </a:lnTo>
                    <a:lnTo>
                      <a:pt x="101" y="342"/>
                    </a:lnTo>
                    <a:lnTo>
                      <a:pt x="95" y="444"/>
                    </a:lnTo>
                    <a:lnTo>
                      <a:pt x="83" y="557"/>
                    </a:lnTo>
                    <a:lnTo>
                      <a:pt x="71" y="671"/>
                    </a:lnTo>
                    <a:lnTo>
                      <a:pt x="65" y="791"/>
                    </a:lnTo>
                    <a:lnTo>
                      <a:pt x="48" y="1055"/>
                    </a:lnTo>
                    <a:lnTo>
                      <a:pt x="30" y="1331"/>
                    </a:lnTo>
                    <a:lnTo>
                      <a:pt x="18" y="1630"/>
                    </a:lnTo>
                    <a:lnTo>
                      <a:pt x="6" y="1942"/>
                    </a:lnTo>
                    <a:lnTo>
                      <a:pt x="0" y="2278"/>
                    </a:lnTo>
                    <a:lnTo>
                      <a:pt x="6" y="2602"/>
                    </a:lnTo>
                    <a:lnTo>
                      <a:pt x="12" y="2919"/>
                    </a:lnTo>
                    <a:lnTo>
                      <a:pt x="24" y="3219"/>
                    </a:lnTo>
                    <a:lnTo>
                      <a:pt x="36" y="3513"/>
                    </a:lnTo>
                    <a:lnTo>
                      <a:pt x="59" y="3794"/>
                    </a:lnTo>
                    <a:lnTo>
                      <a:pt x="89" y="4058"/>
                    </a:lnTo>
                    <a:lnTo>
                      <a:pt x="125" y="4316"/>
                    </a:lnTo>
                    <a:lnTo>
                      <a:pt x="137" y="4316"/>
                    </a:lnTo>
                    <a:lnTo>
                      <a:pt x="101" y="4058"/>
                    </a:lnTo>
                    <a:lnTo>
                      <a:pt x="71" y="3794"/>
                    </a:lnTo>
                    <a:lnTo>
                      <a:pt x="48" y="3513"/>
                    </a:lnTo>
                    <a:lnTo>
                      <a:pt x="36" y="3225"/>
                    </a:lnTo>
                    <a:lnTo>
                      <a:pt x="24" y="2919"/>
                    </a:lnTo>
                    <a:lnTo>
                      <a:pt x="18" y="2608"/>
                    </a:lnTo>
                    <a:lnTo>
                      <a:pt x="12" y="2278"/>
                    </a:lnTo>
                    <a:lnTo>
                      <a:pt x="18" y="1942"/>
                    </a:lnTo>
                    <a:lnTo>
                      <a:pt x="18" y="1942"/>
                    </a:lnTo>
                    <a:close/>
                  </a:path>
                </a:pathLst>
              </a:custGeom>
              <a:gradFill rotWithShape="0">
                <a:gsLst>
                  <a:gs pos="0">
                    <a:schemeClr val="bg1"/>
                  </a:gs>
                  <a:gs pos="100000">
                    <a:schemeClr val="bg1">
                      <a:gamma/>
                      <a:shade val="66667"/>
                      <a:invGamma/>
                    </a:schemeClr>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zh-CN" altLang="en-US"/>
              </a:p>
            </p:txBody>
          </p:sp>
          <p:sp>
            <p:nvSpPr>
              <p:cNvPr id="43023" name="Freeform 15"/>
              <p:cNvSpPr/>
              <p:nvPr userDrawn="1"/>
            </p:nvSpPr>
            <p:spPr bwMode="hidden">
              <a:xfrm>
                <a:off x="1967" y="0"/>
                <a:ext cx="300" cy="4316"/>
              </a:xfrm>
              <a:custGeom>
                <a:avLst/>
                <a:gdLst>
                  <a:gd name="T0" fmla="*/ 18 w 299"/>
                  <a:gd name="T1" fmla="*/ 2062 h 4316"/>
                  <a:gd name="T2" fmla="*/ 30 w 299"/>
                  <a:gd name="T3" fmla="*/ 1750 h 4316"/>
                  <a:gd name="T4" fmla="*/ 54 w 299"/>
                  <a:gd name="T5" fmla="*/ 1451 h 4316"/>
                  <a:gd name="T6" fmla="*/ 84 w 299"/>
                  <a:gd name="T7" fmla="*/ 1169 h 4316"/>
                  <a:gd name="T8" fmla="*/ 126 w 299"/>
                  <a:gd name="T9" fmla="*/ 899 h 4316"/>
                  <a:gd name="T10" fmla="*/ 162 w 299"/>
                  <a:gd name="T11" fmla="*/ 641 h 4316"/>
                  <a:gd name="T12" fmla="*/ 209 w 299"/>
                  <a:gd name="T13" fmla="*/ 408 h 4316"/>
                  <a:gd name="T14" fmla="*/ 251 w 299"/>
                  <a:gd name="T15" fmla="*/ 192 h 4316"/>
                  <a:gd name="T16" fmla="*/ 299 w 299"/>
                  <a:gd name="T17" fmla="*/ 0 h 4316"/>
                  <a:gd name="T18" fmla="*/ 287 w 299"/>
                  <a:gd name="T19" fmla="*/ 0 h 4316"/>
                  <a:gd name="T20" fmla="*/ 239 w 299"/>
                  <a:gd name="T21" fmla="*/ 192 h 4316"/>
                  <a:gd name="T22" fmla="*/ 198 w 299"/>
                  <a:gd name="T23" fmla="*/ 408 h 4316"/>
                  <a:gd name="T24" fmla="*/ 156 w 299"/>
                  <a:gd name="T25" fmla="*/ 641 h 4316"/>
                  <a:gd name="T26" fmla="*/ 114 w 299"/>
                  <a:gd name="T27" fmla="*/ 899 h 4316"/>
                  <a:gd name="T28" fmla="*/ 78 w 299"/>
                  <a:gd name="T29" fmla="*/ 1169 h 4316"/>
                  <a:gd name="T30" fmla="*/ 48 w 299"/>
                  <a:gd name="T31" fmla="*/ 1451 h 4316"/>
                  <a:gd name="T32" fmla="*/ 24 w 299"/>
                  <a:gd name="T33" fmla="*/ 1750 h 4316"/>
                  <a:gd name="T34" fmla="*/ 6 w 299"/>
                  <a:gd name="T35" fmla="*/ 2062 h 4316"/>
                  <a:gd name="T36" fmla="*/ 0 w 299"/>
                  <a:gd name="T37" fmla="*/ 2374 h 4316"/>
                  <a:gd name="T38" fmla="*/ 12 w 299"/>
                  <a:gd name="T39" fmla="*/ 2674 h 4316"/>
                  <a:gd name="T40" fmla="*/ 30 w 299"/>
                  <a:gd name="T41" fmla="*/ 2973 h 4316"/>
                  <a:gd name="T42" fmla="*/ 54 w 299"/>
                  <a:gd name="T43" fmla="*/ 3255 h 4316"/>
                  <a:gd name="T44" fmla="*/ 96 w 299"/>
                  <a:gd name="T45" fmla="*/ 3537 h 4316"/>
                  <a:gd name="T46" fmla="*/ 144 w 299"/>
                  <a:gd name="T47" fmla="*/ 3806 h 4316"/>
                  <a:gd name="T48" fmla="*/ 203 w 299"/>
                  <a:gd name="T49" fmla="*/ 4064 h 4316"/>
                  <a:gd name="T50" fmla="*/ 275 w 299"/>
                  <a:gd name="T51" fmla="*/ 4316 h 4316"/>
                  <a:gd name="T52" fmla="*/ 287 w 299"/>
                  <a:gd name="T53" fmla="*/ 4316 h 4316"/>
                  <a:gd name="T54" fmla="*/ 215 w 299"/>
                  <a:gd name="T55" fmla="*/ 4064 h 4316"/>
                  <a:gd name="T56" fmla="*/ 156 w 299"/>
                  <a:gd name="T57" fmla="*/ 3806 h 4316"/>
                  <a:gd name="T58" fmla="*/ 108 w 299"/>
                  <a:gd name="T59" fmla="*/ 3537 h 4316"/>
                  <a:gd name="T60" fmla="*/ 66 w 299"/>
                  <a:gd name="T61" fmla="*/ 3261 h 4316"/>
                  <a:gd name="T62" fmla="*/ 42 w 299"/>
                  <a:gd name="T63" fmla="*/ 2973 h 4316"/>
                  <a:gd name="T64" fmla="*/ 24 w 299"/>
                  <a:gd name="T65" fmla="*/ 2680 h 4316"/>
                  <a:gd name="T66" fmla="*/ 12 w 299"/>
                  <a:gd name="T67" fmla="*/ 2374 h 4316"/>
                  <a:gd name="T68" fmla="*/ 18 w 299"/>
                  <a:gd name="T69" fmla="*/ 2062 h 4316"/>
                  <a:gd name="T70" fmla="*/ 18 w 299"/>
                  <a:gd name="T71" fmla="*/ 2062 h 4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299" h="4316">
                    <a:moveTo>
                      <a:pt x="18" y="2062"/>
                    </a:moveTo>
                    <a:lnTo>
                      <a:pt x="30" y="1750"/>
                    </a:lnTo>
                    <a:lnTo>
                      <a:pt x="54" y="1451"/>
                    </a:lnTo>
                    <a:lnTo>
                      <a:pt x="84" y="1169"/>
                    </a:lnTo>
                    <a:lnTo>
                      <a:pt x="126" y="899"/>
                    </a:lnTo>
                    <a:lnTo>
                      <a:pt x="162" y="641"/>
                    </a:lnTo>
                    <a:lnTo>
                      <a:pt x="209" y="408"/>
                    </a:lnTo>
                    <a:lnTo>
                      <a:pt x="251" y="192"/>
                    </a:lnTo>
                    <a:lnTo>
                      <a:pt x="299" y="0"/>
                    </a:lnTo>
                    <a:lnTo>
                      <a:pt x="287" y="0"/>
                    </a:lnTo>
                    <a:lnTo>
                      <a:pt x="239" y="192"/>
                    </a:lnTo>
                    <a:lnTo>
                      <a:pt x="198" y="408"/>
                    </a:lnTo>
                    <a:lnTo>
                      <a:pt x="156" y="641"/>
                    </a:lnTo>
                    <a:lnTo>
                      <a:pt x="114" y="899"/>
                    </a:lnTo>
                    <a:lnTo>
                      <a:pt x="78" y="1169"/>
                    </a:lnTo>
                    <a:lnTo>
                      <a:pt x="48" y="1451"/>
                    </a:lnTo>
                    <a:lnTo>
                      <a:pt x="24" y="1750"/>
                    </a:lnTo>
                    <a:lnTo>
                      <a:pt x="6" y="2062"/>
                    </a:lnTo>
                    <a:lnTo>
                      <a:pt x="0" y="2374"/>
                    </a:lnTo>
                    <a:lnTo>
                      <a:pt x="12" y="2674"/>
                    </a:lnTo>
                    <a:lnTo>
                      <a:pt x="30" y="2973"/>
                    </a:lnTo>
                    <a:lnTo>
                      <a:pt x="54" y="3255"/>
                    </a:lnTo>
                    <a:lnTo>
                      <a:pt x="96" y="3537"/>
                    </a:lnTo>
                    <a:lnTo>
                      <a:pt x="144" y="3806"/>
                    </a:lnTo>
                    <a:lnTo>
                      <a:pt x="203" y="4064"/>
                    </a:lnTo>
                    <a:lnTo>
                      <a:pt x="275" y="4316"/>
                    </a:lnTo>
                    <a:lnTo>
                      <a:pt x="287" y="4316"/>
                    </a:lnTo>
                    <a:lnTo>
                      <a:pt x="215" y="4064"/>
                    </a:lnTo>
                    <a:lnTo>
                      <a:pt x="156" y="3806"/>
                    </a:lnTo>
                    <a:lnTo>
                      <a:pt x="108" y="3537"/>
                    </a:lnTo>
                    <a:lnTo>
                      <a:pt x="66" y="3261"/>
                    </a:lnTo>
                    <a:lnTo>
                      <a:pt x="42" y="2973"/>
                    </a:lnTo>
                    <a:lnTo>
                      <a:pt x="24" y="2680"/>
                    </a:lnTo>
                    <a:lnTo>
                      <a:pt x="12" y="2374"/>
                    </a:lnTo>
                    <a:lnTo>
                      <a:pt x="18" y="2062"/>
                    </a:lnTo>
                    <a:lnTo>
                      <a:pt x="18" y="2062"/>
                    </a:lnTo>
                    <a:close/>
                  </a:path>
                </a:pathLst>
              </a:custGeom>
              <a:gradFill rotWithShape="0">
                <a:gsLst>
                  <a:gs pos="0">
                    <a:schemeClr val="bg1"/>
                  </a:gs>
                  <a:gs pos="100000">
                    <a:schemeClr val="bg1">
                      <a:gamma/>
                      <a:shade val="66667"/>
                      <a:invGamma/>
                    </a:schemeClr>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zh-CN" altLang="en-US"/>
              </a:p>
            </p:txBody>
          </p:sp>
          <p:sp>
            <p:nvSpPr>
              <p:cNvPr id="43024" name="Freeform 16"/>
              <p:cNvSpPr/>
              <p:nvPr userDrawn="1"/>
            </p:nvSpPr>
            <p:spPr bwMode="hidden">
              <a:xfrm>
                <a:off x="1566" y="0"/>
                <a:ext cx="425" cy="4316"/>
              </a:xfrm>
              <a:custGeom>
                <a:avLst/>
                <a:gdLst>
                  <a:gd name="T0" fmla="*/ 424 w 424"/>
                  <a:gd name="T1" fmla="*/ 0 h 4316"/>
                  <a:gd name="T2" fmla="*/ 412 w 424"/>
                  <a:gd name="T3" fmla="*/ 0 h 4316"/>
                  <a:gd name="T4" fmla="*/ 316 w 424"/>
                  <a:gd name="T5" fmla="*/ 222 h 4316"/>
                  <a:gd name="T6" fmla="*/ 239 w 424"/>
                  <a:gd name="T7" fmla="*/ 462 h 4316"/>
                  <a:gd name="T8" fmla="*/ 167 w 424"/>
                  <a:gd name="T9" fmla="*/ 707 h 4316"/>
                  <a:gd name="T10" fmla="*/ 107 w 424"/>
                  <a:gd name="T11" fmla="*/ 971 h 4316"/>
                  <a:gd name="T12" fmla="*/ 65 w 424"/>
                  <a:gd name="T13" fmla="*/ 1247 h 4316"/>
                  <a:gd name="T14" fmla="*/ 29 w 424"/>
                  <a:gd name="T15" fmla="*/ 1529 h 4316"/>
                  <a:gd name="T16" fmla="*/ 6 w 424"/>
                  <a:gd name="T17" fmla="*/ 1822 h 4316"/>
                  <a:gd name="T18" fmla="*/ 0 w 424"/>
                  <a:gd name="T19" fmla="*/ 2122 h 4316"/>
                  <a:gd name="T20" fmla="*/ 6 w 424"/>
                  <a:gd name="T21" fmla="*/ 2404 h 4316"/>
                  <a:gd name="T22" fmla="*/ 24 w 424"/>
                  <a:gd name="T23" fmla="*/ 2686 h 4316"/>
                  <a:gd name="T24" fmla="*/ 47 w 424"/>
                  <a:gd name="T25" fmla="*/ 2961 h 4316"/>
                  <a:gd name="T26" fmla="*/ 89 w 424"/>
                  <a:gd name="T27" fmla="*/ 3243 h 4316"/>
                  <a:gd name="T28" fmla="*/ 137 w 424"/>
                  <a:gd name="T29" fmla="*/ 3519 h 4316"/>
                  <a:gd name="T30" fmla="*/ 197 w 424"/>
                  <a:gd name="T31" fmla="*/ 3788 h 4316"/>
                  <a:gd name="T32" fmla="*/ 269 w 424"/>
                  <a:gd name="T33" fmla="*/ 4058 h 4316"/>
                  <a:gd name="T34" fmla="*/ 346 w 424"/>
                  <a:gd name="T35" fmla="*/ 4316 h 4316"/>
                  <a:gd name="T36" fmla="*/ 358 w 424"/>
                  <a:gd name="T37" fmla="*/ 4316 h 4316"/>
                  <a:gd name="T38" fmla="*/ 281 w 424"/>
                  <a:gd name="T39" fmla="*/ 4058 h 4316"/>
                  <a:gd name="T40" fmla="*/ 209 w 424"/>
                  <a:gd name="T41" fmla="*/ 3788 h 4316"/>
                  <a:gd name="T42" fmla="*/ 149 w 424"/>
                  <a:gd name="T43" fmla="*/ 3519 h 4316"/>
                  <a:gd name="T44" fmla="*/ 101 w 424"/>
                  <a:gd name="T45" fmla="*/ 3243 h 4316"/>
                  <a:gd name="T46" fmla="*/ 59 w 424"/>
                  <a:gd name="T47" fmla="*/ 2961 h 4316"/>
                  <a:gd name="T48" fmla="*/ 35 w 424"/>
                  <a:gd name="T49" fmla="*/ 2686 h 4316"/>
                  <a:gd name="T50" fmla="*/ 18 w 424"/>
                  <a:gd name="T51" fmla="*/ 2404 h 4316"/>
                  <a:gd name="T52" fmla="*/ 12 w 424"/>
                  <a:gd name="T53" fmla="*/ 2122 h 4316"/>
                  <a:gd name="T54" fmla="*/ 18 w 424"/>
                  <a:gd name="T55" fmla="*/ 1822 h 4316"/>
                  <a:gd name="T56" fmla="*/ 41 w 424"/>
                  <a:gd name="T57" fmla="*/ 1529 h 4316"/>
                  <a:gd name="T58" fmla="*/ 71 w 424"/>
                  <a:gd name="T59" fmla="*/ 1247 h 4316"/>
                  <a:gd name="T60" fmla="*/ 119 w 424"/>
                  <a:gd name="T61" fmla="*/ 971 h 4316"/>
                  <a:gd name="T62" fmla="*/ 179 w 424"/>
                  <a:gd name="T63" fmla="*/ 707 h 4316"/>
                  <a:gd name="T64" fmla="*/ 245 w 424"/>
                  <a:gd name="T65" fmla="*/ 462 h 4316"/>
                  <a:gd name="T66" fmla="*/ 328 w 424"/>
                  <a:gd name="T67" fmla="*/ 222 h 4316"/>
                  <a:gd name="T68" fmla="*/ 424 w 424"/>
                  <a:gd name="T69" fmla="*/ 0 h 4316"/>
                  <a:gd name="T70" fmla="*/ 424 w 424"/>
                  <a:gd name="T71" fmla="*/ 0 h 4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24" h="4316">
                    <a:moveTo>
                      <a:pt x="424" y="0"/>
                    </a:moveTo>
                    <a:lnTo>
                      <a:pt x="412" y="0"/>
                    </a:lnTo>
                    <a:lnTo>
                      <a:pt x="316" y="222"/>
                    </a:lnTo>
                    <a:lnTo>
                      <a:pt x="239" y="462"/>
                    </a:lnTo>
                    <a:lnTo>
                      <a:pt x="167" y="707"/>
                    </a:lnTo>
                    <a:lnTo>
                      <a:pt x="107" y="971"/>
                    </a:lnTo>
                    <a:lnTo>
                      <a:pt x="65" y="1247"/>
                    </a:lnTo>
                    <a:lnTo>
                      <a:pt x="29" y="1529"/>
                    </a:lnTo>
                    <a:lnTo>
                      <a:pt x="6" y="1822"/>
                    </a:lnTo>
                    <a:lnTo>
                      <a:pt x="0" y="2122"/>
                    </a:lnTo>
                    <a:lnTo>
                      <a:pt x="6" y="2404"/>
                    </a:lnTo>
                    <a:lnTo>
                      <a:pt x="24" y="2686"/>
                    </a:lnTo>
                    <a:lnTo>
                      <a:pt x="47" y="2961"/>
                    </a:lnTo>
                    <a:lnTo>
                      <a:pt x="89" y="3243"/>
                    </a:lnTo>
                    <a:lnTo>
                      <a:pt x="137" y="3519"/>
                    </a:lnTo>
                    <a:lnTo>
                      <a:pt x="197" y="3788"/>
                    </a:lnTo>
                    <a:lnTo>
                      <a:pt x="269" y="4058"/>
                    </a:lnTo>
                    <a:lnTo>
                      <a:pt x="346" y="4316"/>
                    </a:lnTo>
                    <a:lnTo>
                      <a:pt x="358" y="4316"/>
                    </a:lnTo>
                    <a:lnTo>
                      <a:pt x="281" y="4058"/>
                    </a:lnTo>
                    <a:lnTo>
                      <a:pt x="209" y="3788"/>
                    </a:lnTo>
                    <a:lnTo>
                      <a:pt x="149" y="3519"/>
                    </a:lnTo>
                    <a:lnTo>
                      <a:pt x="101" y="3243"/>
                    </a:lnTo>
                    <a:lnTo>
                      <a:pt x="59" y="2961"/>
                    </a:lnTo>
                    <a:lnTo>
                      <a:pt x="35" y="2686"/>
                    </a:lnTo>
                    <a:lnTo>
                      <a:pt x="18" y="2404"/>
                    </a:lnTo>
                    <a:lnTo>
                      <a:pt x="12" y="2122"/>
                    </a:lnTo>
                    <a:lnTo>
                      <a:pt x="18" y="1822"/>
                    </a:lnTo>
                    <a:lnTo>
                      <a:pt x="41" y="1529"/>
                    </a:lnTo>
                    <a:lnTo>
                      <a:pt x="71" y="1247"/>
                    </a:lnTo>
                    <a:lnTo>
                      <a:pt x="119" y="971"/>
                    </a:lnTo>
                    <a:lnTo>
                      <a:pt x="179" y="707"/>
                    </a:lnTo>
                    <a:lnTo>
                      <a:pt x="245" y="462"/>
                    </a:lnTo>
                    <a:lnTo>
                      <a:pt x="328" y="222"/>
                    </a:lnTo>
                    <a:lnTo>
                      <a:pt x="424" y="0"/>
                    </a:lnTo>
                    <a:lnTo>
                      <a:pt x="424" y="0"/>
                    </a:lnTo>
                    <a:close/>
                  </a:path>
                </a:pathLst>
              </a:custGeom>
              <a:gradFill rotWithShape="0">
                <a:gsLst>
                  <a:gs pos="0">
                    <a:schemeClr val="bg1"/>
                  </a:gs>
                  <a:gs pos="100000">
                    <a:schemeClr val="bg1">
                      <a:gamma/>
                      <a:shade val="66667"/>
                      <a:invGamma/>
                    </a:schemeClr>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zh-CN" altLang="en-US"/>
              </a:p>
            </p:txBody>
          </p:sp>
          <p:sp>
            <p:nvSpPr>
              <p:cNvPr id="43025" name="Freeform 17"/>
              <p:cNvSpPr/>
              <p:nvPr userDrawn="1"/>
            </p:nvSpPr>
            <p:spPr bwMode="hidden">
              <a:xfrm>
                <a:off x="1128" y="0"/>
                <a:ext cx="575" cy="4316"/>
              </a:xfrm>
              <a:custGeom>
                <a:avLst/>
                <a:gdLst>
                  <a:gd name="T0" fmla="*/ 12 w 574"/>
                  <a:gd name="T1" fmla="*/ 2146 h 4316"/>
                  <a:gd name="T2" fmla="*/ 24 w 574"/>
                  <a:gd name="T3" fmla="*/ 1846 h 4316"/>
                  <a:gd name="T4" fmla="*/ 54 w 574"/>
                  <a:gd name="T5" fmla="*/ 1559 h 4316"/>
                  <a:gd name="T6" fmla="*/ 96 w 574"/>
                  <a:gd name="T7" fmla="*/ 1277 h 4316"/>
                  <a:gd name="T8" fmla="*/ 162 w 574"/>
                  <a:gd name="T9" fmla="*/ 1001 h 4316"/>
                  <a:gd name="T10" fmla="*/ 239 w 574"/>
                  <a:gd name="T11" fmla="*/ 731 h 4316"/>
                  <a:gd name="T12" fmla="*/ 335 w 574"/>
                  <a:gd name="T13" fmla="*/ 480 h 4316"/>
                  <a:gd name="T14" fmla="*/ 449 w 574"/>
                  <a:gd name="T15" fmla="*/ 234 h 4316"/>
                  <a:gd name="T16" fmla="*/ 574 w 574"/>
                  <a:gd name="T17" fmla="*/ 0 h 4316"/>
                  <a:gd name="T18" fmla="*/ 562 w 574"/>
                  <a:gd name="T19" fmla="*/ 0 h 4316"/>
                  <a:gd name="T20" fmla="*/ 437 w 574"/>
                  <a:gd name="T21" fmla="*/ 234 h 4316"/>
                  <a:gd name="T22" fmla="*/ 323 w 574"/>
                  <a:gd name="T23" fmla="*/ 480 h 4316"/>
                  <a:gd name="T24" fmla="*/ 227 w 574"/>
                  <a:gd name="T25" fmla="*/ 737 h 4316"/>
                  <a:gd name="T26" fmla="*/ 150 w 574"/>
                  <a:gd name="T27" fmla="*/ 1001 h 4316"/>
                  <a:gd name="T28" fmla="*/ 84 w 574"/>
                  <a:gd name="T29" fmla="*/ 1277 h 4316"/>
                  <a:gd name="T30" fmla="*/ 42 w 574"/>
                  <a:gd name="T31" fmla="*/ 1559 h 4316"/>
                  <a:gd name="T32" fmla="*/ 12 w 574"/>
                  <a:gd name="T33" fmla="*/ 1852 h 4316"/>
                  <a:gd name="T34" fmla="*/ 0 w 574"/>
                  <a:gd name="T35" fmla="*/ 2146 h 4316"/>
                  <a:gd name="T36" fmla="*/ 6 w 574"/>
                  <a:gd name="T37" fmla="*/ 2434 h 4316"/>
                  <a:gd name="T38" fmla="*/ 30 w 574"/>
                  <a:gd name="T39" fmla="*/ 2715 h 4316"/>
                  <a:gd name="T40" fmla="*/ 66 w 574"/>
                  <a:gd name="T41" fmla="*/ 2997 h 4316"/>
                  <a:gd name="T42" fmla="*/ 120 w 574"/>
                  <a:gd name="T43" fmla="*/ 3273 h 4316"/>
                  <a:gd name="T44" fmla="*/ 191 w 574"/>
                  <a:gd name="T45" fmla="*/ 3549 h 4316"/>
                  <a:gd name="T46" fmla="*/ 275 w 574"/>
                  <a:gd name="T47" fmla="*/ 3812 h 4316"/>
                  <a:gd name="T48" fmla="*/ 371 w 574"/>
                  <a:gd name="T49" fmla="*/ 4070 h 4316"/>
                  <a:gd name="T50" fmla="*/ 484 w 574"/>
                  <a:gd name="T51" fmla="*/ 4316 h 4316"/>
                  <a:gd name="T52" fmla="*/ 496 w 574"/>
                  <a:gd name="T53" fmla="*/ 4316 h 4316"/>
                  <a:gd name="T54" fmla="*/ 383 w 574"/>
                  <a:gd name="T55" fmla="*/ 4070 h 4316"/>
                  <a:gd name="T56" fmla="*/ 287 w 574"/>
                  <a:gd name="T57" fmla="*/ 3812 h 4316"/>
                  <a:gd name="T58" fmla="*/ 203 w 574"/>
                  <a:gd name="T59" fmla="*/ 3549 h 4316"/>
                  <a:gd name="T60" fmla="*/ 132 w 574"/>
                  <a:gd name="T61" fmla="*/ 3273 h 4316"/>
                  <a:gd name="T62" fmla="*/ 78 w 574"/>
                  <a:gd name="T63" fmla="*/ 2997 h 4316"/>
                  <a:gd name="T64" fmla="*/ 42 w 574"/>
                  <a:gd name="T65" fmla="*/ 2715 h 4316"/>
                  <a:gd name="T66" fmla="*/ 18 w 574"/>
                  <a:gd name="T67" fmla="*/ 2434 h 4316"/>
                  <a:gd name="T68" fmla="*/ 12 w 574"/>
                  <a:gd name="T69" fmla="*/ 2146 h 4316"/>
                  <a:gd name="T70" fmla="*/ 12 w 574"/>
                  <a:gd name="T71" fmla="*/ 2146 h 4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574" h="4316">
                    <a:moveTo>
                      <a:pt x="12" y="2146"/>
                    </a:moveTo>
                    <a:lnTo>
                      <a:pt x="24" y="1846"/>
                    </a:lnTo>
                    <a:lnTo>
                      <a:pt x="54" y="1559"/>
                    </a:lnTo>
                    <a:lnTo>
                      <a:pt x="96" y="1277"/>
                    </a:lnTo>
                    <a:lnTo>
                      <a:pt x="162" y="1001"/>
                    </a:lnTo>
                    <a:lnTo>
                      <a:pt x="239" y="731"/>
                    </a:lnTo>
                    <a:lnTo>
                      <a:pt x="335" y="480"/>
                    </a:lnTo>
                    <a:lnTo>
                      <a:pt x="449" y="234"/>
                    </a:lnTo>
                    <a:lnTo>
                      <a:pt x="574" y="0"/>
                    </a:lnTo>
                    <a:lnTo>
                      <a:pt x="562" y="0"/>
                    </a:lnTo>
                    <a:lnTo>
                      <a:pt x="437" y="234"/>
                    </a:lnTo>
                    <a:lnTo>
                      <a:pt x="323" y="480"/>
                    </a:lnTo>
                    <a:lnTo>
                      <a:pt x="227" y="737"/>
                    </a:lnTo>
                    <a:lnTo>
                      <a:pt x="150" y="1001"/>
                    </a:lnTo>
                    <a:lnTo>
                      <a:pt x="84" y="1277"/>
                    </a:lnTo>
                    <a:lnTo>
                      <a:pt x="42" y="1559"/>
                    </a:lnTo>
                    <a:lnTo>
                      <a:pt x="12" y="1852"/>
                    </a:lnTo>
                    <a:lnTo>
                      <a:pt x="0" y="2146"/>
                    </a:lnTo>
                    <a:lnTo>
                      <a:pt x="6" y="2434"/>
                    </a:lnTo>
                    <a:lnTo>
                      <a:pt x="30" y="2715"/>
                    </a:lnTo>
                    <a:lnTo>
                      <a:pt x="66" y="2997"/>
                    </a:lnTo>
                    <a:lnTo>
                      <a:pt x="120" y="3273"/>
                    </a:lnTo>
                    <a:lnTo>
                      <a:pt x="191" y="3549"/>
                    </a:lnTo>
                    <a:lnTo>
                      <a:pt x="275" y="3812"/>
                    </a:lnTo>
                    <a:lnTo>
                      <a:pt x="371" y="4070"/>
                    </a:lnTo>
                    <a:lnTo>
                      <a:pt x="484" y="4316"/>
                    </a:lnTo>
                    <a:lnTo>
                      <a:pt x="496" y="4316"/>
                    </a:lnTo>
                    <a:lnTo>
                      <a:pt x="383" y="4070"/>
                    </a:lnTo>
                    <a:lnTo>
                      <a:pt x="287" y="3812"/>
                    </a:lnTo>
                    <a:lnTo>
                      <a:pt x="203" y="3549"/>
                    </a:lnTo>
                    <a:lnTo>
                      <a:pt x="132" y="3273"/>
                    </a:lnTo>
                    <a:lnTo>
                      <a:pt x="78" y="2997"/>
                    </a:lnTo>
                    <a:lnTo>
                      <a:pt x="42" y="2715"/>
                    </a:lnTo>
                    <a:lnTo>
                      <a:pt x="18" y="2434"/>
                    </a:lnTo>
                    <a:lnTo>
                      <a:pt x="12" y="2146"/>
                    </a:lnTo>
                    <a:lnTo>
                      <a:pt x="12" y="2146"/>
                    </a:lnTo>
                    <a:close/>
                  </a:path>
                </a:pathLst>
              </a:custGeom>
              <a:gradFill rotWithShape="0">
                <a:gsLst>
                  <a:gs pos="0">
                    <a:schemeClr val="bg1"/>
                  </a:gs>
                  <a:gs pos="100000">
                    <a:schemeClr val="bg1">
                      <a:gamma/>
                      <a:shade val="66667"/>
                      <a:invGamma/>
                    </a:schemeClr>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zh-CN" altLang="en-US"/>
              </a:p>
            </p:txBody>
          </p:sp>
          <p:sp>
            <p:nvSpPr>
              <p:cNvPr id="43026" name="Freeform 18"/>
              <p:cNvSpPr/>
              <p:nvPr userDrawn="1"/>
            </p:nvSpPr>
            <p:spPr bwMode="hidden">
              <a:xfrm>
                <a:off x="702" y="0"/>
                <a:ext cx="737" cy="4316"/>
              </a:xfrm>
              <a:custGeom>
                <a:avLst/>
                <a:gdLst>
                  <a:gd name="T0" fmla="*/ 12 w 735"/>
                  <a:gd name="T1" fmla="*/ 2098 h 4316"/>
                  <a:gd name="T2" fmla="*/ 29 w 735"/>
                  <a:gd name="T3" fmla="*/ 1798 h 4316"/>
                  <a:gd name="T4" fmla="*/ 71 w 735"/>
                  <a:gd name="T5" fmla="*/ 1505 h 4316"/>
                  <a:gd name="T6" fmla="*/ 131 w 735"/>
                  <a:gd name="T7" fmla="*/ 1223 h 4316"/>
                  <a:gd name="T8" fmla="*/ 215 w 735"/>
                  <a:gd name="T9" fmla="*/ 941 h 4316"/>
                  <a:gd name="T10" fmla="*/ 316 w 735"/>
                  <a:gd name="T11" fmla="*/ 689 h 4316"/>
                  <a:gd name="T12" fmla="*/ 442 w 735"/>
                  <a:gd name="T13" fmla="*/ 444 h 4316"/>
                  <a:gd name="T14" fmla="*/ 580 w 735"/>
                  <a:gd name="T15" fmla="*/ 216 h 4316"/>
                  <a:gd name="T16" fmla="*/ 735 w 735"/>
                  <a:gd name="T17" fmla="*/ 0 h 4316"/>
                  <a:gd name="T18" fmla="*/ 723 w 735"/>
                  <a:gd name="T19" fmla="*/ 0 h 4316"/>
                  <a:gd name="T20" fmla="*/ 568 w 735"/>
                  <a:gd name="T21" fmla="*/ 210 h 4316"/>
                  <a:gd name="T22" fmla="*/ 430 w 735"/>
                  <a:gd name="T23" fmla="*/ 438 h 4316"/>
                  <a:gd name="T24" fmla="*/ 311 w 735"/>
                  <a:gd name="T25" fmla="*/ 683 h 4316"/>
                  <a:gd name="T26" fmla="*/ 209 w 735"/>
                  <a:gd name="T27" fmla="*/ 941 h 4316"/>
                  <a:gd name="T28" fmla="*/ 125 w 735"/>
                  <a:gd name="T29" fmla="*/ 1217 h 4316"/>
                  <a:gd name="T30" fmla="*/ 59 w 735"/>
                  <a:gd name="T31" fmla="*/ 1505 h 4316"/>
                  <a:gd name="T32" fmla="*/ 18 w 735"/>
                  <a:gd name="T33" fmla="*/ 1798 h 4316"/>
                  <a:gd name="T34" fmla="*/ 0 w 735"/>
                  <a:gd name="T35" fmla="*/ 2098 h 4316"/>
                  <a:gd name="T36" fmla="*/ 6 w 735"/>
                  <a:gd name="T37" fmla="*/ 2404 h 4316"/>
                  <a:gd name="T38" fmla="*/ 29 w 735"/>
                  <a:gd name="T39" fmla="*/ 2709 h 4316"/>
                  <a:gd name="T40" fmla="*/ 77 w 735"/>
                  <a:gd name="T41" fmla="*/ 3015 h 4316"/>
                  <a:gd name="T42" fmla="*/ 149 w 735"/>
                  <a:gd name="T43" fmla="*/ 3315 h 4316"/>
                  <a:gd name="T44" fmla="*/ 227 w 735"/>
                  <a:gd name="T45" fmla="*/ 3573 h 4316"/>
                  <a:gd name="T46" fmla="*/ 316 w 735"/>
                  <a:gd name="T47" fmla="*/ 3824 h 4316"/>
                  <a:gd name="T48" fmla="*/ 424 w 735"/>
                  <a:gd name="T49" fmla="*/ 4076 h 4316"/>
                  <a:gd name="T50" fmla="*/ 544 w 735"/>
                  <a:gd name="T51" fmla="*/ 4316 h 4316"/>
                  <a:gd name="T52" fmla="*/ 556 w 735"/>
                  <a:gd name="T53" fmla="*/ 4316 h 4316"/>
                  <a:gd name="T54" fmla="*/ 436 w 735"/>
                  <a:gd name="T55" fmla="*/ 4076 h 4316"/>
                  <a:gd name="T56" fmla="*/ 328 w 735"/>
                  <a:gd name="T57" fmla="*/ 3824 h 4316"/>
                  <a:gd name="T58" fmla="*/ 239 w 735"/>
                  <a:gd name="T59" fmla="*/ 3573 h 4316"/>
                  <a:gd name="T60" fmla="*/ 161 w 735"/>
                  <a:gd name="T61" fmla="*/ 3315 h 4316"/>
                  <a:gd name="T62" fmla="*/ 89 w 735"/>
                  <a:gd name="T63" fmla="*/ 3015 h 4316"/>
                  <a:gd name="T64" fmla="*/ 41 w 735"/>
                  <a:gd name="T65" fmla="*/ 2709 h 4316"/>
                  <a:gd name="T66" fmla="*/ 18 w 735"/>
                  <a:gd name="T67" fmla="*/ 2404 h 4316"/>
                  <a:gd name="T68" fmla="*/ 12 w 735"/>
                  <a:gd name="T69" fmla="*/ 2098 h 4316"/>
                  <a:gd name="T70" fmla="*/ 12 w 735"/>
                  <a:gd name="T71" fmla="*/ 2098 h 4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735" h="4316">
                    <a:moveTo>
                      <a:pt x="12" y="2098"/>
                    </a:moveTo>
                    <a:lnTo>
                      <a:pt x="29" y="1798"/>
                    </a:lnTo>
                    <a:lnTo>
                      <a:pt x="71" y="1505"/>
                    </a:lnTo>
                    <a:lnTo>
                      <a:pt x="131" y="1223"/>
                    </a:lnTo>
                    <a:lnTo>
                      <a:pt x="215" y="941"/>
                    </a:lnTo>
                    <a:lnTo>
                      <a:pt x="316" y="689"/>
                    </a:lnTo>
                    <a:lnTo>
                      <a:pt x="442" y="444"/>
                    </a:lnTo>
                    <a:lnTo>
                      <a:pt x="580" y="216"/>
                    </a:lnTo>
                    <a:lnTo>
                      <a:pt x="735" y="0"/>
                    </a:lnTo>
                    <a:lnTo>
                      <a:pt x="723" y="0"/>
                    </a:lnTo>
                    <a:lnTo>
                      <a:pt x="568" y="210"/>
                    </a:lnTo>
                    <a:lnTo>
                      <a:pt x="430" y="438"/>
                    </a:lnTo>
                    <a:lnTo>
                      <a:pt x="311" y="683"/>
                    </a:lnTo>
                    <a:lnTo>
                      <a:pt x="209" y="941"/>
                    </a:lnTo>
                    <a:lnTo>
                      <a:pt x="125" y="1217"/>
                    </a:lnTo>
                    <a:lnTo>
                      <a:pt x="59" y="1505"/>
                    </a:lnTo>
                    <a:lnTo>
                      <a:pt x="18" y="1798"/>
                    </a:lnTo>
                    <a:lnTo>
                      <a:pt x="0" y="2098"/>
                    </a:lnTo>
                    <a:lnTo>
                      <a:pt x="6" y="2404"/>
                    </a:lnTo>
                    <a:lnTo>
                      <a:pt x="29" y="2709"/>
                    </a:lnTo>
                    <a:lnTo>
                      <a:pt x="77" y="3015"/>
                    </a:lnTo>
                    <a:lnTo>
                      <a:pt x="149" y="3315"/>
                    </a:lnTo>
                    <a:lnTo>
                      <a:pt x="227" y="3573"/>
                    </a:lnTo>
                    <a:lnTo>
                      <a:pt x="316" y="3824"/>
                    </a:lnTo>
                    <a:lnTo>
                      <a:pt x="424" y="4076"/>
                    </a:lnTo>
                    <a:lnTo>
                      <a:pt x="544" y="4316"/>
                    </a:lnTo>
                    <a:lnTo>
                      <a:pt x="556" y="4316"/>
                    </a:lnTo>
                    <a:lnTo>
                      <a:pt x="436" y="4076"/>
                    </a:lnTo>
                    <a:lnTo>
                      <a:pt x="328" y="3824"/>
                    </a:lnTo>
                    <a:lnTo>
                      <a:pt x="239" y="3573"/>
                    </a:lnTo>
                    <a:lnTo>
                      <a:pt x="161" y="3315"/>
                    </a:lnTo>
                    <a:lnTo>
                      <a:pt x="89" y="3015"/>
                    </a:lnTo>
                    <a:lnTo>
                      <a:pt x="41" y="2709"/>
                    </a:lnTo>
                    <a:lnTo>
                      <a:pt x="18" y="2404"/>
                    </a:lnTo>
                    <a:lnTo>
                      <a:pt x="12" y="2098"/>
                    </a:lnTo>
                    <a:lnTo>
                      <a:pt x="12" y="2098"/>
                    </a:lnTo>
                    <a:close/>
                  </a:path>
                </a:pathLst>
              </a:custGeom>
              <a:gradFill rotWithShape="0">
                <a:gsLst>
                  <a:gs pos="0">
                    <a:schemeClr val="bg1"/>
                  </a:gs>
                  <a:gs pos="100000">
                    <a:schemeClr val="bg1">
                      <a:gamma/>
                      <a:shade val="66667"/>
                      <a:invGamma/>
                    </a:schemeClr>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zh-CN" altLang="en-US"/>
              </a:p>
            </p:txBody>
          </p:sp>
          <p:sp>
            <p:nvSpPr>
              <p:cNvPr id="43027" name="Freeform 19"/>
              <p:cNvSpPr/>
              <p:nvPr userDrawn="1"/>
            </p:nvSpPr>
            <p:spPr bwMode="hidden">
              <a:xfrm>
                <a:off x="288" y="0"/>
                <a:ext cx="840" cy="4316"/>
              </a:xfrm>
              <a:custGeom>
                <a:avLst/>
                <a:gdLst>
                  <a:gd name="T0" fmla="*/ 18 w 837"/>
                  <a:gd name="T1" fmla="*/ 1948 h 4316"/>
                  <a:gd name="T2" fmla="*/ 48 w 837"/>
                  <a:gd name="T3" fmla="*/ 1708 h 4316"/>
                  <a:gd name="T4" fmla="*/ 96 w 837"/>
                  <a:gd name="T5" fmla="*/ 1475 h 4316"/>
                  <a:gd name="T6" fmla="*/ 161 w 837"/>
                  <a:gd name="T7" fmla="*/ 1235 h 4316"/>
                  <a:gd name="T8" fmla="*/ 251 w 837"/>
                  <a:gd name="T9" fmla="*/ 995 h 4316"/>
                  <a:gd name="T10" fmla="*/ 365 w 837"/>
                  <a:gd name="T11" fmla="*/ 755 h 4316"/>
                  <a:gd name="T12" fmla="*/ 496 w 837"/>
                  <a:gd name="T13" fmla="*/ 510 h 4316"/>
                  <a:gd name="T14" fmla="*/ 658 w 837"/>
                  <a:gd name="T15" fmla="*/ 258 h 4316"/>
                  <a:gd name="T16" fmla="*/ 741 w 837"/>
                  <a:gd name="T17" fmla="*/ 132 h 4316"/>
                  <a:gd name="T18" fmla="*/ 837 w 837"/>
                  <a:gd name="T19" fmla="*/ 0 h 4316"/>
                  <a:gd name="T20" fmla="*/ 825 w 837"/>
                  <a:gd name="T21" fmla="*/ 0 h 4316"/>
                  <a:gd name="T22" fmla="*/ 729 w 837"/>
                  <a:gd name="T23" fmla="*/ 132 h 4316"/>
                  <a:gd name="T24" fmla="*/ 640 w 837"/>
                  <a:gd name="T25" fmla="*/ 258 h 4316"/>
                  <a:gd name="T26" fmla="*/ 562 w 837"/>
                  <a:gd name="T27" fmla="*/ 384 h 4316"/>
                  <a:gd name="T28" fmla="*/ 484 w 837"/>
                  <a:gd name="T29" fmla="*/ 510 h 4316"/>
                  <a:gd name="T30" fmla="*/ 353 w 837"/>
                  <a:gd name="T31" fmla="*/ 755 h 4316"/>
                  <a:gd name="T32" fmla="*/ 239 w 837"/>
                  <a:gd name="T33" fmla="*/ 995 h 4316"/>
                  <a:gd name="T34" fmla="*/ 150 w 837"/>
                  <a:gd name="T35" fmla="*/ 1235 h 4316"/>
                  <a:gd name="T36" fmla="*/ 84 w 837"/>
                  <a:gd name="T37" fmla="*/ 1469 h 4316"/>
                  <a:gd name="T38" fmla="*/ 36 w 837"/>
                  <a:gd name="T39" fmla="*/ 1702 h 4316"/>
                  <a:gd name="T40" fmla="*/ 6 w 837"/>
                  <a:gd name="T41" fmla="*/ 1942 h 4316"/>
                  <a:gd name="T42" fmla="*/ 0 w 837"/>
                  <a:gd name="T43" fmla="*/ 2200 h 4316"/>
                  <a:gd name="T44" fmla="*/ 12 w 837"/>
                  <a:gd name="T45" fmla="*/ 2470 h 4316"/>
                  <a:gd name="T46" fmla="*/ 48 w 837"/>
                  <a:gd name="T47" fmla="*/ 2739 h 4316"/>
                  <a:gd name="T48" fmla="*/ 114 w 837"/>
                  <a:gd name="T49" fmla="*/ 3027 h 4316"/>
                  <a:gd name="T50" fmla="*/ 150 w 837"/>
                  <a:gd name="T51" fmla="*/ 3171 h 4316"/>
                  <a:gd name="T52" fmla="*/ 197 w 837"/>
                  <a:gd name="T53" fmla="*/ 3321 h 4316"/>
                  <a:gd name="T54" fmla="*/ 245 w 837"/>
                  <a:gd name="T55" fmla="*/ 3477 h 4316"/>
                  <a:gd name="T56" fmla="*/ 305 w 837"/>
                  <a:gd name="T57" fmla="*/ 3639 h 4316"/>
                  <a:gd name="T58" fmla="*/ 365 w 837"/>
                  <a:gd name="T59" fmla="*/ 3800 h 4316"/>
                  <a:gd name="T60" fmla="*/ 437 w 837"/>
                  <a:gd name="T61" fmla="*/ 3968 h 4316"/>
                  <a:gd name="T62" fmla="*/ 508 w 837"/>
                  <a:gd name="T63" fmla="*/ 4136 h 4316"/>
                  <a:gd name="T64" fmla="*/ 592 w 837"/>
                  <a:gd name="T65" fmla="*/ 4316 h 4316"/>
                  <a:gd name="T66" fmla="*/ 604 w 837"/>
                  <a:gd name="T67" fmla="*/ 4316 h 4316"/>
                  <a:gd name="T68" fmla="*/ 520 w 837"/>
                  <a:gd name="T69" fmla="*/ 4136 h 4316"/>
                  <a:gd name="T70" fmla="*/ 448 w 837"/>
                  <a:gd name="T71" fmla="*/ 3968 h 4316"/>
                  <a:gd name="T72" fmla="*/ 377 w 837"/>
                  <a:gd name="T73" fmla="*/ 3800 h 4316"/>
                  <a:gd name="T74" fmla="*/ 317 w 837"/>
                  <a:gd name="T75" fmla="*/ 3639 h 4316"/>
                  <a:gd name="T76" fmla="*/ 257 w 837"/>
                  <a:gd name="T77" fmla="*/ 3477 h 4316"/>
                  <a:gd name="T78" fmla="*/ 209 w 837"/>
                  <a:gd name="T79" fmla="*/ 3327 h 4316"/>
                  <a:gd name="T80" fmla="*/ 161 w 837"/>
                  <a:gd name="T81" fmla="*/ 3171 h 4316"/>
                  <a:gd name="T82" fmla="*/ 126 w 837"/>
                  <a:gd name="T83" fmla="*/ 3027 h 4316"/>
                  <a:gd name="T84" fmla="*/ 60 w 837"/>
                  <a:gd name="T85" fmla="*/ 2739 h 4316"/>
                  <a:gd name="T86" fmla="*/ 24 w 837"/>
                  <a:gd name="T87" fmla="*/ 2470 h 4316"/>
                  <a:gd name="T88" fmla="*/ 12 w 837"/>
                  <a:gd name="T89" fmla="*/ 2206 h 4316"/>
                  <a:gd name="T90" fmla="*/ 18 w 837"/>
                  <a:gd name="T91" fmla="*/ 1948 h 4316"/>
                  <a:gd name="T92" fmla="*/ 18 w 837"/>
                  <a:gd name="T93" fmla="*/ 1948 h 4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837" h="4316">
                    <a:moveTo>
                      <a:pt x="18" y="1948"/>
                    </a:moveTo>
                    <a:lnTo>
                      <a:pt x="48" y="1708"/>
                    </a:lnTo>
                    <a:lnTo>
                      <a:pt x="96" y="1475"/>
                    </a:lnTo>
                    <a:lnTo>
                      <a:pt x="161" y="1235"/>
                    </a:lnTo>
                    <a:lnTo>
                      <a:pt x="251" y="995"/>
                    </a:lnTo>
                    <a:lnTo>
                      <a:pt x="365" y="755"/>
                    </a:lnTo>
                    <a:lnTo>
                      <a:pt x="496" y="510"/>
                    </a:lnTo>
                    <a:lnTo>
                      <a:pt x="658" y="258"/>
                    </a:lnTo>
                    <a:lnTo>
                      <a:pt x="741" y="132"/>
                    </a:lnTo>
                    <a:lnTo>
                      <a:pt x="837" y="0"/>
                    </a:lnTo>
                    <a:lnTo>
                      <a:pt x="825" y="0"/>
                    </a:lnTo>
                    <a:lnTo>
                      <a:pt x="729" y="132"/>
                    </a:lnTo>
                    <a:lnTo>
                      <a:pt x="640" y="258"/>
                    </a:lnTo>
                    <a:lnTo>
                      <a:pt x="562" y="384"/>
                    </a:lnTo>
                    <a:lnTo>
                      <a:pt x="484" y="510"/>
                    </a:lnTo>
                    <a:lnTo>
                      <a:pt x="353" y="755"/>
                    </a:lnTo>
                    <a:lnTo>
                      <a:pt x="239" y="995"/>
                    </a:lnTo>
                    <a:lnTo>
                      <a:pt x="150" y="1235"/>
                    </a:lnTo>
                    <a:lnTo>
                      <a:pt x="84" y="1469"/>
                    </a:lnTo>
                    <a:lnTo>
                      <a:pt x="36" y="1702"/>
                    </a:lnTo>
                    <a:lnTo>
                      <a:pt x="6" y="1942"/>
                    </a:lnTo>
                    <a:lnTo>
                      <a:pt x="0" y="2200"/>
                    </a:lnTo>
                    <a:lnTo>
                      <a:pt x="12" y="2470"/>
                    </a:lnTo>
                    <a:lnTo>
                      <a:pt x="48" y="2739"/>
                    </a:lnTo>
                    <a:lnTo>
                      <a:pt x="114" y="3027"/>
                    </a:lnTo>
                    <a:lnTo>
                      <a:pt x="150" y="3171"/>
                    </a:lnTo>
                    <a:lnTo>
                      <a:pt x="197" y="3321"/>
                    </a:lnTo>
                    <a:lnTo>
                      <a:pt x="245" y="3477"/>
                    </a:lnTo>
                    <a:lnTo>
                      <a:pt x="305" y="3639"/>
                    </a:lnTo>
                    <a:lnTo>
                      <a:pt x="365" y="3800"/>
                    </a:lnTo>
                    <a:lnTo>
                      <a:pt x="437" y="3968"/>
                    </a:lnTo>
                    <a:lnTo>
                      <a:pt x="508" y="4136"/>
                    </a:lnTo>
                    <a:lnTo>
                      <a:pt x="592" y="4316"/>
                    </a:lnTo>
                    <a:lnTo>
                      <a:pt x="604" y="4316"/>
                    </a:lnTo>
                    <a:lnTo>
                      <a:pt x="520" y="4136"/>
                    </a:lnTo>
                    <a:lnTo>
                      <a:pt x="448" y="3968"/>
                    </a:lnTo>
                    <a:lnTo>
                      <a:pt x="377" y="3800"/>
                    </a:lnTo>
                    <a:lnTo>
                      <a:pt x="317" y="3639"/>
                    </a:lnTo>
                    <a:lnTo>
                      <a:pt x="257" y="3477"/>
                    </a:lnTo>
                    <a:lnTo>
                      <a:pt x="209" y="3327"/>
                    </a:lnTo>
                    <a:lnTo>
                      <a:pt x="161" y="3171"/>
                    </a:lnTo>
                    <a:lnTo>
                      <a:pt x="126" y="3027"/>
                    </a:lnTo>
                    <a:lnTo>
                      <a:pt x="60" y="2739"/>
                    </a:lnTo>
                    <a:lnTo>
                      <a:pt x="24" y="2470"/>
                    </a:lnTo>
                    <a:lnTo>
                      <a:pt x="12" y="2206"/>
                    </a:lnTo>
                    <a:lnTo>
                      <a:pt x="18" y="1948"/>
                    </a:lnTo>
                    <a:lnTo>
                      <a:pt x="18" y="1948"/>
                    </a:lnTo>
                    <a:close/>
                  </a:path>
                </a:pathLst>
              </a:custGeom>
              <a:gradFill rotWithShape="0">
                <a:gsLst>
                  <a:gs pos="0">
                    <a:schemeClr val="bg1"/>
                  </a:gs>
                  <a:gs pos="100000">
                    <a:schemeClr val="bg1">
                      <a:gamma/>
                      <a:shade val="66667"/>
                      <a:invGamma/>
                    </a:schemeClr>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zh-CN" altLang="en-US"/>
              </a:p>
            </p:txBody>
          </p:sp>
        </p:grpSp>
        <p:sp>
          <p:nvSpPr>
            <p:cNvPr id="43028" name="Freeform 20"/>
            <p:cNvSpPr/>
            <p:nvPr/>
          </p:nvSpPr>
          <p:spPr bwMode="hidden">
            <a:xfrm>
              <a:off x="6" y="2901"/>
              <a:ext cx="606" cy="1415"/>
            </a:xfrm>
            <a:custGeom>
              <a:avLst/>
              <a:gdLst>
                <a:gd name="T0" fmla="*/ 0 w 604"/>
                <a:gd name="T1" fmla="*/ 54 h 1415"/>
                <a:gd name="T2" fmla="*/ 42 w 604"/>
                <a:gd name="T3" fmla="*/ 228 h 1415"/>
                <a:gd name="T4" fmla="*/ 96 w 604"/>
                <a:gd name="T5" fmla="*/ 402 h 1415"/>
                <a:gd name="T6" fmla="*/ 161 w 604"/>
                <a:gd name="T7" fmla="*/ 576 h 1415"/>
                <a:gd name="T8" fmla="*/ 227 w 604"/>
                <a:gd name="T9" fmla="*/ 744 h 1415"/>
                <a:gd name="T10" fmla="*/ 305 w 604"/>
                <a:gd name="T11" fmla="*/ 917 h 1415"/>
                <a:gd name="T12" fmla="*/ 389 w 604"/>
                <a:gd name="T13" fmla="*/ 1085 h 1415"/>
                <a:gd name="T14" fmla="*/ 484 w 604"/>
                <a:gd name="T15" fmla="*/ 1253 h 1415"/>
                <a:gd name="T16" fmla="*/ 586 w 604"/>
                <a:gd name="T17" fmla="*/ 1415 h 1415"/>
                <a:gd name="T18" fmla="*/ 604 w 604"/>
                <a:gd name="T19" fmla="*/ 1415 h 1415"/>
                <a:gd name="T20" fmla="*/ 496 w 604"/>
                <a:gd name="T21" fmla="*/ 1247 h 1415"/>
                <a:gd name="T22" fmla="*/ 401 w 604"/>
                <a:gd name="T23" fmla="*/ 1073 h 1415"/>
                <a:gd name="T24" fmla="*/ 311 w 604"/>
                <a:gd name="T25" fmla="*/ 899 h 1415"/>
                <a:gd name="T26" fmla="*/ 233 w 604"/>
                <a:gd name="T27" fmla="*/ 720 h 1415"/>
                <a:gd name="T28" fmla="*/ 161 w 604"/>
                <a:gd name="T29" fmla="*/ 546 h 1415"/>
                <a:gd name="T30" fmla="*/ 102 w 604"/>
                <a:gd name="T31" fmla="*/ 366 h 1415"/>
                <a:gd name="T32" fmla="*/ 48 w 604"/>
                <a:gd name="T33" fmla="*/ 180 h 1415"/>
                <a:gd name="T34" fmla="*/ 0 w 604"/>
                <a:gd name="T35" fmla="*/ 0 h 1415"/>
                <a:gd name="T36" fmla="*/ 0 w 604"/>
                <a:gd name="T37" fmla="*/ 54 h 1415"/>
                <a:gd name="T38" fmla="*/ 0 w 604"/>
                <a:gd name="T39" fmla="*/ 54 h 14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04" h="1415">
                  <a:moveTo>
                    <a:pt x="0" y="54"/>
                  </a:moveTo>
                  <a:lnTo>
                    <a:pt x="42" y="228"/>
                  </a:lnTo>
                  <a:lnTo>
                    <a:pt x="96" y="402"/>
                  </a:lnTo>
                  <a:lnTo>
                    <a:pt x="161" y="576"/>
                  </a:lnTo>
                  <a:lnTo>
                    <a:pt x="227" y="744"/>
                  </a:lnTo>
                  <a:lnTo>
                    <a:pt x="305" y="917"/>
                  </a:lnTo>
                  <a:lnTo>
                    <a:pt x="389" y="1085"/>
                  </a:lnTo>
                  <a:lnTo>
                    <a:pt x="484" y="1253"/>
                  </a:lnTo>
                  <a:lnTo>
                    <a:pt x="586" y="1415"/>
                  </a:lnTo>
                  <a:lnTo>
                    <a:pt x="604" y="1415"/>
                  </a:lnTo>
                  <a:lnTo>
                    <a:pt x="496" y="1247"/>
                  </a:lnTo>
                  <a:lnTo>
                    <a:pt x="401" y="1073"/>
                  </a:lnTo>
                  <a:lnTo>
                    <a:pt x="311" y="899"/>
                  </a:lnTo>
                  <a:lnTo>
                    <a:pt x="233" y="720"/>
                  </a:lnTo>
                  <a:lnTo>
                    <a:pt x="161" y="546"/>
                  </a:lnTo>
                  <a:lnTo>
                    <a:pt x="102" y="366"/>
                  </a:lnTo>
                  <a:lnTo>
                    <a:pt x="48" y="180"/>
                  </a:lnTo>
                  <a:lnTo>
                    <a:pt x="0" y="0"/>
                  </a:lnTo>
                  <a:lnTo>
                    <a:pt x="0" y="54"/>
                  </a:lnTo>
                  <a:lnTo>
                    <a:pt x="0" y="54"/>
                  </a:lnTo>
                  <a:close/>
                </a:path>
              </a:pathLst>
            </a:custGeom>
            <a:gradFill rotWithShape="0">
              <a:gsLst>
                <a:gs pos="0">
                  <a:schemeClr val="bg2"/>
                </a:gs>
                <a:gs pos="100000">
                  <a:schemeClr val="bg2">
                    <a:gamma/>
                    <a:shade val="60784"/>
                    <a:invGamma/>
                  </a:schemeClr>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zh-CN" altLang="en-US"/>
            </a:p>
          </p:txBody>
        </p:sp>
        <p:sp>
          <p:nvSpPr>
            <p:cNvPr id="43029" name="Freeform 21"/>
            <p:cNvSpPr/>
            <p:nvPr/>
          </p:nvSpPr>
          <p:spPr bwMode="hidden">
            <a:xfrm>
              <a:off x="6" y="3890"/>
              <a:ext cx="228" cy="426"/>
            </a:xfrm>
            <a:custGeom>
              <a:avLst/>
              <a:gdLst>
                <a:gd name="T0" fmla="*/ 0 w 227"/>
                <a:gd name="T1" fmla="*/ 30 h 426"/>
                <a:gd name="T2" fmla="*/ 108 w 227"/>
                <a:gd name="T3" fmla="*/ 240 h 426"/>
                <a:gd name="T4" fmla="*/ 215 w 227"/>
                <a:gd name="T5" fmla="*/ 426 h 426"/>
                <a:gd name="T6" fmla="*/ 227 w 227"/>
                <a:gd name="T7" fmla="*/ 426 h 426"/>
                <a:gd name="T8" fmla="*/ 167 w 227"/>
                <a:gd name="T9" fmla="*/ 330 h 426"/>
                <a:gd name="T10" fmla="*/ 114 w 227"/>
                <a:gd name="T11" fmla="*/ 222 h 426"/>
                <a:gd name="T12" fmla="*/ 0 w 227"/>
                <a:gd name="T13" fmla="*/ 0 h 426"/>
                <a:gd name="T14" fmla="*/ 0 w 227"/>
                <a:gd name="T15" fmla="*/ 30 h 426"/>
                <a:gd name="T16" fmla="*/ 0 w 227"/>
                <a:gd name="T17" fmla="*/ 30 h 4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27" h="426">
                  <a:moveTo>
                    <a:pt x="0" y="30"/>
                  </a:moveTo>
                  <a:lnTo>
                    <a:pt x="108" y="240"/>
                  </a:lnTo>
                  <a:lnTo>
                    <a:pt x="215" y="426"/>
                  </a:lnTo>
                  <a:lnTo>
                    <a:pt x="227" y="426"/>
                  </a:lnTo>
                  <a:lnTo>
                    <a:pt x="167" y="330"/>
                  </a:lnTo>
                  <a:lnTo>
                    <a:pt x="114" y="222"/>
                  </a:lnTo>
                  <a:lnTo>
                    <a:pt x="0" y="0"/>
                  </a:lnTo>
                  <a:lnTo>
                    <a:pt x="0" y="30"/>
                  </a:lnTo>
                  <a:lnTo>
                    <a:pt x="0" y="30"/>
                  </a:lnTo>
                  <a:close/>
                </a:path>
              </a:pathLst>
            </a:custGeom>
            <a:gradFill rotWithShape="0">
              <a:gsLst>
                <a:gs pos="0">
                  <a:schemeClr val="bg2"/>
                </a:gs>
                <a:gs pos="100000">
                  <a:schemeClr val="bg2">
                    <a:gamma/>
                    <a:shade val="60784"/>
                    <a:invGamma/>
                  </a:schemeClr>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zh-CN" altLang="en-US"/>
            </a:p>
          </p:txBody>
        </p:sp>
        <p:sp>
          <p:nvSpPr>
            <p:cNvPr id="43030" name="Freeform 22"/>
            <p:cNvSpPr/>
            <p:nvPr/>
          </p:nvSpPr>
          <p:spPr bwMode="hidden">
            <a:xfrm>
              <a:off x="4776" y="0"/>
              <a:ext cx="984" cy="1786"/>
            </a:xfrm>
            <a:custGeom>
              <a:avLst/>
              <a:gdLst>
                <a:gd name="T0" fmla="*/ 981 w 981"/>
                <a:gd name="T1" fmla="*/ 1786 h 1786"/>
                <a:gd name="T2" fmla="*/ 981 w 981"/>
                <a:gd name="T3" fmla="*/ 1720 h 1786"/>
                <a:gd name="T4" fmla="*/ 969 w 981"/>
                <a:gd name="T5" fmla="*/ 1666 h 1786"/>
                <a:gd name="T6" fmla="*/ 957 w 981"/>
                <a:gd name="T7" fmla="*/ 1613 h 1786"/>
                <a:gd name="T8" fmla="*/ 921 w 981"/>
                <a:gd name="T9" fmla="*/ 1487 h 1786"/>
                <a:gd name="T10" fmla="*/ 885 w 981"/>
                <a:gd name="T11" fmla="*/ 1361 h 1786"/>
                <a:gd name="T12" fmla="*/ 796 w 981"/>
                <a:gd name="T13" fmla="*/ 1121 h 1786"/>
                <a:gd name="T14" fmla="*/ 682 w 981"/>
                <a:gd name="T15" fmla="*/ 899 h 1786"/>
                <a:gd name="T16" fmla="*/ 562 w 981"/>
                <a:gd name="T17" fmla="*/ 689 h 1786"/>
                <a:gd name="T18" fmla="*/ 431 w 981"/>
                <a:gd name="T19" fmla="*/ 498 h 1786"/>
                <a:gd name="T20" fmla="*/ 293 w 981"/>
                <a:gd name="T21" fmla="*/ 318 h 1786"/>
                <a:gd name="T22" fmla="*/ 150 w 981"/>
                <a:gd name="T23" fmla="*/ 150 h 1786"/>
                <a:gd name="T24" fmla="*/ 12 w 981"/>
                <a:gd name="T25" fmla="*/ 0 h 1786"/>
                <a:gd name="T26" fmla="*/ 0 w 981"/>
                <a:gd name="T27" fmla="*/ 0 h 1786"/>
                <a:gd name="T28" fmla="*/ 138 w 981"/>
                <a:gd name="T29" fmla="*/ 150 h 1786"/>
                <a:gd name="T30" fmla="*/ 275 w 981"/>
                <a:gd name="T31" fmla="*/ 318 h 1786"/>
                <a:gd name="T32" fmla="*/ 413 w 981"/>
                <a:gd name="T33" fmla="*/ 498 h 1786"/>
                <a:gd name="T34" fmla="*/ 545 w 981"/>
                <a:gd name="T35" fmla="*/ 689 h 1786"/>
                <a:gd name="T36" fmla="*/ 670 w 981"/>
                <a:gd name="T37" fmla="*/ 899 h 1786"/>
                <a:gd name="T38" fmla="*/ 778 w 981"/>
                <a:gd name="T39" fmla="*/ 1121 h 1786"/>
                <a:gd name="T40" fmla="*/ 873 w 981"/>
                <a:gd name="T41" fmla="*/ 1361 h 1786"/>
                <a:gd name="T42" fmla="*/ 909 w 981"/>
                <a:gd name="T43" fmla="*/ 1487 h 1786"/>
                <a:gd name="T44" fmla="*/ 945 w 981"/>
                <a:gd name="T45" fmla="*/ 1619 h 1786"/>
                <a:gd name="T46" fmla="*/ 963 w 981"/>
                <a:gd name="T47" fmla="*/ 1702 h 1786"/>
                <a:gd name="T48" fmla="*/ 981 w 981"/>
                <a:gd name="T49" fmla="*/ 1786 h 1786"/>
                <a:gd name="T50" fmla="*/ 981 w 981"/>
                <a:gd name="T51" fmla="*/ 1786 h 17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981" h="1786">
                  <a:moveTo>
                    <a:pt x="981" y="1786"/>
                  </a:moveTo>
                  <a:lnTo>
                    <a:pt x="981" y="1720"/>
                  </a:lnTo>
                  <a:lnTo>
                    <a:pt x="969" y="1666"/>
                  </a:lnTo>
                  <a:lnTo>
                    <a:pt x="957" y="1613"/>
                  </a:lnTo>
                  <a:lnTo>
                    <a:pt x="921" y="1487"/>
                  </a:lnTo>
                  <a:lnTo>
                    <a:pt x="885" y="1361"/>
                  </a:lnTo>
                  <a:lnTo>
                    <a:pt x="796" y="1121"/>
                  </a:lnTo>
                  <a:lnTo>
                    <a:pt x="682" y="899"/>
                  </a:lnTo>
                  <a:lnTo>
                    <a:pt x="562" y="689"/>
                  </a:lnTo>
                  <a:lnTo>
                    <a:pt x="431" y="498"/>
                  </a:lnTo>
                  <a:lnTo>
                    <a:pt x="293" y="318"/>
                  </a:lnTo>
                  <a:lnTo>
                    <a:pt x="150" y="150"/>
                  </a:lnTo>
                  <a:lnTo>
                    <a:pt x="12" y="0"/>
                  </a:lnTo>
                  <a:lnTo>
                    <a:pt x="0" y="0"/>
                  </a:lnTo>
                  <a:lnTo>
                    <a:pt x="138" y="150"/>
                  </a:lnTo>
                  <a:lnTo>
                    <a:pt x="275" y="318"/>
                  </a:lnTo>
                  <a:lnTo>
                    <a:pt x="413" y="498"/>
                  </a:lnTo>
                  <a:lnTo>
                    <a:pt x="545" y="689"/>
                  </a:lnTo>
                  <a:lnTo>
                    <a:pt x="670" y="899"/>
                  </a:lnTo>
                  <a:lnTo>
                    <a:pt x="778" y="1121"/>
                  </a:lnTo>
                  <a:lnTo>
                    <a:pt x="873" y="1361"/>
                  </a:lnTo>
                  <a:lnTo>
                    <a:pt x="909" y="1487"/>
                  </a:lnTo>
                  <a:lnTo>
                    <a:pt x="945" y="1619"/>
                  </a:lnTo>
                  <a:lnTo>
                    <a:pt x="963" y="1702"/>
                  </a:lnTo>
                  <a:lnTo>
                    <a:pt x="981" y="1786"/>
                  </a:lnTo>
                  <a:lnTo>
                    <a:pt x="981" y="1786"/>
                  </a:lnTo>
                  <a:close/>
                </a:path>
              </a:pathLst>
            </a:custGeom>
            <a:gradFill rotWithShape="0">
              <a:gsLst>
                <a:gs pos="0">
                  <a:schemeClr val="bg1"/>
                </a:gs>
                <a:gs pos="100000">
                  <a:schemeClr val="bg1">
                    <a:gamma/>
                    <a:shade val="94118"/>
                    <a:invGamma/>
                  </a:schemeClr>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zh-CN" altLang="en-US"/>
            </a:p>
          </p:txBody>
        </p:sp>
        <p:sp>
          <p:nvSpPr>
            <p:cNvPr id="43031" name="Freeform 23"/>
            <p:cNvSpPr/>
            <p:nvPr/>
          </p:nvSpPr>
          <p:spPr bwMode="hidden">
            <a:xfrm>
              <a:off x="5041" y="0"/>
              <a:ext cx="719" cy="845"/>
            </a:xfrm>
            <a:custGeom>
              <a:avLst/>
              <a:gdLst>
                <a:gd name="T0" fmla="*/ 717 w 717"/>
                <a:gd name="T1" fmla="*/ 845 h 845"/>
                <a:gd name="T2" fmla="*/ 717 w 717"/>
                <a:gd name="T3" fmla="*/ 821 h 845"/>
                <a:gd name="T4" fmla="*/ 574 w 717"/>
                <a:gd name="T5" fmla="*/ 605 h 845"/>
                <a:gd name="T6" fmla="*/ 406 w 717"/>
                <a:gd name="T7" fmla="*/ 396 h 845"/>
                <a:gd name="T8" fmla="*/ 221 w 717"/>
                <a:gd name="T9" fmla="*/ 192 h 845"/>
                <a:gd name="T10" fmla="*/ 17 w 717"/>
                <a:gd name="T11" fmla="*/ 0 h 845"/>
                <a:gd name="T12" fmla="*/ 0 w 717"/>
                <a:gd name="T13" fmla="*/ 0 h 845"/>
                <a:gd name="T14" fmla="*/ 209 w 717"/>
                <a:gd name="T15" fmla="*/ 198 h 845"/>
                <a:gd name="T16" fmla="*/ 400 w 717"/>
                <a:gd name="T17" fmla="*/ 408 h 845"/>
                <a:gd name="T18" fmla="*/ 568 w 717"/>
                <a:gd name="T19" fmla="*/ 623 h 845"/>
                <a:gd name="T20" fmla="*/ 717 w 717"/>
                <a:gd name="T21" fmla="*/ 845 h 845"/>
                <a:gd name="T22" fmla="*/ 717 w 717"/>
                <a:gd name="T23" fmla="*/ 845 h 8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717" h="845">
                  <a:moveTo>
                    <a:pt x="717" y="845"/>
                  </a:moveTo>
                  <a:lnTo>
                    <a:pt x="717" y="821"/>
                  </a:lnTo>
                  <a:lnTo>
                    <a:pt x="574" y="605"/>
                  </a:lnTo>
                  <a:lnTo>
                    <a:pt x="406" y="396"/>
                  </a:lnTo>
                  <a:lnTo>
                    <a:pt x="221" y="192"/>
                  </a:lnTo>
                  <a:lnTo>
                    <a:pt x="17" y="0"/>
                  </a:lnTo>
                  <a:lnTo>
                    <a:pt x="0" y="0"/>
                  </a:lnTo>
                  <a:lnTo>
                    <a:pt x="209" y="198"/>
                  </a:lnTo>
                  <a:lnTo>
                    <a:pt x="400" y="408"/>
                  </a:lnTo>
                  <a:lnTo>
                    <a:pt x="568" y="623"/>
                  </a:lnTo>
                  <a:lnTo>
                    <a:pt x="717" y="845"/>
                  </a:lnTo>
                  <a:lnTo>
                    <a:pt x="717" y="845"/>
                  </a:ln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zh-CN" altLang="en-US"/>
            </a:p>
          </p:txBody>
        </p:sp>
        <p:sp>
          <p:nvSpPr>
            <p:cNvPr id="43032" name="Freeform 24"/>
            <p:cNvSpPr/>
            <p:nvPr/>
          </p:nvSpPr>
          <p:spPr bwMode="hidden">
            <a:xfrm>
              <a:off x="5352" y="0"/>
              <a:ext cx="408" cy="414"/>
            </a:xfrm>
            <a:custGeom>
              <a:avLst/>
              <a:gdLst>
                <a:gd name="T0" fmla="*/ 407 w 407"/>
                <a:gd name="T1" fmla="*/ 414 h 414"/>
                <a:gd name="T2" fmla="*/ 407 w 407"/>
                <a:gd name="T3" fmla="*/ 396 h 414"/>
                <a:gd name="T4" fmla="*/ 222 w 407"/>
                <a:gd name="T5" fmla="*/ 192 h 414"/>
                <a:gd name="T6" fmla="*/ 12 w 407"/>
                <a:gd name="T7" fmla="*/ 0 h 414"/>
                <a:gd name="T8" fmla="*/ 0 w 407"/>
                <a:gd name="T9" fmla="*/ 0 h 414"/>
                <a:gd name="T10" fmla="*/ 108 w 407"/>
                <a:gd name="T11" fmla="*/ 102 h 414"/>
                <a:gd name="T12" fmla="*/ 216 w 407"/>
                <a:gd name="T13" fmla="*/ 204 h 414"/>
                <a:gd name="T14" fmla="*/ 407 w 407"/>
                <a:gd name="T15" fmla="*/ 414 h 414"/>
                <a:gd name="T16" fmla="*/ 407 w 407"/>
                <a:gd name="T17" fmla="*/ 414 h 4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07" h="414">
                  <a:moveTo>
                    <a:pt x="407" y="414"/>
                  </a:moveTo>
                  <a:lnTo>
                    <a:pt x="407" y="396"/>
                  </a:lnTo>
                  <a:lnTo>
                    <a:pt x="222" y="192"/>
                  </a:lnTo>
                  <a:lnTo>
                    <a:pt x="12" y="0"/>
                  </a:lnTo>
                  <a:lnTo>
                    <a:pt x="0" y="0"/>
                  </a:lnTo>
                  <a:lnTo>
                    <a:pt x="108" y="102"/>
                  </a:lnTo>
                  <a:lnTo>
                    <a:pt x="216" y="204"/>
                  </a:lnTo>
                  <a:lnTo>
                    <a:pt x="407" y="414"/>
                  </a:lnTo>
                  <a:lnTo>
                    <a:pt x="407" y="414"/>
                  </a:ln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zh-CN" altLang="en-US"/>
            </a:p>
          </p:txBody>
        </p:sp>
        <p:sp>
          <p:nvSpPr>
            <p:cNvPr id="43033" name="Freeform 25"/>
            <p:cNvSpPr/>
            <p:nvPr/>
          </p:nvSpPr>
          <p:spPr bwMode="hidden">
            <a:xfrm>
              <a:off x="6" y="0"/>
              <a:ext cx="858" cy="1409"/>
            </a:xfrm>
            <a:custGeom>
              <a:avLst/>
              <a:gdLst>
                <a:gd name="T0" fmla="*/ 0 w 855"/>
                <a:gd name="T1" fmla="*/ 1361 h 1409"/>
                <a:gd name="T2" fmla="*/ 0 w 855"/>
                <a:gd name="T3" fmla="*/ 1409 h 1409"/>
                <a:gd name="T4" fmla="*/ 54 w 855"/>
                <a:gd name="T5" fmla="*/ 1211 h 1409"/>
                <a:gd name="T6" fmla="*/ 126 w 855"/>
                <a:gd name="T7" fmla="*/ 1013 h 1409"/>
                <a:gd name="T8" fmla="*/ 215 w 855"/>
                <a:gd name="T9" fmla="*/ 827 h 1409"/>
                <a:gd name="T10" fmla="*/ 311 w 855"/>
                <a:gd name="T11" fmla="*/ 647 h 1409"/>
                <a:gd name="T12" fmla="*/ 431 w 855"/>
                <a:gd name="T13" fmla="*/ 474 h 1409"/>
                <a:gd name="T14" fmla="*/ 556 w 855"/>
                <a:gd name="T15" fmla="*/ 312 h 1409"/>
                <a:gd name="T16" fmla="*/ 700 w 855"/>
                <a:gd name="T17" fmla="*/ 150 h 1409"/>
                <a:gd name="T18" fmla="*/ 855 w 855"/>
                <a:gd name="T19" fmla="*/ 0 h 1409"/>
                <a:gd name="T20" fmla="*/ 837 w 855"/>
                <a:gd name="T21" fmla="*/ 0 h 1409"/>
                <a:gd name="T22" fmla="*/ 688 w 855"/>
                <a:gd name="T23" fmla="*/ 144 h 1409"/>
                <a:gd name="T24" fmla="*/ 550 w 855"/>
                <a:gd name="T25" fmla="*/ 300 h 1409"/>
                <a:gd name="T26" fmla="*/ 425 w 855"/>
                <a:gd name="T27" fmla="*/ 462 h 1409"/>
                <a:gd name="T28" fmla="*/ 311 w 855"/>
                <a:gd name="T29" fmla="*/ 629 h 1409"/>
                <a:gd name="T30" fmla="*/ 215 w 855"/>
                <a:gd name="T31" fmla="*/ 803 h 1409"/>
                <a:gd name="T32" fmla="*/ 132 w 855"/>
                <a:gd name="T33" fmla="*/ 983 h 1409"/>
                <a:gd name="T34" fmla="*/ 60 w 855"/>
                <a:gd name="T35" fmla="*/ 1169 h 1409"/>
                <a:gd name="T36" fmla="*/ 0 w 855"/>
                <a:gd name="T37" fmla="*/ 1361 h 1409"/>
                <a:gd name="T38" fmla="*/ 0 w 855"/>
                <a:gd name="T39" fmla="*/ 1361 h 14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855" h="1409">
                  <a:moveTo>
                    <a:pt x="0" y="1361"/>
                  </a:moveTo>
                  <a:lnTo>
                    <a:pt x="0" y="1409"/>
                  </a:lnTo>
                  <a:lnTo>
                    <a:pt x="54" y="1211"/>
                  </a:lnTo>
                  <a:lnTo>
                    <a:pt x="126" y="1013"/>
                  </a:lnTo>
                  <a:lnTo>
                    <a:pt x="215" y="827"/>
                  </a:lnTo>
                  <a:lnTo>
                    <a:pt x="311" y="647"/>
                  </a:lnTo>
                  <a:lnTo>
                    <a:pt x="431" y="474"/>
                  </a:lnTo>
                  <a:lnTo>
                    <a:pt x="556" y="312"/>
                  </a:lnTo>
                  <a:lnTo>
                    <a:pt x="700" y="150"/>
                  </a:lnTo>
                  <a:lnTo>
                    <a:pt x="855" y="0"/>
                  </a:lnTo>
                  <a:lnTo>
                    <a:pt x="837" y="0"/>
                  </a:lnTo>
                  <a:lnTo>
                    <a:pt x="688" y="144"/>
                  </a:lnTo>
                  <a:lnTo>
                    <a:pt x="550" y="300"/>
                  </a:lnTo>
                  <a:lnTo>
                    <a:pt x="425" y="462"/>
                  </a:lnTo>
                  <a:lnTo>
                    <a:pt x="311" y="629"/>
                  </a:lnTo>
                  <a:lnTo>
                    <a:pt x="215" y="803"/>
                  </a:lnTo>
                  <a:lnTo>
                    <a:pt x="132" y="983"/>
                  </a:lnTo>
                  <a:lnTo>
                    <a:pt x="60" y="1169"/>
                  </a:lnTo>
                  <a:lnTo>
                    <a:pt x="0" y="1361"/>
                  </a:lnTo>
                  <a:lnTo>
                    <a:pt x="0" y="1361"/>
                  </a:lnTo>
                  <a:close/>
                </a:path>
              </a:pathLst>
            </a:custGeom>
            <a:gradFill rotWithShape="0">
              <a:gsLst>
                <a:gs pos="0">
                  <a:schemeClr val="bg1"/>
                </a:gs>
                <a:gs pos="100000">
                  <a:schemeClr val="bg1">
                    <a:gamma/>
                    <a:shade val="94118"/>
                    <a:invGamma/>
                  </a:schemeClr>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zh-CN" altLang="en-US"/>
            </a:p>
          </p:txBody>
        </p:sp>
        <p:sp>
          <p:nvSpPr>
            <p:cNvPr id="43034" name="Freeform 26"/>
            <p:cNvSpPr/>
            <p:nvPr/>
          </p:nvSpPr>
          <p:spPr bwMode="hidden">
            <a:xfrm>
              <a:off x="6" y="0"/>
              <a:ext cx="588" cy="599"/>
            </a:xfrm>
            <a:custGeom>
              <a:avLst/>
              <a:gdLst>
                <a:gd name="T0" fmla="*/ 586 w 586"/>
                <a:gd name="T1" fmla="*/ 0 h 599"/>
                <a:gd name="T2" fmla="*/ 568 w 586"/>
                <a:gd name="T3" fmla="*/ 0 h 599"/>
                <a:gd name="T4" fmla="*/ 407 w 586"/>
                <a:gd name="T5" fmla="*/ 132 h 599"/>
                <a:gd name="T6" fmla="*/ 257 w 586"/>
                <a:gd name="T7" fmla="*/ 270 h 599"/>
                <a:gd name="T8" fmla="*/ 120 w 586"/>
                <a:gd name="T9" fmla="*/ 420 h 599"/>
                <a:gd name="T10" fmla="*/ 0 w 586"/>
                <a:gd name="T11" fmla="*/ 575 h 599"/>
                <a:gd name="T12" fmla="*/ 0 w 586"/>
                <a:gd name="T13" fmla="*/ 599 h 599"/>
                <a:gd name="T14" fmla="*/ 120 w 586"/>
                <a:gd name="T15" fmla="*/ 432 h 599"/>
                <a:gd name="T16" fmla="*/ 257 w 586"/>
                <a:gd name="T17" fmla="*/ 282 h 599"/>
                <a:gd name="T18" fmla="*/ 413 w 586"/>
                <a:gd name="T19" fmla="*/ 138 h 599"/>
                <a:gd name="T20" fmla="*/ 586 w 586"/>
                <a:gd name="T21" fmla="*/ 0 h 599"/>
                <a:gd name="T22" fmla="*/ 586 w 586"/>
                <a:gd name="T23" fmla="*/ 0 h 5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586" h="599">
                  <a:moveTo>
                    <a:pt x="586" y="0"/>
                  </a:moveTo>
                  <a:lnTo>
                    <a:pt x="568" y="0"/>
                  </a:lnTo>
                  <a:lnTo>
                    <a:pt x="407" y="132"/>
                  </a:lnTo>
                  <a:lnTo>
                    <a:pt x="257" y="270"/>
                  </a:lnTo>
                  <a:lnTo>
                    <a:pt x="120" y="420"/>
                  </a:lnTo>
                  <a:lnTo>
                    <a:pt x="0" y="575"/>
                  </a:lnTo>
                  <a:lnTo>
                    <a:pt x="0" y="599"/>
                  </a:lnTo>
                  <a:lnTo>
                    <a:pt x="120" y="432"/>
                  </a:lnTo>
                  <a:lnTo>
                    <a:pt x="257" y="282"/>
                  </a:lnTo>
                  <a:lnTo>
                    <a:pt x="413" y="138"/>
                  </a:lnTo>
                  <a:lnTo>
                    <a:pt x="586" y="0"/>
                  </a:lnTo>
                  <a:lnTo>
                    <a:pt x="586" y="0"/>
                  </a:ln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zh-CN" altLang="en-US"/>
            </a:p>
          </p:txBody>
        </p:sp>
        <p:sp>
          <p:nvSpPr>
            <p:cNvPr id="43035" name="Freeform 27"/>
            <p:cNvSpPr/>
            <p:nvPr/>
          </p:nvSpPr>
          <p:spPr bwMode="hidden">
            <a:xfrm>
              <a:off x="6" y="0"/>
              <a:ext cx="270" cy="252"/>
            </a:xfrm>
            <a:custGeom>
              <a:avLst/>
              <a:gdLst>
                <a:gd name="T0" fmla="*/ 269 w 269"/>
                <a:gd name="T1" fmla="*/ 0 h 252"/>
                <a:gd name="T2" fmla="*/ 251 w 269"/>
                <a:gd name="T3" fmla="*/ 0 h 252"/>
                <a:gd name="T4" fmla="*/ 120 w 269"/>
                <a:gd name="T5" fmla="*/ 114 h 252"/>
                <a:gd name="T6" fmla="*/ 60 w 269"/>
                <a:gd name="T7" fmla="*/ 174 h 252"/>
                <a:gd name="T8" fmla="*/ 0 w 269"/>
                <a:gd name="T9" fmla="*/ 234 h 252"/>
                <a:gd name="T10" fmla="*/ 0 w 269"/>
                <a:gd name="T11" fmla="*/ 252 h 252"/>
                <a:gd name="T12" fmla="*/ 126 w 269"/>
                <a:gd name="T13" fmla="*/ 120 h 252"/>
                <a:gd name="T14" fmla="*/ 269 w 269"/>
                <a:gd name="T15" fmla="*/ 0 h 252"/>
                <a:gd name="T16" fmla="*/ 269 w 269"/>
                <a:gd name="T17" fmla="*/ 0 h 2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69" h="252">
                  <a:moveTo>
                    <a:pt x="269" y="0"/>
                  </a:moveTo>
                  <a:lnTo>
                    <a:pt x="251" y="0"/>
                  </a:lnTo>
                  <a:lnTo>
                    <a:pt x="120" y="114"/>
                  </a:lnTo>
                  <a:lnTo>
                    <a:pt x="60" y="174"/>
                  </a:lnTo>
                  <a:lnTo>
                    <a:pt x="0" y="234"/>
                  </a:lnTo>
                  <a:lnTo>
                    <a:pt x="0" y="252"/>
                  </a:lnTo>
                  <a:lnTo>
                    <a:pt x="126" y="120"/>
                  </a:lnTo>
                  <a:lnTo>
                    <a:pt x="269" y="0"/>
                  </a:lnTo>
                  <a:lnTo>
                    <a:pt x="269" y="0"/>
                  </a:ln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zh-CN" altLang="en-US"/>
            </a:p>
          </p:txBody>
        </p:sp>
        <p:sp>
          <p:nvSpPr>
            <p:cNvPr id="43036" name="Line 28"/>
            <p:cNvSpPr>
              <a:spLocks noChangeShapeType="1"/>
            </p:cNvSpPr>
            <p:nvPr/>
          </p:nvSpPr>
          <p:spPr bwMode="hidden">
            <a:xfrm>
              <a:off x="1" y="2749"/>
              <a:ext cx="5758" cy="0"/>
            </a:xfrm>
            <a:prstGeom prst="line">
              <a:avLst/>
            </a:prstGeom>
            <a:noFill/>
            <a:ln w="158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a:p>
          </p:txBody>
        </p:sp>
        <p:sp>
          <p:nvSpPr>
            <p:cNvPr id="43037" name="Line 29"/>
            <p:cNvSpPr>
              <a:spLocks noChangeShapeType="1"/>
            </p:cNvSpPr>
            <p:nvPr/>
          </p:nvSpPr>
          <p:spPr bwMode="hidden">
            <a:xfrm>
              <a:off x="1" y="2356"/>
              <a:ext cx="5758" cy="0"/>
            </a:xfrm>
            <a:prstGeom prst="line">
              <a:avLst/>
            </a:prstGeom>
            <a:noFill/>
            <a:ln w="158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a:p>
          </p:txBody>
        </p:sp>
        <p:sp>
          <p:nvSpPr>
            <p:cNvPr id="43038" name="Line 30"/>
            <p:cNvSpPr>
              <a:spLocks noChangeShapeType="1"/>
            </p:cNvSpPr>
            <p:nvPr/>
          </p:nvSpPr>
          <p:spPr bwMode="hidden">
            <a:xfrm>
              <a:off x="1" y="3142"/>
              <a:ext cx="5758" cy="0"/>
            </a:xfrm>
            <a:prstGeom prst="line">
              <a:avLst/>
            </a:prstGeom>
            <a:noFill/>
            <a:ln w="1587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a:p>
          </p:txBody>
        </p:sp>
        <p:grpSp>
          <p:nvGrpSpPr>
            <p:cNvPr id="1047" name="Group 31"/>
            <p:cNvGrpSpPr/>
            <p:nvPr/>
          </p:nvGrpSpPr>
          <p:grpSpPr bwMode="auto">
            <a:xfrm>
              <a:off x="1" y="392"/>
              <a:ext cx="5758" cy="1571"/>
              <a:chOff x="1" y="392"/>
              <a:chExt cx="5758" cy="1571"/>
            </a:xfrm>
          </p:grpSpPr>
          <p:sp>
            <p:nvSpPr>
              <p:cNvPr id="43040" name="Line 32"/>
              <p:cNvSpPr>
                <a:spLocks noChangeShapeType="1"/>
              </p:cNvSpPr>
              <p:nvPr userDrawn="1"/>
            </p:nvSpPr>
            <p:spPr bwMode="hidden">
              <a:xfrm>
                <a:off x="1" y="784"/>
                <a:ext cx="5758" cy="0"/>
              </a:xfrm>
              <a:prstGeom prst="line">
                <a:avLst/>
              </a:prstGeom>
              <a:noFill/>
              <a:ln w="158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a:p>
            </p:txBody>
          </p:sp>
          <p:sp>
            <p:nvSpPr>
              <p:cNvPr id="43041" name="Line 33"/>
              <p:cNvSpPr>
                <a:spLocks noChangeShapeType="1"/>
              </p:cNvSpPr>
              <p:nvPr userDrawn="1"/>
            </p:nvSpPr>
            <p:spPr bwMode="hidden">
              <a:xfrm>
                <a:off x="1" y="1963"/>
                <a:ext cx="5758" cy="0"/>
              </a:xfrm>
              <a:prstGeom prst="line">
                <a:avLst/>
              </a:prstGeom>
              <a:noFill/>
              <a:ln w="158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a:p>
            </p:txBody>
          </p:sp>
          <p:sp>
            <p:nvSpPr>
              <p:cNvPr id="43042" name="Line 34"/>
              <p:cNvSpPr>
                <a:spLocks noChangeShapeType="1"/>
              </p:cNvSpPr>
              <p:nvPr userDrawn="1"/>
            </p:nvSpPr>
            <p:spPr bwMode="hidden">
              <a:xfrm>
                <a:off x="1" y="1570"/>
                <a:ext cx="5758" cy="0"/>
              </a:xfrm>
              <a:prstGeom prst="line">
                <a:avLst/>
              </a:prstGeom>
              <a:noFill/>
              <a:ln w="158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a:p>
            </p:txBody>
          </p:sp>
          <p:sp>
            <p:nvSpPr>
              <p:cNvPr id="43043" name="Line 35"/>
              <p:cNvSpPr>
                <a:spLocks noChangeShapeType="1"/>
              </p:cNvSpPr>
              <p:nvPr userDrawn="1"/>
            </p:nvSpPr>
            <p:spPr bwMode="hidden">
              <a:xfrm>
                <a:off x="1" y="1177"/>
                <a:ext cx="5758" cy="0"/>
              </a:xfrm>
              <a:prstGeom prst="line">
                <a:avLst/>
              </a:prstGeom>
              <a:noFill/>
              <a:ln w="158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a:p>
            </p:txBody>
          </p:sp>
          <p:sp>
            <p:nvSpPr>
              <p:cNvPr id="43044" name="Line 36"/>
              <p:cNvSpPr>
                <a:spLocks noChangeShapeType="1"/>
              </p:cNvSpPr>
              <p:nvPr userDrawn="1"/>
            </p:nvSpPr>
            <p:spPr bwMode="hidden">
              <a:xfrm>
                <a:off x="1" y="392"/>
                <a:ext cx="5758" cy="0"/>
              </a:xfrm>
              <a:prstGeom prst="line">
                <a:avLst/>
              </a:prstGeom>
              <a:noFill/>
              <a:ln w="158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a:p>
            </p:txBody>
          </p:sp>
        </p:grpSp>
        <p:sp>
          <p:nvSpPr>
            <p:cNvPr id="43045" name="Line 37"/>
            <p:cNvSpPr>
              <a:spLocks noChangeShapeType="1"/>
            </p:cNvSpPr>
            <p:nvPr/>
          </p:nvSpPr>
          <p:spPr bwMode="hidden">
            <a:xfrm>
              <a:off x="1" y="3928"/>
              <a:ext cx="5758" cy="0"/>
            </a:xfrm>
            <a:prstGeom prst="line">
              <a:avLst/>
            </a:prstGeom>
            <a:noFill/>
            <a:ln w="1587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a:p>
          </p:txBody>
        </p:sp>
        <p:sp>
          <p:nvSpPr>
            <p:cNvPr id="43046" name="Line 38"/>
            <p:cNvSpPr>
              <a:spLocks noChangeShapeType="1"/>
            </p:cNvSpPr>
            <p:nvPr/>
          </p:nvSpPr>
          <p:spPr bwMode="hidden">
            <a:xfrm>
              <a:off x="1" y="3535"/>
              <a:ext cx="5758" cy="0"/>
            </a:xfrm>
            <a:prstGeom prst="line">
              <a:avLst/>
            </a:prstGeom>
            <a:noFill/>
            <a:ln w="1587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a:p>
          </p:txBody>
        </p:sp>
      </p:grpSp>
      <p:sp>
        <p:nvSpPr>
          <p:cNvPr id="43047" name="Rectangle 39"/>
          <p:cNvSpPr>
            <a:spLocks noGrp="1" noChangeArrowheads="1"/>
          </p:cNvSpPr>
          <p:nvPr>
            <p:ph type="title"/>
          </p:nvPr>
        </p:nvSpPr>
        <p:spPr bwMode="auto">
          <a:xfrm>
            <a:off x="457200" y="277813"/>
            <a:ext cx="8229600" cy="1139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1" compatLnSpc="1"/>
          <a:lstStyle/>
          <a:p>
            <a:pPr lvl="0"/>
            <a:r>
              <a:rPr lang="zh-CN" altLang="en-US" smtClean="0"/>
              <a:t>单击此处编辑母版标题样式</a:t>
            </a:r>
            <a:endParaRPr lang="zh-CN" altLang="en-US" smtClean="0"/>
          </a:p>
        </p:txBody>
      </p:sp>
      <p:sp>
        <p:nvSpPr>
          <p:cNvPr id="43048" name="Rectangle 40"/>
          <p:cNvSpPr>
            <a:spLocks noGrp="1" noChangeArrowheads="1"/>
          </p:cNvSpPr>
          <p:nvPr>
            <p:ph type="dt" sz="half" idx="2"/>
          </p:nvPr>
        </p:nvSpPr>
        <p:spPr bwMode="auto">
          <a:xfrm>
            <a:off x="457200" y="6243638"/>
            <a:ext cx="213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nSpc>
                <a:spcPct val="100000"/>
              </a:lnSpc>
              <a:spcBef>
                <a:spcPct val="0"/>
              </a:spcBef>
              <a:buFontTx/>
              <a:buNone/>
              <a:defRPr sz="1000">
                <a:effectLst>
                  <a:outerShdw blurRad="38100" dist="38100" dir="2700000" algn="tl">
                    <a:srgbClr val="000000"/>
                  </a:outerShdw>
                </a:effectLst>
              </a:defRPr>
            </a:lvl1pPr>
          </a:lstStyle>
          <a:p>
            <a:pPr>
              <a:defRPr/>
            </a:pPr>
            <a:endParaRPr lang="en-US" altLang="zh-CN"/>
          </a:p>
        </p:txBody>
      </p:sp>
      <p:sp>
        <p:nvSpPr>
          <p:cNvPr id="43049" name="Rectangle 41"/>
          <p:cNvSpPr>
            <a:spLocks noGrp="1" noChangeArrowheads="1"/>
          </p:cNvSpPr>
          <p:nvPr>
            <p:ph type="ftr" sz="quarter" idx="3"/>
          </p:nvPr>
        </p:nvSpPr>
        <p:spPr bwMode="auto">
          <a:xfrm>
            <a:off x="3124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a:lnSpc>
                <a:spcPct val="100000"/>
              </a:lnSpc>
              <a:spcBef>
                <a:spcPct val="0"/>
              </a:spcBef>
              <a:buFontTx/>
              <a:buNone/>
              <a:defRPr sz="1000">
                <a:effectLst>
                  <a:outerShdw blurRad="38100" dist="38100" dir="2700000" algn="tl">
                    <a:srgbClr val="000000"/>
                  </a:outerShdw>
                </a:effectLst>
              </a:defRPr>
            </a:lvl1pPr>
          </a:lstStyle>
          <a:p>
            <a:pPr>
              <a:defRPr/>
            </a:pPr>
            <a:endParaRPr lang="en-US" altLang="zh-CN"/>
          </a:p>
        </p:txBody>
      </p:sp>
      <p:sp>
        <p:nvSpPr>
          <p:cNvPr id="43050" name="Rectangle 42"/>
          <p:cNvSpPr>
            <a:spLocks noGrp="1" noChangeArrowheads="1"/>
          </p:cNvSpPr>
          <p:nvPr>
            <p:ph type="sldNum" sz="quarter" idx="4"/>
          </p:nvPr>
        </p:nvSpPr>
        <p:spPr bwMode="auto">
          <a:xfrm>
            <a:off x="6553200" y="6243638"/>
            <a:ext cx="213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a:lnSpc>
                <a:spcPct val="100000"/>
              </a:lnSpc>
              <a:spcBef>
                <a:spcPct val="0"/>
              </a:spcBef>
              <a:buFontTx/>
              <a:buNone/>
              <a:defRPr sz="1000">
                <a:effectLst>
                  <a:outerShdw blurRad="38100" dist="38100" dir="2700000" algn="tl">
                    <a:srgbClr val="000000"/>
                  </a:outerShdw>
                </a:effectLst>
              </a:defRPr>
            </a:lvl1pPr>
          </a:lstStyle>
          <a:p>
            <a:pPr>
              <a:defRPr/>
            </a:pPr>
            <a:fld id="{60022EA5-BCB1-4E27-AB11-9E2E08807EAD}" type="slidenum">
              <a:rPr lang="en-US" altLang="zh-CN"/>
            </a:fld>
            <a:endParaRPr lang="en-US" altLang="zh-CN"/>
          </a:p>
        </p:txBody>
      </p:sp>
      <p:sp>
        <p:nvSpPr>
          <p:cNvPr id="43051" name="Rectangle 43"/>
          <p:cNvSpPr>
            <a:spLocks noGrp="1" noChangeArrowheads="1"/>
          </p:cNvSpPr>
          <p:nvPr>
            <p:ph type="body" idx="1"/>
          </p:nvPr>
        </p:nvSpPr>
        <p:spPr bwMode="auto">
          <a:xfrm>
            <a:off x="457200" y="1600200"/>
            <a:ext cx="8229600" cy="4530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smtClean="0"/>
          </a:p>
        </p:txBody>
      </p:sp>
    </p:spTree>
  </p:cSld>
  <p:clrMap bg1="dk2" tx1="lt1" bg2="dk1"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iming>
    <p:tnLst>
      <p:par>
        <p:cTn id="1" dur="indefinite" restart="never" nodeType="tmRoot"/>
      </p:par>
    </p:tnLst>
  </p:timing>
  <p:txStyles>
    <p:titleStyle>
      <a:lvl1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mj-lt"/>
          <a:ea typeface="+mj-ea"/>
          <a:cs typeface="+mj-cs"/>
        </a:defRPr>
      </a:lvl1pPr>
      <a:lvl2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hlink"/>
        </a:buClr>
        <a:buSzPct val="60000"/>
        <a:buFont typeface="Wingdings" panose="05000000000000000000" pitchFamily="2" charset="2"/>
        <a:buChar char="n"/>
        <a:defRPr sz="3200">
          <a:solidFill>
            <a:schemeClr val="tx1"/>
          </a:solidFill>
          <a:effectLst>
            <a:outerShdw blurRad="38100" dist="38100" dir="2700000" algn="tl">
              <a:srgbClr val="000000"/>
            </a:outerShdw>
          </a:effectLst>
          <a:latin typeface="+mn-lt"/>
          <a:ea typeface="+mn-ea"/>
          <a:cs typeface="+mn-cs"/>
        </a:defRPr>
      </a:lvl1pPr>
      <a:lvl2pPr marL="742950" indent="-285750" algn="l" rtl="0" eaLnBrk="0" fontAlgn="base" hangingPunct="0">
        <a:spcBef>
          <a:spcPct val="20000"/>
        </a:spcBef>
        <a:spcAft>
          <a:spcPct val="0"/>
        </a:spcAft>
        <a:buClr>
          <a:schemeClr val="tx1"/>
        </a:buClr>
        <a:buChar char="•"/>
        <a:defRPr sz="2800">
          <a:solidFill>
            <a:schemeClr val="tx1"/>
          </a:solidFill>
          <a:effectLst>
            <a:outerShdw blurRad="38100" dist="38100" dir="2700000" algn="tl">
              <a:srgbClr val="000000"/>
            </a:outerShdw>
          </a:effectLst>
          <a:latin typeface="+mn-lt"/>
          <a:ea typeface="+mn-ea"/>
        </a:defRPr>
      </a:lvl2pPr>
      <a:lvl3pPr marL="1143000" indent="-228600" algn="l" rtl="0" eaLnBrk="0" fontAlgn="base" hangingPunct="0">
        <a:spcBef>
          <a:spcPct val="20000"/>
        </a:spcBef>
        <a:spcAft>
          <a:spcPct val="0"/>
        </a:spcAft>
        <a:buClr>
          <a:schemeClr val="accent2"/>
        </a:buClr>
        <a:buSzPct val="60000"/>
        <a:buFont typeface="Wingdings" panose="05000000000000000000" pitchFamily="2" charset="2"/>
        <a:buChar char="n"/>
        <a:defRPr sz="2400">
          <a:solidFill>
            <a:schemeClr val="tx1"/>
          </a:solidFill>
          <a:effectLst>
            <a:outerShdw blurRad="38100" dist="38100" dir="2700000" algn="tl">
              <a:srgbClr val="000000"/>
            </a:outerShdw>
          </a:effectLst>
          <a:latin typeface="+mn-lt"/>
          <a:ea typeface="+mn-ea"/>
        </a:defRPr>
      </a:lvl3pPr>
      <a:lvl4pPr marL="1600200" indent="-228600" algn="l" rtl="0" eaLnBrk="0" fontAlgn="base" hangingPunct="0">
        <a:spcBef>
          <a:spcPct val="20000"/>
        </a:spcBef>
        <a:spcAft>
          <a:spcPct val="0"/>
        </a:spcAft>
        <a:buClr>
          <a:schemeClr val="tx2"/>
        </a:buClr>
        <a:buChar char="•"/>
        <a:defRPr sz="2000">
          <a:solidFill>
            <a:schemeClr val="tx1"/>
          </a:solidFill>
          <a:effectLst>
            <a:outerShdw blurRad="38100" dist="38100" dir="2700000" algn="tl">
              <a:srgbClr val="000000"/>
            </a:outerShdw>
          </a:effectLst>
          <a:latin typeface="+mn-lt"/>
          <a:ea typeface="+mn-ea"/>
        </a:defRPr>
      </a:lvl4pPr>
      <a:lvl5pPr marL="20574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effectLst>
            <a:outerShdw blurRad="38100" dist="38100" dir="2700000" algn="tl">
              <a:srgbClr val="000000"/>
            </a:outerShdw>
          </a:effectLst>
          <a:latin typeface="+mn-lt"/>
          <a:ea typeface="+mn-ea"/>
        </a:defRPr>
      </a:lvl5pPr>
      <a:lvl6pPr marL="2514600" indent="-228600" algn="l" rtl="0" fontAlgn="base">
        <a:spcBef>
          <a:spcPct val="20000"/>
        </a:spcBef>
        <a:spcAft>
          <a:spcPct val="0"/>
        </a:spcAft>
        <a:buClr>
          <a:schemeClr val="folHlink"/>
        </a:buClr>
        <a:buSzPct val="60000"/>
        <a:buFont typeface="Wingdings" panose="05000000000000000000" pitchFamily="2" charset="2"/>
        <a:buChar char="n"/>
        <a:defRPr sz="2000">
          <a:solidFill>
            <a:schemeClr val="tx1"/>
          </a:solidFill>
          <a:effectLst>
            <a:outerShdw blurRad="38100" dist="38100" dir="2700000" algn="tl">
              <a:srgbClr val="000000"/>
            </a:outerShdw>
          </a:effectLst>
          <a:latin typeface="+mn-lt"/>
          <a:ea typeface="+mn-ea"/>
        </a:defRPr>
      </a:lvl6pPr>
      <a:lvl7pPr marL="2971800" indent="-228600" algn="l" rtl="0" fontAlgn="base">
        <a:spcBef>
          <a:spcPct val="20000"/>
        </a:spcBef>
        <a:spcAft>
          <a:spcPct val="0"/>
        </a:spcAft>
        <a:buClr>
          <a:schemeClr val="folHlink"/>
        </a:buClr>
        <a:buSzPct val="60000"/>
        <a:buFont typeface="Wingdings" panose="05000000000000000000" pitchFamily="2" charset="2"/>
        <a:buChar char="n"/>
        <a:defRPr sz="2000">
          <a:solidFill>
            <a:schemeClr val="tx1"/>
          </a:solidFill>
          <a:effectLst>
            <a:outerShdw blurRad="38100" dist="38100" dir="2700000" algn="tl">
              <a:srgbClr val="000000"/>
            </a:outerShdw>
          </a:effectLst>
          <a:latin typeface="+mn-lt"/>
          <a:ea typeface="+mn-ea"/>
        </a:defRPr>
      </a:lvl7pPr>
      <a:lvl8pPr marL="3429000" indent="-228600" algn="l" rtl="0" fontAlgn="base">
        <a:spcBef>
          <a:spcPct val="20000"/>
        </a:spcBef>
        <a:spcAft>
          <a:spcPct val="0"/>
        </a:spcAft>
        <a:buClr>
          <a:schemeClr val="folHlink"/>
        </a:buClr>
        <a:buSzPct val="60000"/>
        <a:buFont typeface="Wingdings" panose="05000000000000000000" pitchFamily="2" charset="2"/>
        <a:buChar char="n"/>
        <a:defRPr sz="2000">
          <a:solidFill>
            <a:schemeClr val="tx1"/>
          </a:solidFill>
          <a:effectLst>
            <a:outerShdw blurRad="38100" dist="38100" dir="2700000" algn="tl">
              <a:srgbClr val="000000"/>
            </a:outerShdw>
          </a:effectLst>
          <a:latin typeface="+mn-lt"/>
          <a:ea typeface="+mn-ea"/>
        </a:defRPr>
      </a:lvl8pPr>
      <a:lvl9pPr marL="3886200" indent="-228600" algn="l" rtl="0" fontAlgn="base">
        <a:spcBef>
          <a:spcPct val="20000"/>
        </a:spcBef>
        <a:spcAft>
          <a:spcPct val="0"/>
        </a:spcAft>
        <a:buClr>
          <a:schemeClr val="folHlink"/>
        </a:buClr>
        <a:buSzPct val="60000"/>
        <a:buFont typeface="Wingdings" panose="05000000000000000000" pitchFamily="2" charset="2"/>
        <a:buChar char="n"/>
        <a:defRPr sz="2000">
          <a:solidFill>
            <a:schemeClr val="tx1"/>
          </a:solidFill>
          <a:effectLst>
            <a:outerShdw blurRad="38100" dist="38100" dir="2700000" algn="tl">
              <a:srgbClr val="000000"/>
            </a:outerShdw>
          </a:effectLst>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4" Type="http://schemas.openxmlformats.org/officeDocument/2006/relationships/vmlDrawing" Target="../drawings/vmlDrawing1.vml"/><Relationship Id="rId3" Type="http://schemas.openxmlformats.org/officeDocument/2006/relationships/slideLayout" Target="../slideLayouts/slideLayout7.xml"/><Relationship Id="rId2" Type="http://schemas.openxmlformats.org/officeDocument/2006/relationships/image" Target="../media/image2.wmf"/><Relationship Id="rId1" Type="http://schemas.openxmlformats.org/officeDocument/2006/relationships/oleObject" Target="../embeddings/oleObject1.bin"/></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6.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6.xml.rels><?xml version="1.0" encoding="UTF-8" standalone="yes"?>
<Relationships xmlns="http://schemas.openxmlformats.org/package/2006/relationships"><Relationship Id="rId8" Type="http://schemas.openxmlformats.org/officeDocument/2006/relationships/vmlDrawing" Target="../drawings/vmlDrawing2.vml"/><Relationship Id="rId7" Type="http://schemas.openxmlformats.org/officeDocument/2006/relationships/slideLayout" Target="../slideLayouts/slideLayout2.xml"/><Relationship Id="rId6" Type="http://schemas.openxmlformats.org/officeDocument/2006/relationships/oleObject" Target="../embeddings/oleObject5.bin"/><Relationship Id="rId5" Type="http://schemas.openxmlformats.org/officeDocument/2006/relationships/oleObject" Target="../embeddings/oleObject4.bin"/><Relationship Id="rId4" Type="http://schemas.openxmlformats.org/officeDocument/2006/relationships/image" Target="../media/image8.wmf"/><Relationship Id="rId3" Type="http://schemas.openxmlformats.org/officeDocument/2006/relationships/oleObject" Target="../embeddings/oleObject3.bin"/><Relationship Id="rId2" Type="http://schemas.openxmlformats.org/officeDocument/2006/relationships/image" Target="../media/image7.wmf"/><Relationship Id="rId1" Type="http://schemas.openxmlformats.org/officeDocument/2006/relationships/oleObject" Target="../embeddings/oleObject2.bin"/></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1026"/>
          <p:cNvSpPr>
            <a:spLocks noGrp="1" noChangeArrowheads="1"/>
          </p:cNvSpPr>
          <p:nvPr>
            <p:ph type="ctrTitle"/>
          </p:nvPr>
        </p:nvSpPr>
        <p:spPr/>
        <p:txBody>
          <a:bodyPr/>
          <a:lstStyle/>
          <a:p>
            <a:pPr eaLnBrk="1" hangingPunct="1">
              <a:defRPr/>
            </a:pPr>
            <a:r>
              <a:rPr lang="zh-CN" altLang="en-US" sz="4800" dirty="0" smtClean="0"/>
              <a:t>三、程序的流程控制</a:t>
            </a:r>
            <a:br>
              <a:rPr lang="zh-CN" altLang="en-US" sz="4800" dirty="0" smtClean="0"/>
            </a:br>
            <a:r>
              <a:rPr lang="zh-CN" altLang="en-US" sz="4800" dirty="0" smtClean="0"/>
              <a:t>              </a:t>
            </a:r>
            <a:r>
              <a:rPr lang="en-US" altLang="zh-CN" sz="4800" dirty="0" smtClean="0"/>
              <a:t>—— </a:t>
            </a:r>
            <a:r>
              <a:rPr lang="zh-CN" altLang="en-US" sz="4800" dirty="0" smtClean="0"/>
              <a:t>语句</a:t>
            </a:r>
            <a:endParaRPr lang="zh-CN" altLang="en-US" sz="4800" dirty="0" smtClean="0"/>
          </a:p>
        </p:txBody>
      </p:sp>
      <p:sp>
        <p:nvSpPr>
          <p:cNvPr id="52227" name="Rectangle 1027"/>
          <p:cNvSpPr>
            <a:spLocks noGrp="1" noChangeArrowheads="1"/>
          </p:cNvSpPr>
          <p:nvPr>
            <p:ph type="subTitle" idx="1"/>
          </p:nvPr>
        </p:nvSpPr>
        <p:spPr/>
        <p:txBody>
          <a:bodyPr/>
          <a:lstStyle/>
          <a:p>
            <a:pPr eaLnBrk="1" hangingPunct="1">
              <a:defRPr/>
            </a:pPr>
            <a:endParaRPr lang="zh-CN" altLang="zh-CN" smtClean="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85800" y="381000"/>
            <a:ext cx="7772400" cy="1143000"/>
          </a:xfrm>
        </p:spPr>
        <p:txBody>
          <a:bodyPr/>
          <a:lstStyle/>
          <a:p>
            <a:pPr eaLnBrk="1" hangingPunct="1">
              <a:defRPr/>
            </a:pPr>
            <a:r>
              <a:rPr lang="zh-CN" altLang="en-US" smtClean="0"/>
              <a:t>主要内容</a:t>
            </a:r>
            <a:endParaRPr lang="zh-CN" altLang="en-US" dirty="0" smtClean="0"/>
          </a:p>
        </p:txBody>
      </p:sp>
      <p:sp>
        <p:nvSpPr>
          <p:cNvPr id="4099" name="Rectangle 3"/>
          <p:cNvSpPr>
            <a:spLocks noGrp="1" noChangeArrowheads="1"/>
          </p:cNvSpPr>
          <p:nvPr>
            <p:ph type="body" idx="1"/>
          </p:nvPr>
        </p:nvSpPr>
        <p:spPr>
          <a:xfrm>
            <a:off x="685800" y="1600200"/>
            <a:ext cx="7772400" cy="4114800"/>
          </a:xfrm>
        </p:spPr>
        <p:txBody>
          <a:bodyPr/>
          <a:lstStyle/>
          <a:p>
            <a:pPr eaLnBrk="1" hangingPunct="1">
              <a:defRPr/>
            </a:pPr>
            <a:r>
              <a:rPr lang="zh-CN" altLang="en-US" dirty="0" smtClean="0"/>
              <a:t>流程控制概述</a:t>
            </a:r>
            <a:endParaRPr lang="zh-CN" altLang="en-US" dirty="0" smtClean="0"/>
          </a:p>
          <a:p>
            <a:pPr eaLnBrk="1" hangingPunct="1">
              <a:defRPr/>
            </a:pPr>
            <a:r>
              <a:rPr lang="zh-CN" altLang="en-US" dirty="0" smtClean="0"/>
              <a:t>顺序执行</a:t>
            </a:r>
            <a:endParaRPr lang="zh-CN" altLang="en-US" dirty="0" smtClean="0"/>
          </a:p>
          <a:p>
            <a:pPr eaLnBrk="1" hangingPunct="1">
              <a:defRPr/>
            </a:pPr>
            <a:r>
              <a:rPr lang="zh-CN" altLang="en-US" dirty="0" smtClean="0"/>
              <a:t>选择执行</a:t>
            </a:r>
            <a:endParaRPr lang="zh-CN" altLang="en-US" dirty="0" smtClean="0"/>
          </a:p>
          <a:p>
            <a:pPr eaLnBrk="1" hangingPunct="1">
              <a:defRPr/>
            </a:pPr>
            <a:r>
              <a:rPr lang="zh-CN" altLang="en-US" dirty="0" smtClean="0"/>
              <a:t>循环执行</a:t>
            </a:r>
            <a:endParaRPr lang="zh-CN" altLang="en-US" dirty="0" smtClean="0"/>
          </a:p>
          <a:p>
            <a:pPr eaLnBrk="1" hangingPunct="1">
              <a:defRPr/>
            </a:pPr>
            <a:r>
              <a:rPr lang="zh-CN" altLang="en-US" dirty="0" smtClean="0"/>
              <a:t>无条件转移</a:t>
            </a:r>
            <a:endParaRPr lang="zh-CN" altLang="en-US" dirty="0" smtClean="0"/>
          </a:p>
          <a:p>
            <a:pPr eaLnBrk="1" hangingPunct="1">
              <a:defRPr/>
            </a:pPr>
            <a:r>
              <a:rPr lang="zh-CN" altLang="en-US" smtClean="0"/>
              <a:t>程序设计风格与结构化程序设计</a:t>
            </a:r>
            <a:endParaRPr lang="zh-CN" altLang="en-US" dirty="0" smtClean="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2"/>
          <p:cNvSpPr>
            <a:spLocks noGrp="1" noChangeArrowheads="1"/>
          </p:cNvSpPr>
          <p:nvPr>
            <p:ph type="title"/>
          </p:nvPr>
        </p:nvSpPr>
        <p:spPr>
          <a:xfrm>
            <a:off x="457200" y="115888"/>
            <a:ext cx="8229600" cy="1139825"/>
          </a:xfrm>
        </p:spPr>
        <p:txBody>
          <a:bodyPr/>
          <a:lstStyle/>
          <a:p>
            <a:pPr eaLnBrk="1" hangingPunct="1">
              <a:defRPr/>
            </a:pPr>
            <a:r>
              <a:rPr lang="zh-CN" altLang="en-US" dirty="0" smtClean="0"/>
              <a:t>流程控制概述</a:t>
            </a:r>
            <a:endParaRPr lang="zh-CN" altLang="en-US" dirty="0" smtClean="0"/>
          </a:p>
        </p:txBody>
      </p:sp>
      <p:sp>
        <p:nvSpPr>
          <p:cNvPr id="90115" name="Rectangle 3"/>
          <p:cNvSpPr>
            <a:spLocks noGrp="1" noChangeArrowheads="1"/>
          </p:cNvSpPr>
          <p:nvPr>
            <p:ph type="body" idx="1"/>
          </p:nvPr>
        </p:nvSpPr>
        <p:spPr>
          <a:xfrm>
            <a:off x="457200" y="1412776"/>
            <a:ext cx="8229600" cy="5256584"/>
          </a:xfrm>
        </p:spPr>
        <p:txBody>
          <a:bodyPr>
            <a:normAutofit/>
          </a:bodyPr>
          <a:lstStyle/>
          <a:p>
            <a:pPr marL="0" indent="0" eaLnBrk="1" hangingPunct="1">
              <a:lnSpc>
                <a:spcPct val="120000"/>
              </a:lnSpc>
              <a:buNone/>
              <a:defRPr/>
            </a:pPr>
            <a:r>
              <a:rPr lang="en-US" altLang="zh-CN" b="1" dirty="0" smtClean="0"/>
              <a:t>	</a:t>
            </a:r>
            <a:r>
              <a:rPr lang="zh-CN" altLang="en-US" sz="4000" dirty="0" smtClean="0"/>
              <a:t>程序 </a:t>
            </a:r>
            <a:r>
              <a:rPr lang="en-US" altLang="zh-CN" sz="4000" dirty="0"/>
              <a:t>= </a:t>
            </a:r>
            <a:r>
              <a:rPr lang="zh-CN" altLang="en-US" sz="4000" dirty="0">
                <a:solidFill>
                  <a:srgbClr val="FFC000"/>
                </a:solidFill>
              </a:rPr>
              <a:t>算法</a:t>
            </a:r>
            <a:r>
              <a:rPr lang="zh-CN" altLang="en-US" sz="4000" dirty="0"/>
              <a:t> </a:t>
            </a:r>
            <a:r>
              <a:rPr lang="en-US" altLang="zh-CN" sz="4000" dirty="0"/>
              <a:t>+ </a:t>
            </a:r>
            <a:r>
              <a:rPr lang="zh-CN" altLang="en-US" sz="4000" dirty="0"/>
              <a:t>数据结构</a:t>
            </a:r>
            <a:endParaRPr lang="en-US" altLang="zh-CN" sz="4000" dirty="0" smtClean="0"/>
          </a:p>
          <a:p>
            <a:pPr eaLnBrk="1" hangingPunct="1">
              <a:lnSpc>
                <a:spcPct val="120000"/>
              </a:lnSpc>
              <a:defRPr/>
            </a:pPr>
            <a:r>
              <a:rPr lang="zh-CN" altLang="en-US" dirty="0" smtClean="0"/>
              <a:t>用计算机来解决实际问题</a:t>
            </a:r>
            <a:endParaRPr lang="en-US" altLang="zh-CN" dirty="0" smtClean="0"/>
          </a:p>
          <a:p>
            <a:pPr lvl="1" eaLnBrk="1" hangingPunct="1">
              <a:lnSpc>
                <a:spcPct val="120000"/>
              </a:lnSpc>
              <a:defRPr/>
            </a:pPr>
            <a:r>
              <a:rPr lang="zh-CN" altLang="en-US" dirty="0" smtClean="0"/>
              <a:t>除了要把反映问题本质的数据描述出来之外，</a:t>
            </a:r>
            <a:endParaRPr lang="en-US" altLang="zh-CN" dirty="0" smtClean="0"/>
          </a:p>
          <a:p>
            <a:pPr lvl="1" eaLnBrk="1" hangingPunct="1">
              <a:lnSpc>
                <a:spcPct val="120000"/>
              </a:lnSpc>
              <a:defRPr/>
            </a:pPr>
            <a:r>
              <a:rPr lang="zh-CN" altLang="en-US" dirty="0" smtClean="0"/>
              <a:t>还要对这些数据的加工处理过程</a:t>
            </a:r>
            <a:r>
              <a:rPr lang="zh-CN" altLang="en-US" dirty="0"/>
              <a:t>（算法）</a:t>
            </a:r>
            <a:r>
              <a:rPr lang="zh-CN" altLang="en-US" dirty="0" smtClean="0"/>
              <a:t>进行描述。</a:t>
            </a:r>
            <a:endParaRPr lang="en-US" altLang="zh-CN" dirty="0" smtClean="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normAutofit fontScale="92500"/>
          </a:bodyPr>
          <a:lstStyle/>
          <a:p>
            <a:pPr eaLnBrk="1" hangingPunct="1">
              <a:lnSpc>
                <a:spcPct val="120000"/>
              </a:lnSpc>
              <a:defRPr/>
            </a:pPr>
            <a:r>
              <a:rPr lang="zh-CN" altLang="en-US" dirty="0"/>
              <a:t>表达式构成了数据处理的基本单位。当程序中有多个表达式需要计算时，就会面临： </a:t>
            </a:r>
            <a:endParaRPr lang="zh-CN" altLang="en-US" dirty="0"/>
          </a:p>
          <a:p>
            <a:pPr lvl="1" eaLnBrk="1" hangingPunct="1">
              <a:lnSpc>
                <a:spcPct val="120000"/>
              </a:lnSpc>
              <a:defRPr/>
            </a:pPr>
            <a:r>
              <a:rPr lang="zh-CN" altLang="en-US" dirty="0"/>
              <a:t>有的表达式要先计算，有的要后计算（有先后次序）</a:t>
            </a:r>
            <a:endParaRPr lang="zh-CN" altLang="en-US" dirty="0"/>
          </a:p>
          <a:p>
            <a:pPr lvl="1" eaLnBrk="1" hangingPunct="1">
              <a:lnSpc>
                <a:spcPct val="120000"/>
              </a:lnSpc>
              <a:defRPr/>
            </a:pPr>
            <a:r>
              <a:rPr lang="zh-CN" altLang="en-US" dirty="0"/>
              <a:t>根据不同的情况计算不同的表达式</a:t>
            </a:r>
            <a:endParaRPr lang="zh-CN" altLang="en-US" dirty="0"/>
          </a:p>
          <a:p>
            <a:pPr lvl="1" eaLnBrk="1" hangingPunct="1">
              <a:lnSpc>
                <a:spcPct val="120000"/>
              </a:lnSpc>
              <a:defRPr/>
            </a:pPr>
            <a:r>
              <a:rPr lang="zh-CN" altLang="en-US" dirty="0"/>
              <a:t>一个或几个表达式需要重复计算多次（每次用到的数据有所不同）</a:t>
            </a:r>
            <a:endParaRPr lang="en-US" altLang="zh-CN" dirty="0"/>
          </a:p>
          <a:p>
            <a:pPr eaLnBrk="1" hangingPunct="1">
              <a:lnSpc>
                <a:spcPct val="120000"/>
              </a:lnSpc>
              <a:defRPr/>
            </a:pPr>
            <a:r>
              <a:rPr lang="zh-CN" altLang="en-US" dirty="0"/>
              <a:t>上述情况属于程序的</a:t>
            </a:r>
            <a:r>
              <a:rPr lang="zh-CN" altLang="en-US" dirty="0">
                <a:solidFill>
                  <a:srgbClr val="FFC000"/>
                </a:solidFill>
              </a:rPr>
              <a:t>流程控制</a:t>
            </a:r>
            <a:r>
              <a:rPr lang="zh-CN" altLang="en-US" dirty="0"/>
              <a:t>，对程序流程的描述称作为</a:t>
            </a:r>
            <a:r>
              <a:rPr lang="zh-CN" altLang="en-US" dirty="0">
                <a:solidFill>
                  <a:srgbClr val="FFC000"/>
                </a:solidFill>
              </a:rPr>
              <a:t>算法</a:t>
            </a:r>
            <a:r>
              <a:rPr lang="zh-CN" altLang="en-US" dirty="0"/>
              <a:t>。</a:t>
            </a:r>
            <a:endParaRPr lang="zh-CN" altLang="en-US" dirty="0"/>
          </a:p>
          <a:p>
            <a:endParaRPr lang="zh-CN" alt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程序流程图</a:t>
            </a:r>
            <a:endParaRPr lang="zh-CN" altLang="en-US" dirty="0"/>
          </a:p>
        </p:txBody>
      </p:sp>
      <p:sp>
        <p:nvSpPr>
          <p:cNvPr id="3" name="内容占位符 2"/>
          <p:cNvSpPr>
            <a:spLocks noGrp="1"/>
          </p:cNvSpPr>
          <p:nvPr>
            <p:ph idx="1"/>
          </p:nvPr>
        </p:nvSpPr>
        <p:spPr/>
        <p:txBody>
          <a:bodyPr/>
          <a:lstStyle/>
          <a:p>
            <a:pPr eaLnBrk="1" hangingPunct="1"/>
            <a:r>
              <a:rPr lang="zh-CN" altLang="en-US" dirty="0"/>
              <a:t>在设计大型、复杂程序的流程控制时，为了便于设计和理解，</a:t>
            </a:r>
            <a:r>
              <a:rPr lang="zh-CN" altLang="en-US" dirty="0" smtClean="0"/>
              <a:t>往往</a:t>
            </a:r>
            <a:endParaRPr lang="en-US" altLang="zh-CN" dirty="0" smtClean="0"/>
          </a:p>
          <a:p>
            <a:pPr lvl="1" eaLnBrk="1" hangingPunct="1"/>
            <a:r>
              <a:rPr lang="zh-CN" altLang="en-US" dirty="0" smtClean="0"/>
              <a:t>在</a:t>
            </a:r>
            <a:r>
              <a:rPr lang="zh-CN" altLang="en-US" dirty="0"/>
              <a:t>编制程序前先用</a:t>
            </a:r>
            <a:r>
              <a:rPr lang="zh-CN" altLang="en-US" dirty="0" smtClean="0"/>
              <a:t>某种不</a:t>
            </a:r>
            <a:r>
              <a:rPr lang="zh-CN" altLang="en-US" dirty="0"/>
              <a:t>依赖于具体程序设计语言</a:t>
            </a:r>
            <a:r>
              <a:rPr lang="zh-CN" altLang="en-US" dirty="0" smtClean="0"/>
              <a:t>的抽象形式来对</a:t>
            </a:r>
            <a:r>
              <a:rPr lang="zh-CN" altLang="en-US" dirty="0"/>
              <a:t>程序的流程进行</a:t>
            </a:r>
            <a:r>
              <a:rPr lang="zh-CN" altLang="en-US" dirty="0" smtClean="0"/>
              <a:t>描述；</a:t>
            </a:r>
            <a:endParaRPr lang="en-US" altLang="zh-CN" dirty="0" smtClean="0"/>
          </a:p>
          <a:p>
            <a:pPr lvl="1" eaLnBrk="1" hangingPunct="1"/>
            <a:r>
              <a:rPr lang="zh-CN" altLang="en-US" dirty="0" smtClean="0"/>
              <a:t>然后</a:t>
            </a:r>
            <a:r>
              <a:rPr lang="zh-CN" altLang="en-US" dirty="0"/>
              <a:t>再用某种</a:t>
            </a:r>
            <a:r>
              <a:rPr lang="zh-CN" altLang="en-US" dirty="0" smtClean="0"/>
              <a:t>编程语言来写出相应的程序代码。</a:t>
            </a:r>
            <a:endParaRPr lang="en-US" altLang="zh-CN" dirty="0" smtClean="0"/>
          </a:p>
          <a:p>
            <a:pPr eaLnBrk="1" hangingPunct="1"/>
            <a:r>
              <a:rPr lang="zh-CN" altLang="en-US" dirty="0" smtClean="0"/>
              <a:t>其中</a:t>
            </a:r>
            <a:r>
              <a:rPr lang="zh-CN" altLang="en-US" dirty="0"/>
              <a:t>，</a:t>
            </a:r>
            <a:r>
              <a:rPr lang="zh-CN" altLang="en-US" dirty="0">
                <a:solidFill>
                  <a:srgbClr val="FFC000"/>
                </a:solidFill>
              </a:rPr>
              <a:t>程序</a:t>
            </a:r>
            <a:r>
              <a:rPr lang="zh-CN" altLang="en-US" dirty="0" smtClean="0">
                <a:solidFill>
                  <a:srgbClr val="FFC000"/>
                </a:solidFill>
              </a:rPr>
              <a:t>流程图</a:t>
            </a:r>
            <a:r>
              <a:rPr lang="zh-CN" altLang="en-US" dirty="0" smtClean="0"/>
              <a:t>就是一种描述程序流程的抽象形式。</a:t>
            </a:r>
            <a:endParaRPr lang="zh-CN" altLang="en-US"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277813"/>
            <a:ext cx="8229600" cy="990947"/>
          </a:xfrm>
        </p:spPr>
        <p:txBody>
          <a:bodyPr>
            <a:normAutofit fontScale="90000"/>
          </a:bodyPr>
          <a:lstStyle/>
          <a:p>
            <a:r>
              <a:rPr lang="zh-CN" altLang="en-US" dirty="0"/>
              <a:t>判断</a:t>
            </a:r>
            <a:r>
              <a:rPr lang="en-US" altLang="zh-CN" dirty="0" smtClean="0"/>
              <a:t>N</a:t>
            </a:r>
            <a:r>
              <a:rPr lang="zh-CN" altLang="en-US" dirty="0" smtClean="0"/>
              <a:t>（</a:t>
            </a:r>
            <a:r>
              <a:rPr lang="en-US" altLang="zh-CN" dirty="0" smtClean="0"/>
              <a:t>&gt;2</a:t>
            </a:r>
            <a:r>
              <a:rPr lang="zh-CN" altLang="en-US" dirty="0" smtClean="0"/>
              <a:t>）是否</a:t>
            </a:r>
            <a:r>
              <a:rPr lang="zh-CN" altLang="en-US" dirty="0"/>
              <a:t>为素数（质数）</a:t>
            </a:r>
            <a:r>
              <a:rPr lang="zh-CN" altLang="en-US" dirty="0" smtClean="0"/>
              <a:t>的程序</a:t>
            </a:r>
            <a:r>
              <a:rPr lang="zh-CN" altLang="en-US" dirty="0"/>
              <a:t>流程图</a:t>
            </a:r>
            <a:endParaRPr lang="zh-CN" altLang="en-US" dirty="0"/>
          </a:p>
        </p:txBody>
      </p:sp>
      <p:pic>
        <p:nvPicPr>
          <p:cNvPr id="4710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441029" y="1689695"/>
            <a:ext cx="4867275" cy="46196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r>
              <a:rPr lang="zh-CN" altLang="en-US" dirty="0" smtClean="0"/>
              <a:t>本课程是程序设计基础，所</a:t>
            </a:r>
            <a:r>
              <a:rPr lang="zh-CN" altLang="en-US" dirty="0"/>
              <a:t>涉及的问题都不是很</a:t>
            </a:r>
            <a:r>
              <a:rPr lang="zh-CN" altLang="en-US" dirty="0" smtClean="0"/>
              <a:t>复杂。</a:t>
            </a:r>
            <a:endParaRPr lang="en-US" altLang="zh-CN" dirty="0" smtClean="0"/>
          </a:p>
          <a:p>
            <a:r>
              <a:rPr lang="zh-CN" altLang="en-US" dirty="0" smtClean="0"/>
              <a:t>在进行程序流程设计时没有采用流程图，而是在对问题进行分析和给出基本解决思路的基础上，直接写出带有详细注释的程序代码。</a:t>
            </a:r>
            <a:endParaRPr lang="zh-CN" altLang="en-US"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5" name="Rectangle 3"/>
          <p:cNvSpPr>
            <a:spLocks noGrp="1" noChangeArrowheads="1"/>
          </p:cNvSpPr>
          <p:nvPr>
            <p:ph type="body" idx="1"/>
          </p:nvPr>
        </p:nvSpPr>
        <p:spPr>
          <a:xfrm>
            <a:off x="457200" y="1556792"/>
            <a:ext cx="8229600" cy="5112296"/>
          </a:xfrm>
        </p:spPr>
        <p:txBody>
          <a:bodyPr>
            <a:normAutofit lnSpcReduction="10000"/>
          </a:bodyPr>
          <a:lstStyle/>
          <a:p>
            <a:pPr eaLnBrk="1" hangingPunct="1">
              <a:defRPr/>
            </a:pPr>
            <a:r>
              <a:rPr lang="zh-CN" altLang="en-US" dirty="0" smtClean="0"/>
              <a:t>在</a:t>
            </a:r>
            <a:r>
              <a:rPr lang="zh-CN" altLang="en-US" dirty="0"/>
              <a:t>程序中</a:t>
            </a:r>
            <a:r>
              <a:rPr lang="zh-CN" altLang="en-US" dirty="0" smtClean="0"/>
              <a:t>，流程</a:t>
            </a:r>
            <a:r>
              <a:rPr lang="zh-CN" altLang="en-US" dirty="0"/>
              <a:t>控制是用</a:t>
            </a:r>
            <a:r>
              <a:rPr lang="zh-CN" altLang="en-US" dirty="0" smtClean="0">
                <a:solidFill>
                  <a:srgbClr val="FFC000"/>
                </a:solidFill>
              </a:rPr>
              <a:t>语句</a:t>
            </a:r>
            <a:r>
              <a:rPr lang="zh-CN" altLang="en-US" dirty="0" smtClean="0"/>
              <a:t>来</a:t>
            </a:r>
            <a:r>
              <a:rPr lang="zh-CN" altLang="en-US" dirty="0"/>
              <a:t>实现的，它指定了表达式的计算次序</a:t>
            </a:r>
            <a:r>
              <a:rPr lang="zh-CN" altLang="en-US" dirty="0" smtClean="0"/>
              <a:t>。</a:t>
            </a:r>
            <a:endParaRPr lang="en-US" altLang="zh-CN" dirty="0" smtClean="0"/>
          </a:p>
          <a:p>
            <a:pPr eaLnBrk="1" hangingPunct="1">
              <a:defRPr/>
            </a:pPr>
            <a:r>
              <a:rPr lang="zh-CN" altLang="en-US" dirty="0" smtClean="0"/>
              <a:t>流程控制语句</a:t>
            </a:r>
            <a:r>
              <a:rPr lang="zh-CN" altLang="en-US" dirty="0"/>
              <a:t>包括</a:t>
            </a:r>
            <a:r>
              <a:rPr lang="zh-CN" altLang="en-US" dirty="0" smtClean="0"/>
              <a:t>：</a:t>
            </a:r>
            <a:endParaRPr lang="zh-CN" altLang="en-US" dirty="0" smtClean="0"/>
          </a:p>
          <a:p>
            <a:pPr lvl="1" eaLnBrk="1" hangingPunct="1">
              <a:defRPr/>
            </a:pPr>
            <a:r>
              <a:rPr lang="zh-CN" altLang="en-US" dirty="0" smtClean="0"/>
              <a:t>顺序执行</a:t>
            </a:r>
            <a:r>
              <a:rPr lang="zh-CN" altLang="en-US" dirty="0"/>
              <a:t>语句</a:t>
            </a:r>
            <a:r>
              <a:rPr lang="zh-CN" altLang="en-US" dirty="0" smtClean="0"/>
              <a:t>：按书写次序依次执行。</a:t>
            </a:r>
            <a:endParaRPr lang="zh-CN" altLang="en-US" dirty="0" smtClean="0"/>
          </a:p>
          <a:p>
            <a:pPr lvl="1" eaLnBrk="1" hangingPunct="1">
              <a:defRPr/>
            </a:pPr>
            <a:r>
              <a:rPr lang="zh-CN" altLang="en-US" dirty="0" smtClean="0"/>
              <a:t>选择执行语句：根据条件选择执行。</a:t>
            </a:r>
            <a:endParaRPr lang="zh-CN" altLang="en-US" dirty="0" smtClean="0"/>
          </a:p>
          <a:p>
            <a:pPr lvl="1" eaLnBrk="1" hangingPunct="1">
              <a:defRPr/>
            </a:pPr>
            <a:r>
              <a:rPr lang="zh-CN" altLang="en-US" dirty="0" smtClean="0"/>
              <a:t>循环执行语句：重复执行直到某个条件不满足。</a:t>
            </a:r>
            <a:endParaRPr lang="en-US" altLang="zh-CN" dirty="0" smtClean="0"/>
          </a:p>
          <a:p>
            <a:pPr lvl="1" eaLnBrk="1" hangingPunct="1">
              <a:defRPr/>
            </a:pPr>
            <a:r>
              <a:rPr lang="zh-CN" altLang="en-US" dirty="0" smtClean="0"/>
              <a:t>无条件转移语句：无条件转移到程序某个位置。</a:t>
            </a:r>
            <a:endParaRPr lang="en-US" altLang="zh-CN" dirty="0" smtClean="0"/>
          </a:p>
          <a:p>
            <a:pPr eaLnBrk="1" hangingPunct="1">
              <a:defRPr/>
            </a:pPr>
            <a:r>
              <a:rPr lang="zh-CN" altLang="en-US" dirty="0" smtClean="0"/>
              <a:t>从语法上，语句又可以分成：</a:t>
            </a:r>
            <a:endParaRPr lang="en-US" altLang="zh-CN" dirty="0" smtClean="0"/>
          </a:p>
          <a:p>
            <a:pPr lvl="1" eaLnBrk="1" hangingPunct="1">
              <a:defRPr/>
            </a:pPr>
            <a:r>
              <a:rPr lang="zh-CN" altLang="en-US" dirty="0" smtClean="0"/>
              <a:t>简单语句：语句中不包含其它语句。</a:t>
            </a:r>
            <a:endParaRPr lang="en-US" altLang="zh-CN" dirty="0" smtClean="0"/>
          </a:p>
          <a:p>
            <a:pPr lvl="1" eaLnBrk="1" hangingPunct="1">
              <a:defRPr/>
            </a:pPr>
            <a:r>
              <a:rPr lang="zh-CN" altLang="en-US" dirty="0" smtClean="0"/>
              <a:t>结构语句：语句中包含其它语句（子句）。</a:t>
            </a:r>
            <a:endParaRPr lang="en-US" altLang="zh-CN" dirty="0" smtClean="0"/>
          </a:p>
        </p:txBody>
      </p:sp>
      <p:sp>
        <p:nvSpPr>
          <p:cNvPr id="3" name="Rectangle 2"/>
          <p:cNvSpPr>
            <a:spLocks noGrp="1" noChangeArrowheads="1"/>
          </p:cNvSpPr>
          <p:nvPr>
            <p:ph type="title"/>
          </p:nvPr>
        </p:nvSpPr>
        <p:spPr>
          <a:xfrm>
            <a:off x="457200" y="115888"/>
            <a:ext cx="8229600" cy="1139825"/>
          </a:xfrm>
        </p:spPr>
        <p:txBody>
          <a:bodyPr/>
          <a:lstStyle/>
          <a:p>
            <a:pPr eaLnBrk="1" hangingPunct="1">
              <a:defRPr/>
            </a:pPr>
            <a:r>
              <a:rPr lang="zh-CN" altLang="en-US" dirty="0" smtClean="0"/>
              <a:t>语句</a:t>
            </a:r>
            <a:endParaRPr lang="zh-CN" altLang="en-US" dirty="0" smtClean="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idx="4294967295"/>
          </p:nvPr>
        </p:nvSpPr>
        <p:spPr>
          <a:xfrm>
            <a:off x="684213" y="0"/>
            <a:ext cx="7793037" cy="1143000"/>
          </a:xfrm>
        </p:spPr>
        <p:txBody>
          <a:bodyPr/>
          <a:lstStyle/>
          <a:p>
            <a:pPr eaLnBrk="1" hangingPunct="1">
              <a:defRPr/>
            </a:pPr>
            <a:r>
              <a:rPr lang="en-US" altLang="zh-CN" smtClean="0"/>
              <a:t>C++</a:t>
            </a:r>
            <a:r>
              <a:rPr lang="zh-CN" altLang="en-US" smtClean="0"/>
              <a:t>语句的分类</a:t>
            </a:r>
            <a:endParaRPr lang="zh-CN" altLang="en-US" smtClean="0"/>
          </a:p>
        </p:txBody>
      </p:sp>
      <p:sp>
        <p:nvSpPr>
          <p:cNvPr id="5123" name="Rectangle 3"/>
          <p:cNvSpPr>
            <a:spLocks noChangeArrowheads="1"/>
          </p:cNvSpPr>
          <p:nvPr/>
        </p:nvSpPr>
        <p:spPr bwMode="auto">
          <a:xfrm>
            <a:off x="3538538" y="21955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defRPr/>
            </a:pPr>
            <a:endParaRPr lang="zh-CN" altLang="en-US"/>
          </a:p>
        </p:txBody>
      </p:sp>
      <p:sp>
        <p:nvSpPr>
          <p:cNvPr id="88065" name="Rectangle 1"/>
          <p:cNvSpPr>
            <a:spLocks noChangeArrowheads="1"/>
          </p:cNvSpPr>
          <p:nvPr/>
        </p:nvSpPr>
        <p:spPr bwMode="auto">
          <a:xfrm>
            <a:off x="0" y="22907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defRPr/>
            </a:pPr>
            <a:endParaRPr lang="zh-CN" altLang="en-US"/>
          </a:p>
        </p:txBody>
      </p:sp>
      <p:graphicFrame>
        <p:nvGraphicFramePr>
          <p:cNvPr id="6149" name="Object 0"/>
          <p:cNvGraphicFramePr>
            <a:graphicFrameLocks noChangeAspect="1"/>
          </p:cNvGraphicFramePr>
          <p:nvPr/>
        </p:nvGraphicFramePr>
        <p:xfrm>
          <a:off x="2123728" y="1124744"/>
          <a:ext cx="4447951" cy="4989140"/>
        </p:xfrm>
        <a:graphic>
          <a:graphicData uri="http://schemas.openxmlformats.org/presentationml/2006/ole">
            <mc:AlternateContent xmlns:mc="http://schemas.openxmlformats.org/markup-compatibility/2006">
              <mc:Choice xmlns:v="urn:schemas-microsoft-com:vml" Requires="v">
                <p:oleObj spid="_x0000_s6339" name="公式" r:id="rId1" imgW="57912000" imgH="64922400" progId="Equation.3">
                  <p:embed/>
                </p:oleObj>
              </mc:Choice>
              <mc:Fallback>
                <p:oleObj name="公式" r:id="rId1" imgW="57912000" imgH="64922400" progId="Equation.3">
                  <p:embed/>
                  <p:pic>
                    <p:nvPicPr>
                      <p:cNvPr id="0" name="Object 0"/>
                      <p:cNvPicPr>
                        <a:picLocks noChangeAspect="1" noChangeArrowheads="1"/>
                      </p:cNvPicPr>
                      <p:nvPr/>
                    </p:nvPicPr>
                    <p:blipFill>
                      <a:blip r:embed="rId2">
                        <a:biLevel thresh="50000"/>
                        <a:grayscl/>
                      </a:blip>
                      <a:srcRect/>
                      <a:stretch>
                        <a:fillRect/>
                      </a:stretch>
                    </p:blipFill>
                    <p:spPr bwMode="auto">
                      <a:xfrm>
                        <a:off x="2123728" y="1124744"/>
                        <a:ext cx="4447951" cy="4989140"/>
                      </a:xfrm>
                      <a:prstGeom prst="rect">
                        <a:avLst/>
                      </a:prstGeom>
                      <a:solidFill>
                        <a:schemeClr val="tx1"/>
                      </a:solidFill>
                      <a:ln>
                        <a:noFill/>
                      </a:ln>
                    </p:spPr>
                  </p:pic>
                </p:oleObj>
              </mc:Fallback>
            </mc:AlternateContent>
          </a:graphicData>
        </a:graphic>
      </p:graphicFrame>
      <p:sp>
        <p:nvSpPr>
          <p:cNvPr id="3" name="TextBox 2"/>
          <p:cNvSpPr txBox="1"/>
          <p:nvPr/>
        </p:nvSpPr>
        <p:spPr>
          <a:xfrm>
            <a:off x="323528" y="6309320"/>
            <a:ext cx="8531503" cy="369332"/>
          </a:xfrm>
          <a:prstGeom prst="rect">
            <a:avLst/>
          </a:prstGeom>
          <a:noFill/>
        </p:spPr>
        <p:txBody>
          <a:bodyPr wrap="none" rtlCol="0">
            <a:spAutoFit/>
          </a:bodyPr>
          <a:lstStyle/>
          <a:p>
            <a:r>
              <a:rPr lang="zh-CN" altLang="en-US" sz="2000" dirty="0" smtClean="0"/>
              <a:t>其中，复合语句、选择语句、循环语句属于结构语句，其它是简单语句。</a:t>
            </a:r>
            <a:endParaRPr lang="zh-CN" altLang="en-US" sz="2000"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9682" name="Rectangle 2"/>
          <p:cNvSpPr>
            <a:spLocks noGrp="1" noChangeArrowheads="1"/>
          </p:cNvSpPr>
          <p:nvPr>
            <p:ph type="title"/>
          </p:nvPr>
        </p:nvSpPr>
        <p:spPr/>
        <p:txBody>
          <a:bodyPr/>
          <a:lstStyle/>
          <a:p>
            <a:pPr eaLnBrk="1" hangingPunct="1">
              <a:defRPr/>
            </a:pPr>
            <a:r>
              <a:rPr lang="zh-CN" altLang="en-US" dirty="0" smtClean="0"/>
              <a:t>顺序执行</a:t>
            </a:r>
            <a:endParaRPr lang="zh-CN" altLang="en-US" dirty="0" smtClean="0"/>
          </a:p>
        </p:txBody>
      </p:sp>
      <p:sp>
        <p:nvSpPr>
          <p:cNvPr id="199683" name="Rectangle 3"/>
          <p:cNvSpPr>
            <a:spLocks noGrp="1" noChangeArrowheads="1"/>
          </p:cNvSpPr>
          <p:nvPr>
            <p:ph type="body" idx="1"/>
          </p:nvPr>
        </p:nvSpPr>
        <p:spPr/>
        <p:txBody>
          <a:bodyPr/>
          <a:lstStyle/>
          <a:p>
            <a:pPr eaLnBrk="1" hangingPunct="1">
              <a:defRPr/>
            </a:pPr>
            <a:r>
              <a:rPr lang="zh-CN" altLang="en-US" dirty="0" smtClean="0"/>
              <a:t>一般来说，语句按书写次序顺序执行。</a:t>
            </a:r>
            <a:endParaRPr lang="en-US" altLang="zh-CN" dirty="0" smtClean="0"/>
          </a:p>
          <a:p>
            <a:pPr lvl="1" eaLnBrk="1" hangingPunct="1">
              <a:defRPr/>
            </a:pPr>
            <a:r>
              <a:rPr lang="zh-CN" altLang="en-US" dirty="0" smtClean="0"/>
              <a:t>从左到右、从上到下</a:t>
            </a:r>
            <a:endParaRPr lang="zh-CN" altLang="en-US" dirty="0" smtClean="0"/>
          </a:p>
          <a:p>
            <a:pPr eaLnBrk="1" hangingPunct="1">
              <a:defRPr/>
            </a:pPr>
            <a:r>
              <a:rPr lang="zh-CN" altLang="en-US" dirty="0" smtClean="0"/>
              <a:t>执行次序可被某些语句改变！</a:t>
            </a:r>
            <a:endParaRPr lang="en-US" altLang="zh-CN" dirty="0"/>
          </a:p>
          <a:p>
            <a:pPr eaLnBrk="1" hangingPunct="1">
              <a:defRPr/>
            </a:pPr>
            <a:r>
              <a:rPr lang="zh-CN" altLang="en-US" dirty="0" smtClean="0"/>
              <a:t>以下</a:t>
            </a:r>
            <a:r>
              <a:rPr lang="en-US" altLang="zh-CN" dirty="0" smtClean="0"/>
              <a:t>C++</a:t>
            </a:r>
            <a:r>
              <a:rPr lang="zh-CN" altLang="en-US" dirty="0" smtClean="0"/>
              <a:t>语句一般不改变执行次序： </a:t>
            </a:r>
            <a:endParaRPr lang="zh-CN" altLang="en-US" dirty="0" smtClean="0"/>
          </a:p>
          <a:p>
            <a:pPr lvl="1" eaLnBrk="1" hangingPunct="1">
              <a:defRPr/>
            </a:pPr>
            <a:r>
              <a:rPr lang="zh-CN" altLang="en-US" dirty="0" smtClean="0"/>
              <a:t>表达式语句</a:t>
            </a:r>
            <a:endParaRPr lang="zh-CN" altLang="en-US" dirty="0" smtClean="0"/>
          </a:p>
          <a:p>
            <a:pPr lvl="1" eaLnBrk="1" hangingPunct="1">
              <a:defRPr/>
            </a:pPr>
            <a:r>
              <a:rPr lang="zh-CN" altLang="en-US" dirty="0" smtClean="0"/>
              <a:t>复合语句</a:t>
            </a:r>
            <a:endParaRPr lang="zh-CN" altLang="en-US" dirty="0" smtClean="0"/>
          </a:p>
          <a:p>
            <a:pPr lvl="1" eaLnBrk="1" hangingPunct="1">
              <a:defRPr/>
            </a:pPr>
            <a:r>
              <a:rPr lang="zh-CN" altLang="en-US" dirty="0" smtClean="0"/>
              <a:t>空语句</a:t>
            </a:r>
            <a:endParaRPr lang="zh-CN" altLang="en-US" dirty="0" smtClean="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a:lstStyle/>
          <a:p>
            <a:pPr eaLnBrk="1" hangingPunct="1">
              <a:defRPr/>
            </a:pPr>
            <a:r>
              <a:rPr lang="en-US" altLang="zh-CN" smtClean="0"/>
              <a:t> </a:t>
            </a:r>
            <a:r>
              <a:rPr lang="zh-CN" altLang="en-US" smtClean="0"/>
              <a:t>表达式语句</a:t>
            </a:r>
            <a:endParaRPr lang="zh-CN" altLang="en-US" smtClean="0"/>
          </a:p>
        </p:txBody>
      </p:sp>
      <p:sp>
        <p:nvSpPr>
          <p:cNvPr id="6147" name="Rectangle 3"/>
          <p:cNvSpPr>
            <a:spLocks noGrp="1" noChangeArrowheads="1"/>
          </p:cNvSpPr>
          <p:nvPr>
            <p:ph type="body" idx="1"/>
          </p:nvPr>
        </p:nvSpPr>
        <p:spPr>
          <a:xfrm>
            <a:off x="395288" y="1700213"/>
            <a:ext cx="8353425" cy="4752975"/>
          </a:xfrm>
        </p:spPr>
        <p:txBody>
          <a:bodyPr>
            <a:normAutofit/>
          </a:bodyPr>
          <a:lstStyle/>
          <a:p>
            <a:pPr algn="just" eaLnBrk="1" hangingPunct="1">
              <a:lnSpc>
                <a:spcPct val="90000"/>
              </a:lnSpc>
              <a:defRPr/>
            </a:pPr>
            <a:r>
              <a:rPr lang="zh-CN" altLang="en-US" sz="2800" dirty="0" smtClean="0"/>
              <a:t>在</a:t>
            </a:r>
            <a:r>
              <a:rPr lang="en-US" altLang="zh-CN" sz="2800" dirty="0" smtClean="0">
                <a:cs typeface="Times New Roman" panose="02020603050405020304" pitchFamily="18" charset="0"/>
              </a:rPr>
              <a:t>C++</a:t>
            </a:r>
            <a:r>
              <a:rPr lang="zh-CN" altLang="en-US" sz="2800" dirty="0" smtClean="0"/>
              <a:t>表达式的后面加上一个分号“</a:t>
            </a:r>
            <a:r>
              <a:rPr lang="en-US" altLang="zh-CN" sz="2800" dirty="0" smtClean="0"/>
              <a:t>;</a:t>
            </a:r>
            <a:r>
              <a:rPr lang="zh-CN" altLang="en-US" sz="2800" dirty="0" smtClean="0">
                <a:cs typeface="Times New Roman" panose="02020603050405020304" pitchFamily="18" charset="0"/>
              </a:rPr>
              <a:t>”</a:t>
            </a:r>
            <a:r>
              <a:rPr lang="zh-CN" altLang="en-US" sz="2800" dirty="0" smtClean="0"/>
              <a:t>就可以构成</a:t>
            </a:r>
            <a:r>
              <a:rPr lang="zh-CN" altLang="en-US" sz="2800" dirty="0" smtClean="0">
                <a:solidFill>
                  <a:srgbClr val="FFC000"/>
                </a:solidFill>
              </a:rPr>
              <a:t>表达式语句</a:t>
            </a:r>
            <a:r>
              <a:rPr lang="zh-CN" altLang="en-US" sz="2800" dirty="0" smtClean="0"/>
              <a:t>，其格式为：</a:t>
            </a:r>
            <a:endParaRPr lang="zh-CN" altLang="en-US" sz="2800" dirty="0" smtClean="0">
              <a:cs typeface="Times New Roman" panose="02020603050405020304" pitchFamily="18" charset="0"/>
            </a:endParaRPr>
          </a:p>
          <a:p>
            <a:pPr lvl="1" eaLnBrk="1" hangingPunct="1">
              <a:lnSpc>
                <a:spcPct val="120000"/>
              </a:lnSpc>
              <a:buFontTx/>
              <a:buNone/>
              <a:defRPr/>
            </a:pPr>
            <a:r>
              <a:rPr lang="en-US" altLang="zh-CN" sz="2400" b="1" dirty="0" smtClean="0">
                <a:latin typeface="Courier New" panose="02070309020205020404" pitchFamily="49" charset="0"/>
                <a:cs typeface="Courier New" panose="02070309020205020404" pitchFamily="49" charset="0"/>
              </a:rPr>
              <a:t>    </a:t>
            </a:r>
            <a:r>
              <a:rPr lang="en-US" altLang="zh-CN" sz="2400" dirty="0" smtClean="0">
                <a:latin typeface="Courier New" panose="02070309020205020404" pitchFamily="49" charset="0"/>
                <a:cs typeface="Courier New" panose="02070309020205020404" pitchFamily="49" charset="0"/>
              </a:rPr>
              <a:t>&lt;</a:t>
            </a:r>
            <a:r>
              <a:rPr lang="zh-CN" altLang="en-US" sz="2400" dirty="0" smtClean="0">
                <a:latin typeface="宋体" panose="02010600030101010101" pitchFamily="2" charset="-122"/>
              </a:rPr>
              <a:t>表达式</a:t>
            </a:r>
            <a:r>
              <a:rPr lang="en-US" altLang="zh-CN" sz="2400" dirty="0" smtClean="0">
                <a:latin typeface="Courier New" panose="02070309020205020404" pitchFamily="49" charset="0"/>
                <a:cs typeface="Courier New" panose="02070309020205020404" pitchFamily="49" charset="0"/>
              </a:rPr>
              <a:t>&gt;</a:t>
            </a:r>
            <a:r>
              <a:rPr lang="en-US" altLang="zh-CN" sz="2400" b="1" dirty="0" smtClean="0">
                <a:solidFill>
                  <a:srgbClr val="FFC000"/>
                </a:solidFill>
                <a:latin typeface="Courier New" panose="02070309020205020404" pitchFamily="49" charset="0"/>
                <a:cs typeface="Courier New" panose="02070309020205020404" pitchFamily="49" charset="0"/>
              </a:rPr>
              <a:t>;</a:t>
            </a:r>
            <a:endParaRPr lang="en-US" altLang="zh-CN" sz="2400" b="1" dirty="0" smtClean="0">
              <a:solidFill>
                <a:srgbClr val="FFC000"/>
              </a:solidFill>
              <a:latin typeface="Courier New" panose="02070309020205020404" pitchFamily="49" charset="0"/>
              <a:cs typeface="Courier New" panose="02070309020205020404" pitchFamily="49" charset="0"/>
            </a:endParaRPr>
          </a:p>
          <a:p>
            <a:pPr eaLnBrk="1" hangingPunct="1">
              <a:lnSpc>
                <a:spcPct val="90000"/>
              </a:lnSpc>
              <a:buFont typeface="Wingdings" panose="05000000000000000000" pitchFamily="2" charset="2"/>
              <a:buNone/>
              <a:defRPr/>
            </a:pPr>
            <a:r>
              <a:rPr lang="zh-CN" altLang="en-US" sz="2800" b="1" dirty="0" smtClean="0">
                <a:latin typeface="Courier New" panose="02070309020205020404" pitchFamily="49" charset="0"/>
              </a:rPr>
              <a:t>例如：</a:t>
            </a:r>
            <a:endParaRPr lang="zh-CN" altLang="en-US" sz="2800" b="1" dirty="0" smtClean="0">
              <a:latin typeface="Courier New" panose="02070309020205020404" pitchFamily="49" charset="0"/>
            </a:endParaRPr>
          </a:p>
          <a:p>
            <a:pPr lvl="1" eaLnBrk="1" hangingPunct="1">
              <a:lnSpc>
                <a:spcPct val="90000"/>
              </a:lnSpc>
              <a:defRPr/>
            </a:pPr>
            <a:r>
              <a:rPr lang="en-US" altLang="zh-CN" dirty="0" smtClean="0"/>
              <a:t>a + b * c;</a:t>
            </a:r>
            <a:endParaRPr lang="en-US" altLang="zh-CN" dirty="0" smtClean="0"/>
          </a:p>
          <a:p>
            <a:pPr lvl="1" eaLnBrk="1" hangingPunct="1">
              <a:lnSpc>
                <a:spcPct val="90000"/>
              </a:lnSpc>
              <a:defRPr/>
            </a:pPr>
            <a:r>
              <a:rPr lang="en-US" altLang="zh-CN" dirty="0" smtClean="0"/>
              <a:t>a &gt; b ? a: b;</a:t>
            </a:r>
            <a:endParaRPr lang="en-US" altLang="zh-CN" dirty="0" smtClean="0"/>
          </a:p>
          <a:p>
            <a:pPr lvl="1" eaLnBrk="1" hangingPunct="1">
              <a:lnSpc>
                <a:spcPct val="90000"/>
              </a:lnSpc>
              <a:defRPr/>
            </a:pPr>
            <a:r>
              <a:rPr lang="en-US" altLang="zh-CN" dirty="0" smtClean="0"/>
              <a:t>a++;</a:t>
            </a:r>
            <a:endParaRPr lang="en-US" altLang="zh-CN" dirty="0" smtClean="0"/>
          </a:p>
          <a:p>
            <a:pPr lvl="1" eaLnBrk="1" hangingPunct="1">
              <a:lnSpc>
                <a:spcPct val="90000"/>
              </a:lnSpc>
              <a:defRPr/>
            </a:pPr>
            <a:r>
              <a:rPr lang="en-US" altLang="zh-CN" dirty="0" smtClean="0"/>
              <a:t>x = a + b; </a:t>
            </a:r>
            <a:endParaRPr lang="en-US" altLang="zh-CN" dirty="0" smtClean="0"/>
          </a:p>
          <a:p>
            <a:pPr eaLnBrk="1" hangingPunct="1">
              <a:lnSpc>
                <a:spcPct val="90000"/>
              </a:lnSpc>
              <a:defRPr/>
            </a:pPr>
            <a:r>
              <a:rPr lang="zh-CN" altLang="en-US" sz="2800" dirty="0" smtClean="0"/>
              <a:t>一个表达式语句执行完后将执行紧接在后面的下一个语句。</a:t>
            </a:r>
            <a:endParaRPr lang="zh-CN" altLang="en-US" dirty="0" smtClean="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p:cNvSpPr>
            <a:spLocks noGrp="1" noChangeArrowheads="1"/>
          </p:cNvSpPr>
          <p:nvPr>
            <p:ph type="title"/>
          </p:nvPr>
        </p:nvSpPr>
        <p:spPr>
          <a:xfrm>
            <a:off x="467544" y="56927"/>
            <a:ext cx="8229600" cy="1139825"/>
          </a:xfrm>
        </p:spPr>
        <p:txBody>
          <a:bodyPr/>
          <a:lstStyle/>
          <a:p>
            <a:pPr eaLnBrk="1" hangingPunct="1">
              <a:defRPr/>
            </a:pPr>
            <a:r>
              <a:rPr lang="zh-CN" altLang="en-US" dirty="0" smtClean="0"/>
              <a:t>较常使用的表达式语句 </a:t>
            </a:r>
            <a:endParaRPr lang="zh-CN" altLang="en-US" dirty="0" smtClean="0"/>
          </a:p>
        </p:txBody>
      </p:sp>
      <p:sp>
        <p:nvSpPr>
          <p:cNvPr id="91139" name="Rectangle 3"/>
          <p:cNvSpPr>
            <a:spLocks noGrp="1" noChangeArrowheads="1"/>
          </p:cNvSpPr>
          <p:nvPr>
            <p:ph type="body" idx="1"/>
          </p:nvPr>
        </p:nvSpPr>
        <p:spPr>
          <a:xfrm>
            <a:off x="457200" y="1412776"/>
            <a:ext cx="8229600" cy="5112568"/>
          </a:xfrm>
        </p:spPr>
        <p:txBody>
          <a:bodyPr>
            <a:normAutofit lnSpcReduction="10000"/>
          </a:bodyPr>
          <a:lstStyle/>
          <a:p>
            <a:pPr eaLnBrk="1" hangingPunct="1">
              <a:lnSpc>
                <a:spcPct val="90000"/>
              </a:lnSpc>
              <a:defRPr/>
            </a:pPr>
            <a:r>
              <a:rPr lang="zh-CN" altLang="en-US" sz="2800" dirty="0" smtClean="0"/>
              <a:t>语句执行必须留下一些“</a:t>
            </a:r>
            <a:r>
              <a:rPr lang="zh-CN" altLang="en-US" sz="2800" dirty="0" smtClean="0">
                <a:solidFill>
                  <a:srgbClr val="FFC000"/>
                </a:solidFill>
              </a:rPr>
              <a:t>痕迹</a:t>
            </a:r>
            <a:r>
              <a:rPr lang="zh-CN" altLang="en-US" sz="2800" dirty="0" smtClean="0"/>
              <a:t>”！</a:t>
            </a:r>
            <a:endParaRPr lang="en-US" altLang="zh-CN" sz="2800" dirty="0" smtClean="0"/>
          </a:p>
          <a:p>
            <a:pPr lvl="1" eaLnBrk="1" hangingPunct="1">
              <a:lnSpc>
                <a:spcPct val="90000"/>
              </a:lnSpc>
              <a:defRPr/>
            </a:pPr>
            <a:r>
              <a:rPr lang="en-US" altLang="zh-CN" sz="2400" dirty="0" err="1" smtClean="0"/>
              <a:t>x+y</a:t>
            </a:r>
            <a:r>
              <a:rPr lang="en-US" altLang="zh-CN" sz="2400" dirty="0" smtClean="0"/>
              <a:t>; //</a:t>
            </a:r>
            <a:r>
              <a:rPr lang="zh-CN" altLang="en-US" sz="2400" dirty="0" smtClean="0">
                <a:solidFill>
                  <a:srgbClr val="FFC000"/>
                </a:solidFill>
              </a:rPr>
              <a:t>没有意义！</a:t>
            </a:r>
            <a:endParaRPr lang="en-US" altLang="zh-CN" sz="2400" dirty="0" smtClean="0">
              <a:solidFill>
                <a:srgbClr val="FFC000"/>
              </a:solidFill>
            </a:endParaRPr>
          </a:p>
          <a:p>
            <a:pPr eaLnBrk="1" hangingPunct="1">
              <a:lnSpc>
                <a:spcPct val="90000"/>
              </a:lnSpc>
              <a:defRPr/>
            </a:pPr>
            <a:r>
              <a:rPr lang="zh-CN" altLang="en-US" sz="2800" dirty="0" smtClean="0"/>
              <a:t>常用的表达式语句：</a:t>
            </a:r>
            <a:endParaRPr lang="en-US" altLang="zh-CN" sz="2800" dirty="0" smtClean="0"/>
          </a:p>
          <a:p>
            <a:pPr lvl="1" eaLnBrk="1" hangingPunct="1">
              <a:lnSpc>
                <a:spcPct val="90000"/>
              </a:lnSpc>
              <a:defRPr/>
            </a:pPr>
            <a:r>
              <a:rPr lang="zh-CN" altLang="en-US" sz="2400" dirty="0" smtClean="0"/>
              <a:t>赋值</a:t>
            </a:r>
            <a:endParaRPr lang="zh-CN" altLang="en-US" sz="2400" dirty="0" smtClean="0"/>
          </a:p>
          <a:p>
            <a:pPr lvl="1" eaLnBrk="1" hangingPunct="1">
              <a:lnSpc>
                <a:spcPct val="90000"/>
              </a:lnSpc>
              <a:defRPr/>
            </a:pPr>
            <a:r>
              <a:rPr lang="zh-CN" altLang="en-US" sz="2400" dirty="0" smtClean="0"/>
              <a:t>自增</a:t>
            </a:r>
            <a:r>
              <a:rPr lang="en-US" altLang="zh-CN" sz="2400" dirty="0" smtClean="0"/>
              <a:t>/</a:t>
            </a:r>
            <a:r>
              <a:rPr lang="zh-CN" altLang="en-US" sz="2400" dirty="0" smtClean="0"/>
              <a:t>自减</a:t>
            </a:r>
            <a:endParaRPr lang="zh-CN" altLang="en-US" sz="2400" dirty="0" smtClean="0"/>
          </a:p>
          <a:p>
            <a:pPr lvl="1" eaLnBrk="1" hangingPunct="1">
              <a:lnSpc>
                <a:spcPct val="90000"/>
              </a:lnSpc>
              <a:defRPr/>
            </a:pPr>
            <a:r>
              <a:rPr lang="zh-CN" altLang="en-US" sz="2400" dirty="0"/>
              <a:t>输入</a:t>
            </a:r>
            <a:r>
              <a:rPr lang="en-US" altLang="zh-CN" sz="2400" dirty="0"/>
              <a:t>/</a:t>
            </a:r>
            <a:r>
              <a:rPr lang="zh-CN" altLang="en-US" sz="2400" dirty="0" smtClean="0"/>
              <a:t>输出</a:t>
            </a:r>
            <a:endParaRPr lang="zh-CN" altLang="en-US" sz="2400" dirty="0"/>
          </a:p>
          <a:p>
            <a:pPr lvl="1" eaLnBrk="1" hangingPunct="1">
              <a:lnSpc>
                <a:spcPct val="90000"/>
              </a:lnSpc>
              <a:defRPr/>
            </a:pPr>
            <a:r>
              <a:rPr lang="zh-CN" altLang="en-US" sz="2400" dirty="0" smtClean="0"/>
              <a:t>无返回值的函数调用，等等</a:t>
            </a:r>
            <a:endParaRPr lang="zh-CN" altLang="en-US" sz="2400" dirty="0" smtClean="0"/>
          </a:p>
          <a:p>
            <a:pPr eaLnBrk="1" hangingPunct="1">
              <a:lnSpc>
                <a:spcPct val="90000"/>
              </a:lnSpc>
              <a:buFont typeface="Wingdings" panose="05000000000000000000" pitchFamily="2" charset="2"/>
              <a:buNone/>
              <a:defRPr/>
            </a:pPr>
            <a:r>
              <a:rPr lang="zh-CN" altLang="en-US" sz="2800" dirty="0" smtClean="0"/>
              <a:t>例如</a:t>
            </a:r>
            <a:endParaRPr lang="zh-CN" altLang="en-US" sz="2800" dirty="0" smtClean="0"/>
          </a:p>
          <a:p>
            <a:pPr lvl="1" eaLnBrk="1" hangingPunct="1">
              <a:lnSpc>
                <a:spcPct val="90000"/>
              </a:lnSpc>
              <a:defRPr/>
            </a:pPr>
            <a:r>
              <a:rPr lang="en-US" altLang="zh-CN" sz="2400" dirty="0" smtClean="0"/>
              <a:t>x = </a:t>
            </a:r>
            <a:r>
              <a:rPr lang="en-US" altLang="zh-CN" sz="2400" dirty="0" err="1" smtClean="0"/>
              <a:t>a+b</a:t>
            </a:r>
            <a:r>
              <a:rPr lang="en-US" altLang="zh-CN" sz="2400" dirty="0" smtClean="0"/>
              <a:t>;  //</a:t>
            </a:r>
            <a:r>
              <a:rPr lang="zh-CN" altLang="en-US" sz="2400" dirty="0" smtClean="0"/>
              <a:t>赋值</a:t>
            </a:r>
            <a:endParaRPr lang="zh-CN" altLang="en-US" sz="2400" dirty="0" smtClean="0"/>
          </a:p>
          <a:p>
            <a:pPr lvl="1" eaLnBrk="1" hangingPunct="1">
              <a:lnSpc>
                <a:spcPct val="90000"/>
              </a:lnSpc>
              <a:defRPr/>
            </a:pPr>
            <a:r>
              <a:rPr lang="en-US" altLang="zh-CN" sz="2400" dirty="0" smtClean="0"/>
              <a:t>x++;  //</a:t>
            </a:r>
            <a:r>
              <a:rPr lang="zh-CN" altLang="en-US" sz="2400" dirty="0" smtClean="0"/>
              <a:t>自增</a:t>
            </a:r>
            <a:endParaRPr lang="zh-CN" altLang="en-US" sz="2400" dirty="0" smtClean="0"/>
          </a:p>
          <a:p>
            <a:pPr lvl="1" eaLnBrk="1" hangingPunct="1">
              <a:lnSpc>
                <a:spcPct val="90000"/>
              </a:lnSpc>
              <a:defRPr/>
            </a:pPr>
            <a:r>
              <a:rPr lang="en-US" altLang="zh-CN" sz="2400" dirty="0" err="1"/>
              <a:t>cin</a:t>
            </a:r>
            <a:r>
              <a:rPr lang="en-US" altLang="zh-CN" sz="2400" dirty="0"/>
              <a:t> &gt;&gt; a;  //</a:t>
            </a:r>
            <a:r>
              <a:rPr lang="zh-CN" altLang="en-US" sz="2400" dirty="0"/>
              <a:t>输入</a:t>
            </a:r>
            <a:endParaRPr lang="zh-CN" altLang="en-US" sz="2400" dirty="0"/>
          </a:p>
          <a:p>
            <a:pPr lvl="1" eaLnBrk="1" hangingPunct="1">
              <a:lnSpc>
                <a:spcPct val="90000"/>
              </a:lnSpc>
              <a:defRPr/>
            </a:pPr>
            <a:r>
              <a:rPr lang="en-US" altLang="zh-CN" sz="2400" dirty="0" err="1"/>
              <a:t>cout</a:t>
            </a:r>
            <a:r>
              <a:rPr lang="en-US" altLang="zh-CN" sz="2400" dirty="0"/>
              <a:t> &lt;&lt; b;  //</a:t>
            </a:r>
            <a:r>
              <a:rPr lang="zh-CN" altLang="en-US" sz="2400" dirty="0"/>
              <a:t>输出 </a:t>
            </a:r>
            <a:endParaRPr lang="zh-CN" altLang="en-US" sz="2400" dirty="0"/>
          </a:p>
          <a:p>
            <a:pPr lvl="1" eaLnBrk="1" hangingPunct="1">
              <a:lnSpc>
                <a:spcPct val="90000"/>
              </a:lnSpc>
              <a:defRPr/>
            </a:pPr>
            <a:r>
              <a:rPr lang="en-US" altLang="zh-CN" sz="2400" dirty="0" smtClean="0"/>
              <a:t>f(a);  //</a:t>
            </a:r>
            <a:r>
              <a:rPr lang="zh-CN" altLang="en-US" sz="2400" dirty="0" smtClean="0"/>
              <a:t>无返回值的函数调用</a:t>
            </a:r>
            <a:endParaRPr lang="zh-CN" altLang="en-US" sz="2400" dirty="0" smtClean="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658" name="Rectangle 2"/>
          <p:cNvSpPr>
            <a:spLocks noGrp="1" noChangeArrowheads="1"/>
          </p:cNvSpPr>
          <p:nvPr>
            <p:ph type="title"/>
          </p:nvPr>
        </p:nvSpPr>
        <p:spPr>
          <a:xfrm>
            <a:off x="685800" y="0"/>
            <a:ext cx="7772400" cy="1143000"/>
          </a:xfrm>
        </p:spPr>
        <p:txBody>
          <a:bodyPr/>
          <a:lstStyle/>
          <a:p>
            <a:pPr eaLnBrk="1" hangingPunct="1">
              <a:defRPr/>
            </a:pPr>
            <a:r>
              <a:rPr lang="zh-CN" altLang="en-US" smtClean="0"/>
              <a:t>空语句 </a:t>
            </a:r>
            <a:endParaRPr lang="zh-CN" altLang="en-US" smtClean="0"/>
          </a:p>
        </p:txBody>
      </p:sp>
      <p:sp>
        <p:nvSpPr>
          <p:cNvPr id="198659" name="Rectangle 3"/>
          <p:cNvSpPr>
            <a:spLocks noGrp="1" noChangeArrowheads="1"/>
          </p:cNvSpPr>
          <p:nvPr>
            <p:ph type="body" idx="1"/>
          </p:nvPr>
        </p:nvSpPr>
        <p:spPr>
          <a:xfrm>
            <a:off x="325438" y="1484313"/>
            <a:ext cx="8639175" cy="5257055"/>
          </a:xfrm>
        </p:spPr>
        <p:txBody>
          <a:bodyPr>
            <a:normAutofit fontScale="77500" lnSpcReduction="20000"/>
          </a:bodyPr>
          <a:lstStyle/>
          <a:p>
            <a:pPr eaLnBrk="1" hangingPunct="1">
              <a:lnSpc>
                <a:spcPct val="110000"/>
              </a:lnSpc>
              <a:defRPr/>
            </a:pPr>
            <a:r>
              <a:rPr lang="zh-CN" altLang="en-US" sz="3600" dirty="0" smtClean="0"/>
              <a:t>根据程序设计的需要，在程序中的某些地方有时需要加上一些空操作，以方便其它流程控制的实现。</a:t>
            </a:r>
            <a:endParaRPr lang="zh-CN" altLang="en-US" sz="3600" dirty="0" smtClean="0"/>
          </a:p>
          <a:p>
            <a:pPr eaLnBrk="1" hangingPunct="1">
              <a:lnSpc>
                <a:spcPct val="110000"/>
              </a:lnSpc>
              <a:defRPr/>
            </a:pPr>
            <a:r>
              <a:rPr lang="zh-CN" altLang="en-US" sz="3600" dirty="0"/>
              <a:t>在</a:t>
            </a:r>
            <a:r>
              <a:rPr lang="en-US" altLang="zh-CN" sz="3600" dirty="0"/>
              <a:t>C++</a:t>
            </a:r>
            <a:r>
              <a:rPr lang="zh-CN" altLang="en-US" sz="3600" dirty="0"/>
              <a:t>中，空操作用</a:t>
            </a:r>
            <a:r>
              <a:rPr lang="zh-CN" altLang="en-US" sz="3600" dirty="0" smtClean="0">
                <a:solidFill>
                  <a:srgbClr val="FFC000"/>
                </a:solidFill>
              </a:rPr>
              <a:t>空语句</a:t>
            </a:r>
            <a:r>
              <a:rPr lang="zh-CN" altLang="en-US" sz="3600" dirty="0" smtClean="0"/>
              <a:t>来表示，其格式为：</a:t>
            </a:r>
            <a:endParaRPr lang="zh-CN" altLang="en-US" sz="3600" dirty="0" smtClean="0"/>
          </a:p>
          <a:p>
            <a:pPr eaLnBrk="1" hangingPunct="1">
              <a:lnSpc>
                <a:spcPct val="110000"/>
              </a:lnSpc>
              <a:buFont typeface="Wingdings" panose="05000000000000000000" pitchFamily="2" charset="2"/>
              <a:buNone/>
              <a:defRPr/>
            </a:pPr>
            <a:r>
              <a:rPr lang="zh-CN" altLang="en-US" sz="3600" b="1" dirty="0" smtClean="0">
                <a:latin typeface="Courier New" panose="02070309020205020404" pitchFamily="49" charset="0"/>
                <a:cs typeface="Courier New" panose="02070309020205020404" pitchFamily="49" charset="0"/>
              </a:rPr>
              <a:t>		</a:t>
            </a:r>
            <a:r>
              <a:rPr lang="en-US" altLang="zh-CN" sz="3600" b="1" dirty="0" smtClean="0">
                <a:solidFill>
                  <a:srgbClr val="FFC000"/>
                </a:solidFill>
                <a:latin typeface="Courier New" panose="02070309020205020404" pitchFamily="49" charset="0"/>
                <a:cs typeface="Courier New" panose="02070309020205020404" pitchFamily="49" charset="0"/>
              </a:rPr>
              <a:t>;</a:t>
            </a:r>
            <a:endParaRPr lang="en-US" altLang="zh-CN" sz="3600" b="1" dirty="0" smtClean="0">
              <a:solidFill>
                <a:srgbClr val="FFC000"/>
              </a:solidFill>
              <a:latin typeface="Courier New" panose="02070309020205020404" pitchFamily="49" charset="0"/>
              <a:cs typeface="Courier New" panose="02070309020205020404" pitchFamily="49" charset="0"/>
            </a:endParaRPr>
          </a:p>
          <a:p>
            <a:pPr eaLnBrk="1" hangingPunct="1">
              <a:lnSpc>
                <a:spcPct val="110000"/>
              </a:lnSpc>
              <a:defRPr/>
            </a:pPr>
            <a:r>
              <a:rPr lang="zh-CN" altLang="en-US" sz="3600" dirty="0" smtClean="0"/>
              <a:t>空语句的作用是用于语法上需要一条语句的地方，而该地方又不需做任何事情。</a:t>
            </a:r>
            <a:endParaRPr lang="en-US" altLang="zh-CN" sz="3600" dirty="0" smtClean="0"/>
          </a:p>
          <a:p>
            <a:pPr eaLnBrk="1" hangingPunct="1">
              <a:lnSpc>
                <a:spcPct val="110000"/>
              </a:lnSpc>
              <a:defRPr/>
            </a:pPr>
            <a:r>
              <a:rPr lang="zh-CN" altLang="en-US" sz="3600" dirty="0"/>
              <a:t>例如：</a:t>
            </a:r>
            <a:endParaRPr lang="zh-CN" altLang="en-US" sz="3600" dirty="0"/>
          </a:p>
          <a:p>
            <a:pPr marL="457200" lvl="1" indent="0" eaLnBrk="1" hangingPunct="1">
              <a:lnSpc>
                <a:spcPct val="110000"/>
              </a:lnSpc>
              <a:buNone/>
              <a:defRPr/>
            </a:pPr>
            <a:r>
              <a:rPr lang="en-US" altLang="zh-CN" sz="3200" dirty="0"/>
              <a:t>if (a&gt;b)</a:t>
            </a:r>
            <a:endParaRPr lang="en-US" altLang="zh-CN" sz="3200" dirty="0"/>
          </a:p>
          <a:p>
            <a:pPr marL="457200" lvl="1" indent="0" eaLnBrk="1" hangingPunct="1">
              <a:lnSpc>
                <a:spcPct val="110000"/>
              </a:lnSpc>
              <a:buNone/>
              <a:defRPr/>
            </a:pPr>
            <a:r>
              <a:rPr lang="en-US" altLang="zh-CN" sz="3200" dirty="0"/>
              <a:t>  ;     //</a:t>
            </a:r>
            <a:r>
              <a:rPr lang="zh-CN" altLang="en-US" sz="3200" dirty="0"/>
              <a:t>空语句</a:t>
            </a:r>
            <a:endParaRPr lang="zh-CN" altLang="en-US" sz="3200" dirty="0"/>
          </a:p>
          <a:p>
            <a:pPr marL="457200" lvl="1" indent="0" eaLnBrk="1" hangingPunct="1">
              <a:lnSpc>
                <a:spcPct val="110000"/>
              </a:lnSpc>
              <a:buNone/>
              <a:defRPr/>
            </a:pPr>
            <a:r>
              <a:rPr lang="en-US" altLang="zh-CN" sz="3200" dirty="0"/>
              <a:t>else</a:t>
            </a:r>
            <a:endParaRPr lang="en-US" altLang="zh-CN" sz="3200" dirty="0"/>
          </a:p>
          <a:p>
            <a:pPr marL="457200" lvl="1" indent="0" eaLnBrk="1" hangingPunct="1">
              <a:lnSpc>
                <a:spcPct val="110000"/>
              </a:lnSpc>
              <a:buNone/>
              <a:defRPr/>
            </a:pPr>
            <a:r>
              <a:rPr lang="en-US" altLang="zh-CN" sz="3200" dirty="0"/>
              <a:t>  c = a;</a:t>
            </a:r>
            <a:endParaRPr lang="en-US" altLang="zh-CN" sz="3200" dirty="0"/>
          </a:p>
          <a:p>
            <a:pPr eaLnBrk="1" hangingPunct="1">
              <a:lnSpc>
                <a:spcPct val="110000"/>
              </a:lnSpc>
              <a:defRPr/>
            </a:pPr>
            <a:endParaRPr lang="en-US" altLang="zh-CN" sz="3600" dirty="0" smtClean="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827088" y="115888"/>
            <a:ext cx="7489825" cy="1139825"/>
          </a:xfrm>
        </p:spPr>
        <p:txBody>
          <a:bodyPr/>
          <a:lstStyle/>
          <a:p>
            <a:pPr eaLnBrk="1" hangingPunct="1">
              <a:defRPr/>
            </a:pPr>
            <a:r>
              <a:rPr lang="zh-CN" altLang="en-US" smtClean="0"/>
              <a:t>复合语句</a:t>
            </a:r>
            <a:endParaRPr lang="zh-CN" altLang="en-US" smtClean="0"/>
          </a:p>
        </p:txBody>
      </p:sp>
      <p:sp>
        <p:nvSpPr>
          <p:cNvPr id="7171" name="Rectangle 3"/>
          <p:cNvSpPr>
            <a:spLocks noGrp="1" noChangeArrowheads="1"/>
          </p:cNvSpPr>
          <p:nvPr>
            <p:ph type="body" idx="1"/>
          </p:nvPr>
        </p:nvSpPr>
        <p:spPr>
          <a:xfrm>
            <a:off x="395858" y="1484784"/>
            <a:ext cx="8352606" cy="5113039"/>
          </a:xfrm>
        </p:spPr>
        <p:txBody>
          <a:bodyPr>
            <a:normAutofit/>
          </a:bodyPr>
          <a:lstStyle/>
          <a:p>
            <a:pPr marL="360680" indent="-360680" algn="just" eaLnBrk="1" hangingPunct="1">
              <a:lnSpc>
                <a:spcPct val="120000"/>
              </a:lnSpc>
              <a:defRPr/>
            </a:pPr>
            <a:r>
              <a:rPr lang="zh-CN" altLang="en-US" dirty="0" smtClean="0"/>
              <a:t>可以把一</a:t>
            </a:r>
            <a:r>
              <a:rPr lang="zh-CN" altLang="en-US" dirty="0"/>
              <a:t>个或多个</a:t>
            </a:r>
            <a:r>
              <a:rPr lang="zh-CN" altLang="en-US" dirty="0" smtClean="0"/>
              <a:t>语句用一对</a:t>
            </a:r>
            <a:r>
              <a:rPr lang="zh-CN" altLang="en-US" dirty="0"/>
              <a:t>花括号括</a:t>
            </a:r>
            <a:r>
              <a:rPr lang="zh-CN" altLang="en-US" dirty="0" smtClean="0"/>
              <a:t>起来构成</a:t>
            </a:r>
            <a:r>
              <a:rPr lang="zh-CN" altLang="en-US" dirty="0" smtClean="0">
                <a:solidFill>
                  <a:srgbClr val="FFC000"/>
                </a:solidFill>
              </a:rPr>
              <a:t>复合语句</a:t>
            </a:r>
            <a:r>
              <a:rPr lang="zh-CN" altLang="en-US" dirty="0" smtClean="0"/>
              <a:t>，又称为块（</a:t>
            </a:r>
            <a:r>
              <a:rPr lang="en-US" altLang="zh-CN" dirty="0" smtClean="0">
                <a:latin typeface="宋体" panose="02010600030101010101" pitchFamily="2" charset="-122"/>
                <a:cs typeface="Times New Roman" panose="02020603050405020304" pitchFamily="18" charset="0"/>
              </a:rPr>
              <a:t>block</a:t>
            </a:r>
            <a:r>
              <a:rPr lang="zh-CN" altLang="en-US" dirty="0" smtClean="0"/>
              <a:t>），其格式为：</a:t>
            </a:r>
            <a:endParaRPr lang="zh-CN" altLang="en-US" dirty="0" smtClean="0">
              <a:latin typeface="宋体" panose="02010600030101010101" pitchFamily="2" charset="-122"/>
              <a:cs typeface="Times New Roman" panose="02020603050405020304" pitchFamily="18" charset="0"/>
            </a:endParaRPr>
          </a:p>
          <a:p>
            <a:pPr marL="360680" indent="-360680" eaLnBrk="1" hangingPunct="1">
              <a:lnSpc>
                <a:spcPct val="120000"/>
              </a:lnSpc>
              <a:buFont typeface="Wingdings" panose="05000000000000000000" pitchFamily="2" charset="2"/>
              <a:buNone/>
              <a:defRPr/>
            </a:pPr>
            <a:r>
              <a:rPr lang="zh-CN" altLang="en-US" b="1" dirty="0" smtClean="0">
                <a:latin typeface="Courier New" panose="02070309020205020404" pitchFamily="49" charset="0"/>
                <a:cs typeface="Courier New" panose="02070309020205020404" pitchFamily="49" charset="0"/>
              </a:rPr>
              <a:t>   </a:t>
            </a:r>
            <a:r>
              <a:rPr lang="zh-CN" altLang="en-US" dirty="0" smtClean="0">
                <a:latin typeface="Courier New" panose="02070309020205020404" pitchFamily="49" charset="0"/>
                <a:cs typeface="Courier New" panose="02070309020205020404" pitchFamily="49" charset="0"/>
              </a:rPr>
              <a:t> </a:t>
            </a:r>
            <a:r>
              <a:rPr lang="en-US" altLang="zh-CN" b="1" dirty="0" smtClean="0">
                <a:solidFill>
                  <a:srgbClr val="FFC000"/>
                </a:solidFill>
                <a:latin typeface="Courier New" panose="02070309020205020404" pitchFamily="49" charset="0"/>
                <a:cs typeface="Courier New" panose="02070309020205020404" pitchFamily="49" charset="0"/>
              </a:rPr>
              <a:t>{</a:t>
            </a:r>
            <a:r>
              <a:rPr lang="en-US" altLang="zh-CN" dirty="0" smtClean="0">
                <a:latin typeface="Courier New" panose="02070309020205020404" pitchFamily="49" charset="0"/>
                <a:cs typeface="Courier New" panose="02070309020205020404" pitchFamily="49" charset="0"/>
              </a:rPr>
              <a:t> &lt;</a:t>
            </a:r>
            <a:r>
              <a:rPr lang="zh-CN" altLang="en-US" dirty="0" smtClean="0">
                <a:latin typeface="宋体" panose="02010600030101010101" pitchFamily="2" charset="-122"/>
              </a:rPr>
              <a:t>语句序列</a:t>
            </a:r>
            <a:r>
              <a:rPr lang="en-US" altLang="zh-CN" dirty="0" smtClean="0">
                <a:latin typeface="Courier New" panose="02070309020205020404" pitchFamily="49" charset="0"/>
                <a:cs typeface="Courier New" panose="02070309020205020404" pitchFamily="49" charset="0"/>
              </a:rPr>
              <a:t>&gt; </a:t>
            </a:r>
            <a:r>
              <a:rPr lang="en-US" altLang="zh-CN" b="1" dirty="0" smtClean="0">
                <a:solidFill>
                  <a:srgbClr val="FFC000"/>
                </a:solidFill>
                <a:latin typeface="Courier New" panose="02070309020205020404" pitchFamily="49" charset="0"/>
                <a:cs typeface="Courier New" panose="02070309020205020404" pitchFamily="49" charset="0"/>
              </a:rPr>
              <a:t>}</a:t>
            </a:r>
            <a:endParaRPr lang="en-US" altLang="zh-CN" b="1" dirty="0" smtClean="0">
              <a:solidFill>
                <a:srgbClr val="FFC000"/>
              </a:solidFill>
              <a:latin typeface="Courier New" panose="02070309020205020404" pitchFamily="49" charset="0"/>
              <a:cs typeface="Courier New" panose="02070309020205020404" pitchFamily="49" charset="0"/>
            </a:endParaRPr>
          </a:p>
          <a:p>
            <a:pPr marL="825500" lvl="1" eaLnBrk="1" hangingPunct="1">
              <a:lnSpc>
                <a:spcPct val="120000"/>
              </a:lnSpc>
              <a:defRPr/>
            </a:pPr>
            <a:r>
              <a:rPr lang="en-US" altLang="zh-CN" dirty="0" smtClean="0"/>
              <a:t>&lt;</a:t>
            </a:r>
            <a:r>
              <a:rPr lang="zh-CN" altLang="en-US" dirty="0" smtClean="0"/>
              <a:t>语句序列</a:t>
            </a:r>
            <a:r>
              <a:rPr lang="en-US" altLang="zh-CN" dirty="0" smtClean="0"/>
              <a:t>&gt;</a:t>
            </a:r>
            <a:r>
              <a:rPr lang="zh-CN" altLang="en-US" dirty="0" smtClean="0"/>
              <a:t>中的语句可以是</a:t>
            </a:r>
            <a:r>
              <a:rPr lang="zh-CN" altLang="en-US" dirty="0" smtClean="0">
                <a:solidFill>
                  <a:schemeClr val="folHlink"/>
                </a:solidFill>
              </a:rPr>
              <a:t>任何</a:t>
            </a:r>
            <a:r>
              <a:rPr lang="zh-CN" altLang="en-US" dirty="0" smtClean="0"/>
              <a:t>的</a:t>
            </a:r>
            <a:r>
              <a:rPr lang="en-US" altLang="zh-CN" dirty="0" smtClean="0"/>
              <a:t>C++</a:t>
            </a:r>
            <a:r>
              <a:rPr lang="zh-CN" altLang="en-US" dirty="0" smtClean="0"/>
              <a:t>语句，其中包括</a:t>
            </a:r>
            <a:r>
              <a:rPr lang="zh-CN" altLang="en-US" dirty="0" smtClean="0">
                <a:solidFill>
                  <a:schemeClr val="folHlink"/>
                </a:solidFill>
              </a:rPr>
              <a:t>数据定义</a:t>
            </a:r>
            <a:r>
              <a:rPr lang="zh-CN" altLang="en-US" dirty="0" smtClean="0"/>
              <a:t>和</a:t>
            </a:r>
            <a:r>
              <a:rPr lang="zh-CN" altLang="en-US" dirty="0" smtClean="0">
                <a:solidFill>
                  <a:schemeClr val="folHlink"/>
                </a:solidFill>
              </a:rPr>
              <a:t>声明</a:t>
            </a:r>
            <a:r>
              <a:rPr lang="zh-CN" altLang="en-US" dirty="0" smtClean="0"/>
              <a:t>语句。</a:t>
            </a:r>
            <a:endParaRPr lang="zh-CN" altLang="en-US" dirty="0" smtClean="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9" name="Rectangle 3"/>
          <p:cNvSpPr>
            <a:spLocks noGrp="1" noChangeArrowheads="1"/>
          </p:cNvSpPr>
          <p:nvPr>
            <p:ph type="body" idx="1"/>
          </p:nvPr>
        </p:nvSpPr>
        <p:spPr>
          <a:xfrm>
            <a:off x="457200" y="1412776"/>
            <a:ext cx="8229600" cy="5257800"/>
          </a:xfrm>
        </p:spPr>
        <p:txBody>
          <a:bodyPr>
            <a:normAutofit/>
          </a:bodyPr>
          <a:lstStyle/>
          <a:p>
            <a:pPr marL="360680" indent="-360680" eaLnBrk="1" hangingPunct="1">
              <a:lnSpc>
                <a:spcPct val="120000"/>
              </a:lnSpc>
              <a:defRPr/>
            </a:pPr>
            <a:r>
              <a:rPr lang="zh-CN" altLang="en-US" dirty="0" smtClean="0"/>
              <a:t>例如，下面就是一个复合语句：</a:t>
            </a:r>
            <a:endParaRPr lang="en-US" altLang="zh-CN" dirty="0"/>
          </a:p>
          <a:p>
            <a:pPr lvl="1" eaLnBrk="1" hangingPunct="1">
              <a:lnSpc>
                <a:spcPct val="90000"/>
              </a:lnSpc>
              <a:buNone/>
              <a:defRPr/>
            </a:pPr>
            <a:r>
              <a:rPr lang="en-US" altLang="zh-CN" dirty="0" smtClean="0"/>
              <a:t>{</a:t>
            </a:r>
            <a:r>
              <a:rPr lang="en-US" altLang="zh-CN" dirty="0"/>
              <a:t>	</a:t>
            </a:r>
            <a:r>
              <a:rPr lang="en-US" altLang="zh-CN" dirty="0" err="1"/>
              <a:t>int</a:t>
            </a:r>
            <a:r>
              <a:rPr lang="en-US" altLang="zh-CN" dirty="0"/>
              <a:t> </a:t>
            </a:r>
            <a:r>
              <a:rPr lang="en-US" altLang="zh-CN" dirty="0" err="1" smtClean="0"/>
              <a:t>a,b</a:t>
            </a:r>
            <a:r>
              <a:rPr lang="en-GB" altLang="zh-CN" dirty="0" smtClean="0"/>
              <a:t>;  //</a:t>
            </a:r>
            <a:r>
              <a:rPr lang="zh-CN" altLang="en-US" dirty="0" smtClean="0"/>
              <a:t>变量定义</a:t>
            </a:r>
            <a:endParaRPr lang="zh-CN" altLang="en-US" dirty="0"/>
          </a:p>
          <a:p>
            <a:pPr lvl="1" eaLnBrk="1" hangingPunct="1">
              <a:lnSpc>
                <a:spcPct val="90000"/>
              </a:lnSpc>
              <a:buNone/>
              <a:defRPr/>
            </a:pPr>
            <a:r>
              <a:rPr lang="zh-CN" altLang="en-US" dirty="0"/>
              <a:t>	</a:t>
            </a:r>
            <a:r>
              <a:rPr lang="en-US" altLang="zh-CN" dirty="0" err="1"/>
              <a:t>cin</a:t>
            </a:r>
            <a:r>
              <a:rPr lang="en-US" altLang="zh-CN" dirty="0"/>
              <a:t> &gt;&gt; a &gt;&gt; b;</a:t>
            </a:r>
            <a:endParaRPr lang="en-US" altLang="zh-CN" dirty="0"/>
          </a:p>
          <a:p>
            <a:pPr lvl="1" eaLnBrk="1" hangingPunct="1">
              <a:lnSpc>
                <a:spcPct val="90000"/>
              </a:lnSpc>
              <a:buNone/>
              <a:defRPr/>
            </a:pPr>
            <a:r>
              <a:rPr lang="en-US" altLang="zh-CN" dirty="0"/>
              <a:t>	</a:t>
            </a:r>
            <a:r>
              <a:rPr lang="en-US" altLang="zh-CN" dirty="0" err="1"/>
              <a:t>int</a:t>
            </a:r>
            <a:r>
              <a:rPr lang="en-US" altLang="zh-CN" dirty="0"/>
              <a:t> max</a:t>
            </a:r>
            <a:r>
              <a:rPr lang="en-US" altLang="zh-CN" dirty="0" smtClean="0"/>
              <a:t>; //</a:t>
            </a:r>
            <a:r>
              <a:rPr lang="zh-CN" altLang="en-US" dirty="0" smtClean="0"/>
              <a:t>变量定义</a:t>
            </a:r>
            <a:endParaRPr lang="en-US" altLang="zh-CN" dirty="0"/>
          </a:p>
          <a:p>
            <a:pPr lvl="1" eaLnBrk="1" hangingPunct="1">
              <a:lnSpc>
                <a:spcPct val="90000"/>
              </a:lnSpc>
              <a:buNone/>
              <a:defRPr/>
            </a:pPr>
            <a:r>
              <a:rPr lang="en-US" altLang="zh-CN" dirty="0"/>
              <a:t>	max = (a &gt;= b)?</a:t>
            </a:r>
            <a:r>
              <a:rPr lang="en-US" altLang="zh-CN" dirty="0" err="1"/>
              <a:t>a:b</a:t>
            </a:r>
            <a:r>
              <a:rPr lang="en-US" altLang="zh-CN" dirty="0"/>
              <a:t>;</a:t>
            </a:r>
            <a:endParaRPr lang="en-US" altLang="zh-CN" dirty="0"/>
          </a:p>
          <a:p>
            <a:pPr lvl="1" eaLnBrk="1" hangingPunct="1">
              <a:lnSpc>
                <a:spcPct val="90000"/>
              </a:lnSpc>
              <a:buNone/>
              <a:defRPr/>
            </a:pPr>
            <a:r>
              <a:rPr lang="en-US" altLang="zh-CN" dirty="0"/>
              <a:t> 	</a:t>
            </a:r>
            <a:r>
              <a:rPr lang="en-US" altLang="zh-CN" dirty="0" err="1"/>
              <a:t>cout</a:t>
            </a:r>
            <a:r>
              <a:rPr lang="en-US" altLang="zh-CN" dirty="0"/>
              <a:t> &lt;&lt; max &lt;&lt; </a:t>
            </a:r>
            <a:r>
              <a:rPr lang="en-US" altLang="zh-CN" dirty="0" err="1"/>
              <a:t>endl</a:t>
            </a:r>
            <a:r>
              <a:rPr lang="en-US" altLang="zh-CN" dirty="0"/>
              <a:t>;</a:t>
            </a:r>
            <a:endParaRPr lang="en-US" altLang="zh-CN" dirty="0"/>
          </a:p>
          <a:p>
            <a:pPr lvl="1" eaLnBrk="1" hangingPunct="1">
              <a:lnSpc>
                <a:spcPct val="90000"/>
              </a:lnSpc>
              <a:buNone/>
              <a:defRPr/>
            </a:pPr>
            <a:r>
              <a:rPr lang="en-US" altLang="zh-CN" dirty="0" smtClean="0"/>
              <a:t>}</a:t>
            </a:r>
            <a:endParaRPr lang="en-US" altLang="zh-CN" dirty="0"/>
          </a:p>
        </p:txBody>
      </p:sp>
      <p:sp>
        <p:nvSpPr>
          <p:cNvPr id="2" name="标题 1"/>
          <p:cNvSpPr>
            <a:spLocks noGrp="1"/>
          </p:cNvSpPr>
          <p:nvPr>
            <p:ph type="title"/>
          </p:nvPr>
        </p:nvSpPr>
        <p:spPr/>
        <p:txBody>
          <a:bodyPr/>
          <a:lstStyle/>
          <a:p>
            <a:endParaRPr lang="zh-CN" altLang="en-US"/>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692696"/>
            <a:ext cx="8229600" cy="5760640"/>
          </a:xfrm>
        </p:spPr>
        <p:txBody>
          <a:bodyPr>
            <a:normAutofit fontScale="85000" lnSpcReduction="20000"/>
          </a:bodyPr>
          <a:lstStyle/>
          <a:p>
            <a:pPr marL="360680" indent="-360680" eaLnBrk="1" hangingPunct="1">
              <a:lnSpc>
                <a:spcPct val="120000"/>
              </a:lnSpc>
              <a:defRPr/>
            </a:pPr>
            <a:r>
              <a:rPr lang="zh-CN" altLang="en-US" dirty="0"/>
              <a:t>语法上，复合语句是</a:t>
            </a:r>
            <a:r>
              <a:rPr lang="zh-CN" altLang="en-US" dirty="0">
                <a:solidFill>
                  <a:schemeClr val="folHlink"/>
                </a:solidFill>
              </a:rPr>
              <a:t>一个</a:t>
            </a:r>
            <a:r>
              <a:rPr lang="zh-CN" altLang="en-US" dirty="0"/>
              <a:t>语句（结构语句），在只能出现一个语句的地方，如果需要写多个语句，则可把它们组织成一个复合语句。</a:t>
            </a:r>
            <a:endParaRPr lang="en-US" altLang="zh-CN" dirty="0"/>
          </a:p>
          <a:p>
            <a:pPr marL="360680" indent="-360680" eaLnBrk="1" hangingPunct="1">
              <a:lnSpc>
                <a:spcPct val="120000"/>
              </a:lnSpc>
              <a:defRPr/>
            </a:pPr>
            <a:r>
              <a:rPr lang="zh-CN" altLang="en-US" dirty="0" smtClean="0"/>
              <a:t>复合语句</a:t>
            </a:r>
            <a:r>
              <a:rPr lang="zh-CN" altLang="en-US" dirty="0"/>
              <a:t>一般作为其它结构语句（如选择语句和循环语句）的</a:t>
            </a:r>
            <a:r>
              <a:rPr lang="zh-CN" altLang="en-US" dirty="0">
                <a:solidFill>
                  <a:srgbClr val="FFC000"/>
                </a:solidFill>
              </a:rPr>
              <a:t>子句</a:t>
            </a:r>
            <a:r>
              <a:rPr lang="zh-CN" altLang="en-US" dirty="0"/>
              <a:t>（成分语句）或作为</a:t>
            </a:r>
            <a:r>
              <a:rPr lang="zh-CN" altLang="en-US" dirty="0">
                <a:solidFill>
                  <a:srgbClr val="FFC000"/>
                </a:solidFill>
              </a:rPr>
              <a:t>函数体</a:t>
            </a:r>
            <a:r>
              <a:rPr lang="zh-CN" altLang="en-US" dirty="0" smtClean="0"/>
              <a:t>。</a:t>
            </a:r>
            <a:endParaRPr lang="en-US" altLang="zh-CN" dirty="0" smtClean="0"/>
          </a:p>
          <a:p>
            <a:r>
              <a:rPr lang="zh-CN" altLang="en-US" dirty="0" smtClean="0"/>
              <a:t>例如</a:t>
            </a:r>
            <a:r>
              <a:rPr lang="zh-CN" altLang="en-US" dirty="0"/>
              <a:t>：</a:t>
            </a:r>
            <a:endParaRPr lang="zh-CN" altLang="en-US" dirty="0"/>
          </a:p>
          <a:p>
            <a:pPr marL="457200" lvl="1" indent="0">
              <a:buNone/>
            </a:pPr>
            <a:r>
              <a:rPr lang="en-US" altLang="zh-CN" dirty="0"/>
              <a:t>if (a&gt;b)</a:t>
            </a:r>
            <a:endParaRPr lang="en-US" altLang="zh-CN" dirty="0"/>
          </a:p>
          <a:p>
            <a:pPr marL="457200" lvl="1" indent="0">
              <a:buNone/>
            </a:pPr>
            <a:r>
              <a:rPr lang="en-US" altLang="zh-CN" dirty="0" smtClean="0">
                <a:solidFill>
                  <a:srgbClr val="FFC000"/>
                </a:solidFill>
              </a:rPr>
              <a:t>{</a:t>
            </a:r>
            <a:r>
              <a:rPr lang="en-US" altLang="zh-CN" dirty="0" smtClean="0"/>
              <a:t> x = a;</a:t>
            </a:r>
            <a:endParaRPr lang="en-US" altLang="zh-CN" dirty="0" smtClean="0"/>
          </a:p>
          <a:p>
            <a:pPr marL="457200" lvl="1" indent="0">
              <a:buNone/>
            </a:pPr>
            <a:r>
              <a:rPr lang="en-US" altLang="zh-CN" dirty="0"/>
              <a:t> </a:t>
            </a:r>
            <a:r>
              <a:rPr lang="en-US" altLang="zh-CN" dirty="0" smtClean="0"/>
              <a:t>  y = b;</a:t>
            </a:r>
            <a:endParaRPr lang="zh-CN" altLang="en-US" dirty="0"/>
          </a:p>
          <a:p>
            <a:pPr marL="457200" lvl="1" indent="0">
              <a:buNone/>
            </a:pPr>
            <a:r>
              <a:rPr lang="en-US" altLang="zh-CN" dirty="0" smtClean="0">
                <a:solidFill>
                  <a:srgbClr val="FFC000"/>
                </a:solidFill>
              </a:rPr>
              <a:t>}</a:t>
            </a:r>
            <a:endParaRPr lang="en-US" altLang="zh-CN" dirty="0" smtClean="0">
              <a:solidFill>
                <a:srgbClr val="FFC000"/>
              </a:solidFill>
            </a:endParaRPr>
          </a:p>
          <a:p>
            <a:pPr marL="457200" lvl="1" indent="0">
              <a:buNone/>
            </a:pPr>
            <a:r>
              <a:rPr lang="en-US" altLang="zh-CN" dirty="0" smtClean="0"/>
              <a:t>else</a:t>
            </a:r>
            <a:endParaRPr lang="en-US" altLang="zh-CN" dirty="0"/>
          </a:p>
          <a:p>
            <a:pPr marL="457200" lvl="1" indent="0">
              <a:buNone/>
            </a:pPr>
            <a:r>
              <a:rPr lang="en-US" altLang="zh-CN" dirty="0" smtClean="0">
                <a:solidFill>
                  <a:srgbClr val="FFC000"/>
                </a:solidFill>
              </a:rPr>
              <a:t>{</a:t>
            </a:r>
            <a:r>
              <a:rPr lang="en-US" altLang="zh-CN" dirty="0" smtClean="0"/>
              <a:t> x </a:t>
            </a:r>
            <a:r>
              <a:rPr lang="en-US" altLang="zh-CN" dirty="0"/>
              <a:t>= </a:t>
            </a:r>
            <a:r>
              <a:rPr lang="en-US" altLang="zh-CN" dirty="0" smtClean="0"/>
              <a:t>b;</a:t>
            </a:r>
            <a:endParaRPr lang="en-US" altLang="zh-CN" dirty="0" smtClean="0"/>
          </a:p>
          <a:p>
            <a:pPr marL="457200" lvl="1" indent="0">
              <a:buNone/>
            </a:pPr>
            <a:r>
              <a:rPr lang="en-US" altLang="zh-CN" dirty="0"/>
              <a:t> </a:t>
            </a:r>
            <a:r>
              <a:rPr lang="en-US" altLang="zh-CN" dirty="0" smtClean="0"/>
              <a:t>  y = a;</a:t>
            </a:r>
            <a:endParaRPr lang="en-US" altLang="zh-CN" dirty="0" smtClean="0"/>
          </a:p>
          <a:p>
            <a:pPr marL="457200" lvl="1" indent="0">
              <a:buNone/>
            </a:pPr>
            <a:r>
              <a:rPr lang="en-US" altLang="zh-CN" dirty="0">
                <a:solidFill>
                  <a:srgbClr val="FFC000"/>
                </a:solidFill>
              </a:rPr>
              <a:t>}</a:t>
            </a:r>
            <a:endParaRPr lang="en-US" altLang="zh-CN" dirty="0">
              <a:solidFill>
                <a:srgbClr val="FFC000"/>
              </a:solidFill>
            </a:endParaRPr>
          </a:p>
          <a:p>
            <a:endParaRPr lang="zh-CN" altLang="en-US" dirty="0"/>
          </a:p>
        </p:txBody>
      </p:sp>
      <p:sp>
        <p:nvSpPr>
          <p:cNvPr id="4" name="文本框 3"/>
          <p:cNvSpPr txBox="1"/>
          <p:nvPr/>
        </p:nvSpPr>
        <p:spPr>
          <a:xfrm>
            <a:off x="4716016" y="3284984"/>
            <a:ext cx="3682752" cy="2862322"/>
          </a:xfrm>
          <a:prstGeom prst="rect">
            <a:avLst/>
          </a:prstGeom>
          <a:solidFill>
            <a:schemeClr val="bg2">
              <a:lumMod val="50000"/>
            </a:schemeClr>
          </a:solidFill>
        </p:spPr>
        <p:txBody>
          <a:bodyPr wrap="square" rtlCol="0">
            <a:spAutoFit/>
          </a:bodyPr>
          <a:lstStyle/>
          <a:p>
            <a:pPr marL="357505" lvl="1" indent="-342900"/>
            <a:r>
              <a:rPr lang="zh-CN" altLang="en-US" sz="2400" dirty="0" smtClean="0"/>
              <a:t>下面的语句不符合语法</a:t>
            </a:r>
            <a:endParaRPr lang="en-US" altLang="zh-CN" sz="2400" dirty="0" smtClean="0"/>
          </a:p>
          <a:p>
            <a:pPr marL="457200" lvl="2">
              <a:buNone/>
            </a:pPr>
            <a:r>
              <a:rPr lang="en-US" altLang="zh-CN" sz="2400" dirty="0" smtClean="0"/>
              <a:t>if </a:t>
            </a:r>
            <a:r>
              <a:rPr lang="en-US" altLang="zh-CN" sz="2400" dirty="0"/>
              <a:t>(a&gt;b)</a:t>
            </a:r>
            <a:endParaRPr lang="en-US" altLang="zh-CN" sz="2400" dirty="0"/>
          </a:p>
          <a:p>
            <a:pPr marL="457200" lvl="2">
              <a:buNone/>
            </a:pPr>
            <a:r>
              <a:rPr lang="en-US" altLang="zh-CN" sz="2400" dirty="0" smtClean="0"/>
              <a:t>  </a:t>
            </a:r>
            <a:r>
              <a:rPr lang="en-US" altLang="zh-CN" sz="2400" dirty="0"/>
              <a:t>x = a;</a:t>
            </a:r>
            <a:endParaRPr lang="en-US" altLang="zh-CN" sz="2400" dirty="0"/>
          </a:p>
          <a:p>
            <a:pPr marL="457200" lvl="2">
              <a:buNone/>
            </a:pPr>
            <a:r>
              <a:rPr lang="en-US" altLang="zh-CN" sz="2400" dirty="0"/>
              <a:t>  </a:t>
            </a:r>
            <a:r>
              <a:rPr lang="en-US" altLang="zh-CN" sz="2400" dirty="0" smtClean="0"/>
              <a:t>y </a:t>
            </a:r>
            <a:r>
              <a:rPr lang="en-US" altLang="zh-CN" sz="2400" dirty="0"/>
              <a:t>= b;</a:t>
            </a:r>
            <a:endParaRPr lang="zh-CN" altLang="en-US" sz="2400" dirty="0"/>
          </a:p>
          <a:p>
            <a:pPr marL="457200" lvl="2">
              <a:buNone/>
            </a:pPr>
            <a:r>
              <a:rPr lang="en-US" altLang="zh-CN" sz="2400" dirty="0" smtClean="0"/>
              <a:t>else</a:t>
            </a:r>
            <a:endParaRPr lang="en-US" altLang="zh-CN" sz="2400" dirty="0"/>
          </a:p>
          <a:p>
            <a:pPr marL="457200" lvl="2">
              <a:buNone/>
            </a:pPr>
            <a:r>
              <a:rPr lang="en-US" altLang="zh-CN" sz="2400" dirty="0" smtClean="0"/>
              <a:t>  x </a:t>
            </a:r>
            <a:r>
              <a:rPr lang="en-US" altLang="zh-CN" sz="2400" dirty="0"/>
              <a:t>= b;</a:t>
            </a:r>
            <a:endParaRPr lang="en-US" altLang="zh-CN" sz="2400" dirty="0"/>
          </a:p>
          <a:p>
            <a:pPr marL="457200" lvl="2">
              <a:buNone/>
            </a:pPr>
            <a:r>
              <a:rPr lang="en-US" altLang="zh-CN" sz="2400" dirty="0"/>
              <a:t>  </a:t>
            </a:r>
            <a:r>
              <a:rPr lang="en-US" altLang="zh-CN" sz="2400" dirty="0" smtClean="0"/>
              <a:t>y </a:t>
            </a:r>
            <a:r>
              <a:rPr lang="en-US" altLang="zh-CN" sz="2400" dirty="0"/>
              <a:t>= a</a:t>
            </a:r>
            <a:r>
              <a:rPr lang="en-US" altLang="zh-CN" sz="2400" dirty="0" smtClean="0"/>
              <a:t>;</a:t>
            </a:r>
            <a:endParaRPr lang="en-US" altLang="zh-CN"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1" name="Rectangle 3"/>
          <p:cNvSpPr>
            <a:spLocks noGrp="1" noChangeArrowheads="1"/>
          </p:cNvSpPr>
          <p:nvPr>
            <p:ph type="body" idx="1"/>
          </p:nvPr>
        </p:nvSpPr>
        <p:spPr>
          <a:xfrm>
            <a:off x="179388" y="548680"/>
            <a:ext cx="8785225" cy="6120408"/>
          </a:xfrm>
        </p:spPr>
        <p:txBody>
          <a:bodyPr/>
          <a:lstStyle/>
          <a:p>
            <a:pPr eaLnBrk="1" hangingPunct="1">
              <a:lnSpc>
                <a:spcPct val="80000"/>
              </a:lnSpc>
              <a:defRPr/>
            </a:pPr>
            <a:r>
              <a:rPr lang="zh-CN" altLang="en-US" sz="2800" dirty="0" smtClean="0"/>
              <a:t>再例如，函数体要求是个复合语句</a:t>
            </a:r>
            <a:endParaRPr lang="en-US" altLang="zh-CN" sz="2800" dirty="0" smtClean="0"/>
          </a:p>
          <a:p>
            <a:pPr eaLnBrk="1" hangingPunct="1">
              <a:lnSpc>
                <a:spcPct val="80000"/>
              </a:lnSpc>
              <a:buFont typeface="Wingdings" panose="05000000000000000000" pitchFamily="2" charset="2"/>
              <a:buNone/>
              <a:defRPr/>
            </a:pPr>
            <a:endParaRPr lang="en-US" altLang="zh-CN" sz="2400" dirty="0" smtClean="0"/>
          </a:p>
          <a:p>
            <a:pPr eaLnBrk="1" hangingPunct="1">
              <a:lnSpc>
                <a:spcPct val="80000"/>
              </a:lnSpc>
              <a:buFont typeface="Wingdings" panose="05000000000000000000" pitchFamily="2" charset="2"/>
              <a:buNone/>
              <a:defRPr/>
            </a:pPr>
            <a:r>
              <a:rPr lang="en-US" altLang="zh-CN" sz="2400" dirty="0" smtClean="0"/>
              <a:t>#include &lt;</a:t>
            </a:r>
            <a:r>
              <a:rPr lang="en-US" altLang="zh-CN" sz="2400" dirty="0" err="1" smtClean="0"/>
              <a:t>iostream</a:t>
            </a:r>
            <a:r>
              <a:rPr lang="en-US" altLang="zh-CN" sz="2400" dirty="0" smtClean="0"/>
              <a:t>&gt; </a:t>
            </a:r>
            <a:r>
              <a:rPr lang="en-US" altLang="zh-CN" sz="2000" dirty="0" smtClean="0"/>
              <a:t>//</a:t>
            </a:r>
            <a:r>
              <a:rPr lang="zh-CN" altLang="en-US" sz="2000" dirty="0" smtClean="0"/>
              <a:t>对使用的</a:t>
            </a:r>
            <a:r>
              <a:rPr lang="en-US" altLang="zh-CN" sz="2000" dirty="0" smtClean="0"/>
              <a:t>C++</a:t>
            </a:r>
            <a:r>
              <a:rPr lang="zh-CN" altLang="en-US" sz="2000" dirty="0" smtClean="0"/>
              <a:t>标准库中的程序实体进行声明</a:t>
            </a:r>
            <a:endParaRPr lang="zh-CN" altLang="en-US" sz="2000" dirty="0" smtClean="0"/>
          </a:p>
          <a:p>
            <a:pPr eaLnBrk="1" hangingPunct="1">
              <a:lnSpc>
                <a:spcPct val="80000"/>
              </a:lnSpc>
              <a:buFont typeface="Wingdings" panose="05000000000000000000" pitchFamily="2" charset="2"/>
              <a:buNone/>
              <a:defRPr/>
            </a:pPr>
            <a:r>
              <a:rPr lang="en-US" altLang="zh-CN" sz="2400" dirty="0" smtClean="0"/>
              <a:t>using namespace </a:t>
            </a:r>
            <a:r>
              <a:rPr lang="en-US" altLang="zh-CN" sz="2400" dirty="0" err="1" smtClean="0"/>
              <a:t>std</a:t>
            </a:r>
            <a:r>
              <a:rPr lang="en-US" altLang="zh-CN" sz="2400" dirty="0" smtClean="0"/>
              <a:t>; //</a:t>
            </a:r>
            <a:r>
              <a:rPr lang="zh-CN" altLang="en-US" sz="2400" dirty="0" smtClean="0"/>
              <a:t>指定使用标准库的名空间</a:t>
            </a:r>
            <a:r>
              <a:rPr lang="en-US" altLang="zh-CN" sz="2400" dirty="0" err="1" smtClean="0"/>
              <a:t>std</a:t>
            </a:r>
            <a:r>
              <a:rPr lang="zh-CN" altLang="en-US" sz="2400" dirty="0" smtClean="0"/>
              <a:t>。</a:t>
            </a:r>
            <a:endParaRPr lang="zh-CN" altLang="en-US" sz="2400" dirty="0" smtClean="0"/>
          </a:p>
          <a:p>
            <a:pPr eaLnBrk="1" hangingPunct="1">
              <a:lnSpc>
                <a:spcPct val="80000"/>
              </a:lnSpc>
              <a:buFont typeface="Wingdings" panose="05000000000000000000" pitchFamily="2" charset="2"/>
              <a:buNone/>
              <a:defRPr/>
            </a:pPr>
            <a:r>
              <a:rPr lang="en-US" altLang="zh-CN" sz="2400" dirty="0" err="1" smtClean="0"/>
              <a:t>int</a:t>
            </a:r>
            <a:r>
              <a:rPr lang="en-US" altLang="zh-CN" sz="2400" dirty="0" smtClean="0"/>
              <a:t> main() //</a:t>
            </a:r>
            <a:r>
              <a:rPr lang="zh-CN" altLang="en-US" sz="2400" dirty="0" smtClean="0"/>
              <a:t>主函数</a:t>
            </a:r>
            <a:endParaRPr lang="zh-CN" altLang="en-US" sz="2400" dirty="0" smtClean="0"/>
          </a:p>
          <a:p>
            <a:pPr eaLnBrk="1" hangingPunct="1">
              <a:lnSpc>
                <a:spcPct val="80000"/>
              </a:lnSpc>
              <a:buFont typeface="Wingdings" panose="05000000000000000000" pitchFamily="2" charset="2"/>
              <a:buNone/>
              <a:defRPr/>
            </a:pPr>
            <a:r>
              <a:rPr lang="en-US" altLang="zh-CN" sz="2400" dirty="0" smtClean="0">
                <a:solidFill>
                  <a:srgbClr val="FFC000"/>
                </a:solidFill>
              </a:rPr>
              <a:t>{</a:t>
            </a:r>
            <a:r>
              <a:rPr lang="en-US" altLang="zh-CN" sz="2400" dirty="0" smtClean="0"/>
              <a:t>	double r; </a:t>
            </a:r>
            <a:endParaRPr lang="en-US" altLang="zh-CN" sz="2000" dirty="0" smtClean="0"/>
          </a:p>
          <a:p>
            <a:pPr eaLnBrk="1" hangingPunct="1">
              <a:lnSpc>
                <a:spcPct val="80000"/>
              </a:lnSpc>
              <a:buFont typeface="Wingdings" panose="05000000000000000000" pitchFamily="2" charset="2"/>
              <a:buNone/>
              <a:defRPr/>
            </a:pPr>
            <a:r>
              <a:rPr lang="en-US" altLang="zh-CN" sz="2400" dirty="0" smtClean="0"/>
              <a:t>	</a:t>
            </a:r>
            <a:r>
              <a:rPr lang="en-US" altLang="zh-CN" sz="2400" dirty="0" err="1" smtClean="0"/>
              <a:t>cout</a:t>
            </a:r>
            <a:r>
              <a:rPr lang="en-US" altLang="zh-CN" sz="2400" dirty="0" smtClean="0"/>
              <a:t> &lt;&lt; "</a:t>
            </a:r>
            <a:r>
              <a:rPr lang="zh-CN" altLang="en-US" sz="2400" dirty="0" smtClean="0"/>
              <a:t>请输入圆的半径</a:t>
            </a:r>
            <a:r>
              <a:rPr lang="en-US" altLang="zh-CN" sz="2400" dirty="0" smtClean="0"/>
              <a:t>:";</a:t>
            </a:r>
            <a:endParaRPr lang="zh-CN" altLang="en-US" sz="2000" dirty="0" smtClean="0"/>
          </a:p>
          <a:p>
            <a:pPr eaLnBrk="1" hangingPunct="1">
              <a:lnSpc>
                <a:spcPct val="80000"/>
              </a:lnSpc>
              <a:buFont typeface="Wingdings" panose="05000000000000000000" pitchFamily="2" charset="2"/>
              <a:buNone/>
              <a:defRPr/>
            </a:pPr>
            <a:r>
              <a:rPr lang="zh-CN" altLang="en-US" sz="2400" dirty="0" smtClean="0"/>
              <a:t>	</a:t>
            </a:r>
            <a:r>
              <a:rPr lang="en-US" altLang="zh-CN" sz="2400" dirty="0" err="1" smtClean="0"/>
              <a:t>cin</a:t>
            </a:r>
            <a:r>
              <a:rPr lang="en-US" altLang="zh-CN" sz="2400" dirty="0" smtClean="0"/>
              <a:t> &gt;&gt; r; </a:t>
            </a:r>
            <a:endParaRPr lang="en-US" altLang="zh-CN" sz="2000" dirty="0" smtClean="0"/>
          </a:p>
          <a:p>
            <a:pPr eaLnBrk="1" hangingPunct="1">
              <a:lnSpc>
                <a:spcPct val="80000"/>
              </a:lnSpc>
              <a:buNone/>
              <a:defRPr/>
            </a:pPr>
            <a:r>
              <a:rPr lang="en-US" altLang="zh-CN" sz="2400" dirty="0" smtClean="0"/>
              <a:t>	double </a:t>
            </a:r>
            <a:r>
              <a:rPr lang="en-US" altLang="zh-CN" sz="2400" dirty="0"/>
              <a:t>area, circumference; </a:t>
            </a:r>
            <a:endParaRPr lang="zh-CN" altLang="en-US" sz="2000" dirty="0" smtClean="0"/>
          </a:p>
          <a:p>
            <a:pPr eaLnBrk="1" hangingPunct="1">
              <a:lnSpc>
                <a:spcPct val="80000"/>
              </a:lnSpc>
              <a:buNone/>
              <a:defRPr/>
            </a:pPr>
            <a:r>
              <a:rPr lang="zh-CN" altLang="en-US" sz="2400" dirty="0" smtClean="0"/>
              <a:t>   </a:t>
            </a:r>
            <a:r>
              <a:rPr lang="en-US" altLang="zh-CN" sz="2400" dirty="0" smtClean="0"/>
              <a:t>area = r * r * 3.14; </a:t>
            </a:r>
            <a:endParaRPr lang="en-US" altLang="zh-CN" sz="2400" dirty="0" smtClean="0"/>
          </a:p>
          <a:p>
            <a:pPr eaLnBrk="1" hangingPunct="1">
              <a:lnSpc>
                <a:spcPct val="80000"/>
              </a:lnSpc>
              <a:buNone/>
              <a:defRPr/>
            </a:pPr>
            <a:r>
              <a:rPr lang="en-US" altLang="zh-CN" sz="2400" dirty="0"/>
              <a:t>   </a:t>
            </a:r>
            <a:r>
              <a:rPr lang="en-US" altLang="zh-CN" sz="2400" dirty="0" smtClean="0"/>
              <a:t>circumference </a:t>
            </a:r>
            <a:r>
              <a:rPr lang="en-US" altLang="zh-CN" sz="2400" dirty="0"/>
              <a:t>= 2 * r * 3.14;</a:t>
            </a:r>
            <a:endParaRPr lang="zh-CN" altLang="en-US" sz="2400" dirty="0"/>
          </a:p>
          <a:p>
            <a:pPr eaLnBrk="1" hangingPunct="1">
              <a:lnSpc>
                <a:spcPct val="80000"/>
              </a:lnSpc>
              <a:buFont typeface="Wingdings" panose="05000000000000000000" pitchFamily="2" charset="2"/>
              <a:buNone/>
              <a:defRPr/>
            </a:pPr>
            <a:r>
              <a:rPr lang="zh-CN" altLang="en-US" sz="2400" dirty="0" smtClean="0"/>
              <a:t>	</a:t>
            </a:r>
            <a:r>
              <a:rPr lang="en-US" altLang="zh-CN" sz="2400" dirty="0" err="1" smtClean="0"/>
              <a:t>cout</a:t>
            </a:r>
            <a:r>
              <a:rPr lang="en-US" altLang="zh-CN" sz="2400" dirty="0" smtClean="0"/>
              <a:t> &lt;&lt; "</a:t>
            </a:r>
            <a:r>
              <a:rPr lang="zh-CN" altLang="en-US" sz="2400" dirty="0" smtClean="0"/>
              <a:t>面积等于</a:t>
            </a:r>
            <a:r>
              <a:rPr lang="en-US" altLang="zh-CN" sz="2400" dirty="0" smtClean="0"/>
              <a:t>" &lt;&lt; area &lt;&lt; </a:t>
            </a:r>
            <a:r>
              <a:rPr lang="en-US" altLang="zh-CN" sz="2400" dirty="0" err="1" smtClean="0"/>
              <a:t>endl</a:t>
            </a:r>
            <a:r>
              <a:rPr lang="en-US" altLang="zh-CN" sz="2400" dirty="0" smtClean="0"/>
              <a:t>; </a:t>
            </a:r>
            <a:endParaRPr lang="en-US" altLang="zh-CN" sz="2400" dirty="0" smtClean="0"/>
          </a:p>
          <a:p>
            <a:pPr eaLnBrk="1" hangingPunct="1">
              <a:lnSpc>
                <a:spcPct val="80000"/>
              </a:lnSpc>
              <a:buNone/>
              <a:defRPr/>
            </a:pPr>
            <a:r>
              <a:rPr lang="en-US" altLang="zh-CN" sz="1800" dirty="0"/>
              <a:t>	</a:t>
            </a:r>
            <a:r>
              <a:rPr lang="en-US" altLang="zh-CN" sz="2400" dirty="0" err="1"/>
              <a:t>cout</a:t>
            </a:r>
            <a:r>
              <a:rPr lang="en-US" altLang="zh-CN" sz="2400" dirty="0"/>
              <a:t> &lt;&lt; </a:t>
            </a:r>
            <a:r>
              <a:rPr lang="en-US" altLang="zh-CN" sz="2400" dirty="0" smtClean="0"/>
              <a:t>"</a:t>
            </a:r>
            <a:r>
              <a:rPr lang="zh-CN" altLang="en-US" sz="2400" dirty="0" smtClean="0"/>
              <a:t>周长等于</a:t>
            </a:r>
            <a:r>
              <a:rPr lang="en-US" altLang="zh-CN" sz="2400" dirty="0" smtClean="0"/>
              <a:t>" </a:t>
            </a:r>
            <a:r>
              <a:rPr lang="en-US" altLang="zh-CN" sz="2400" dirty="0"/>
              <a:t>&lt;&lt; circumference</a:t>
            </a:r>
            <a:r>
              <a:rPr lang="en-US" altLang="zh-CN" sz="2400" dirty="0" smtClean="0"/>
              <a:t> </a:t>
            </a:r>
            <a:r>
              <a:rPr lang="en-US" altLang="zh-CN" sz="2400" dirty="0"/>
              <a:t>&lt;&lt; </a:t>
            </a:r>
            <a:r>
              <a:rPr lang="en-US" altLang="zh-CN" sz="2400" dirty="0" err="1"/>
              <a:t>endl</a:t>
            </a:r>
            <a:r>
              <a:rPr lang="en-US" altLang="zh-CN" sz="2400" dirty="0"/>
              <a:t>; </a:t>
            </a:r>
            <a:endParaRPr lang="en-US" altLang="zh-CN" sz="2400" dirty="0"/>
          </a:p>
          <a:p>
            <a:pPr eaLnBrk="1" hangingPunct="1">
              <a:lnSpc>
                <a:spcPct val="80000"/>
              </a:lnSpc>
              <a:buFont typeface="Wingdings" panose="05000000000000000000" pitchFamily="2" charset="2"/>
              <a:buNone/>
              <a:defRPr/>
            </a:pPr>
            <a:r>
              <a:rPr lang="en-US" altLang="zh-CN" sz="2400" dirty="0" smtClean="0"/>
              <a:t>	return 0;</a:t>
            </a:r>
            <a:endParaRPr lang="zh-CN" altLang="en-US" sz="2000" dirty="0" smtClean="0"/>
          </a:p>
          <a:p>
            <a:pPr eaLnBrk="1" hangingPunct="1">
              <a:lnSpc>
                <a:spcPct val="80000"/>
              </a:lnSpc>
              <a:buFont typeface="Wingdings" panose="05000000000000000000" pitchFamily="2" charset="2"/>
              <a:buNone/>
              <a:defRPr/>
            </a:pPr>
            <a:r>
              <a:rPr lang="en-US" altLang="zh-CN" sz="2400" dirty="0" smtClean="0">
                <a:solidFill>
                  <a:srgbClr val="FFC000"/>
                </a:solidFill>
              </a:rPr>
              <a:t>}</a:t>
            </a:r>
            <a:endParaRPr lang="en-US" altLang="zh-CN" sz="2400" dirty="0" smtClean="0">
              <a:solidFill>
                <a:srgbClr val="FFC000"/>
              </a:solidFill>
            </a:endParaRPr>
          </a:p>
          <a:p>
            <a:pPr eaLnBrk="1" hangingPunct="1">
              <a:lnSpc>
                <a:spcPct val="80000"/>
              </a:lnSpc>
              <a:buFont typeface="Wingdings" panose="05000000000000000000" pitchFamily="2" charset="2"/>
              <a:buNone/>
              <a:defRPr/>
            </a:pPr>
            <a:endParaRPr lang="en-US" altLang="zh-CN" sz="2400" dirty="0" smtClean="0"/>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615950" y="115888"/>
            <a:ext cx="7772400" cy="1143000"/>
          </a:xfrm>
        </p:spPr>
        <p:txBody>
          <a:bodyPr/>
          <a:lstStyle/>
          <a:p>
            <a:pPr eaLnBrk="1" hangingPunct="1">
              <a:defRPr/>
            </a:pPr>
            <a:r>
              <a:rPr lang="zh-CN" altLang="en-US" dirty="0" smtClean="0"/>
              <a:t>选择执行</a:t>
            </a:r>
            <a:endParaRPr lang="zh-CN" altLang="en-US" dirty="0" smtClean="0"/>
          </a:p>
        </p:txBody>
      </p:sp>
      <p:sp>
        <p:nvSpPr>
          <p:cNvPr id="8195" name="Rectangle 3"/>
          <p:cNvSpPr>
            <a:spLocks noGrp="1" noChangeArrowheads="1"/>
          </p:cNvSpPr>
          <p:nvPr>
            <p:ph type="body" idx="1"/>
          </p:nvPr>
        </p:nvSpPr>
        <p:spPr>
          <a:xfrm>
            <a:off x="395536" y="1600200"/>
            <a:ext cx="8305800" cy="4924425"/>
          </a:xfrm>
        </p:spPr>
        <p:txBody>
          <a:bodyPr/>
          <a:lstStyle/>
          <a:p>
            <a:pPr marL="360680" indent="-360680" algn="just" eaLnBrk="1" hangingPunct="1">
              <a:defRPr/>
            </a:pPr>
            <a:r>
              <a:rPr lang="zh-CN" altLang="en-US" dirty="0" smtClean="0"/>
              <a:t>在程序中，常常需要根据不同的情况来从一组语句中选择一个来执行</a:t>
            </a:r>
            <a:r>
              <a:rPr lang="zh-CN" altLang="en-US" dirty="0"/>
              <a:t>（分支）</a:t>
            </a:r>
            <a:r>
              <a:rPr lang="zh-CN" altLang="en-US" dirty="0" smtClean="0"/>
              <a:t>，这是通过</a:t>
            </a:r>
            <a:r>
              <a:rPr lang="zh-CN" altLang="en-US" dirty="0" smtClean="0">
                <a:solidFill>
                  <a:srgbClr val="FFC000"/>
                </a:solidFill>
              </a:rPr>
              <a:t>选择语句</a:t>
            </a:r>
            <a:r>
              <a:rPr lang="zh-CN" altLang="en-US" dirty="0" smtClean="0"/>
              <a:t>来完成的。</a:t>
            </a:r>
            <a:endParaRPr lang="zh-CN" altLang="en-US" dirty="0" smtClean="0"/>
          </a:p>
          <a:p>
            <a:pPr marL="360680" indent="-360680" algn="just" eaLnBrk="1" hangingPunct="1">
              <a:defRPr/>
            </a:pPr>
            <a:r>
              <a:rPr lang="en-US" altLang="zh-CN" dirty="0" smtClean="0"/>
              <a:t>C++</a:t>
            </a:r>
            <a:r>
              <a:rPr lang="zh-CN" altLang="en-US" dirty="0" smtClean="0"/>
              <a:t>的选择语句包括：</a:t>
            </a:r>
            <a:endParaRPr lang="zh-CN" altLang="en-US" dirty="0" smtClean="0"/>
          </a:p>
          <a:p>
            <a:pPr marL="825500" lvl="1" algn="just" eaLnBrk="1" hangingPunct="1">
              <a:defRPr/>
            </a:pPr>
            <a:r>
              <a:rPr lang="en-US" altLang="zh-CN" dirty="0">
                <a:cs typeface="+mn-cs"/>
              </a:rPr>
              <a:t>if</a:t>
            </a:r>
            <a:r>
              <a:rPr lang="zh-CN" altLang="en-US" dirty="0"/>
              <a:t>语句</a:t>
            </a:r>
            <a:endParaRPr lang="zh-CN" altLang="en-US" dirty="0"/>
          </a:p>
          <a:p>
            <a:pPr marL="825500" lvl="1" algn="just" eaLnBrk="1" hangingPunct="1">
              <a:defRPr/>
            </a:pPr>
            <a:r>
              <a:rPr lang="en-US" altLang="zh-CN" dirty="0">
                <a:cs typeface="+mn-cs"/>
              </a:rPr>
              <a:t>switch</a:t>
            </a:r>
            <a:r>
              <a:rPr lang="zh-CN" altLang="en-US" dirty="0" smtClean="0"/>
              <a:t>语句</a:t>
            </a:r>
            <a:endParaRPr lang="en-US" altLang="zh-CN" dirty="0" smtClean="0"/>
          </a:p>
          <a:p>
            <a:pPr marL="425450" algn="just" eaLnBrk="1" hangingPunct="1">
              <a:defRPr/>
            </a:pPr>
            <a:r>
              <a:rPr lang="zh-CN" altLang="en-US" dirty="0" smtClean="0"/>
              <a:t>语法上，</a:t>
            </a:r>
            <a:r>
              <a:rPr lang="zh-CN" altLang="en-US" dirty="0"/>
              <a:t>选择语句</a:t>
            </a:r>
            <a:r>
              <a:rPr lang="zh-CN" altLang="en-US" dirty="0" smtClean="0"/>
              <a:t>属于</a:t>
            </a:r>
            <a:r>
              <a:rPr lang="zh-CN" altLang="en-US" dirty="0"/>
              <a:t>结构</a:t>
            </a:r>
            <a:r>
              <a:rPr lang="zh-CN" altLang="en-US" dirty="0" smtClean="0"/>
              <a:t>语句。</a:t>
            </a:r>
            <a:endParaRPr lang="zh-CN" altLang="en-US" dirty="0" smtClean="0"/>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a:xfrm>
            <a:off x="684213" y="115888"/>
            <a:ext cx="7772400" cy="1143000"/>
          </a:xfrm>
        </p:spPr>
        <p:txBody>
          <a:bodyPr/>
          <a:lstStyle/>
          <a:p>
            <a:pPr eaLnBrk="1" hangingPunct="1">
              <a:defRPr/>
            </a:pPr>
            <a:r>
              <a:rPr lang="en-US" altLang="zh-CN" smtClean="0"/>
              <a:t> if  </a:t>
            </a:r>
            <a:r>
              <a:rPr lang="zh-CN" altLang="en-US" smtClean="0"/>
              <a:t>语句</a:t>
            </a:r>
            <a:endParaRPr lang="zh-CN" altLang="en-US" smtClean="0"/>
          </a:p>
        </p:txBody>
      </p:sp>
      <p:sp>
        <p:nvSpPr>
          <p:cNvPr id="9219" name="Rectangle 3"/>
          <p:cNvSpPr>
            <a:spLocks noGrp="1" noChangeArrowheads="1"/>
          </p:cNvSpPr>
          <p:nvPr>
            <p:ph type="body" idx="1"/>
          </p:nvPr>
        </p:nvSpPr>
        <p:spPr>
          <a:xfrm>
            <a:off x="468313" y="1600200"/>
            <a:ext cx="8218487" cy="4997450"/>
          </a:xfrm>
        </p:spPr>
        <p:txBody>
          <a:bodyPr/>
          <a:lstStyle/>
          <a:p>
            <a:pPr eaLnBrk="1" hangingPunct="1">
              <a:defRPr/>
            </a:pPr>
            <a:r>
              <a:rPr lang="en-US" altLang="zh-CN" sz="2800" dirty="0" smtClean="0">
                <a:solidFill>
                  <a:srgbClr val="FFC000"/>
                </a:solidFill>
              </a:rPr>
              <a:t>if</a:t>
            </a:r>
            <a:r>
              <a:rPr lang="zh-CN" altLang="en-US" sz="2800" dirty="0" smtClean="0">
                <a:solidFill>
                  <a:srgbClr val="FFC000"/>
                </a:solidFill>
              </a:rPr>
              <a:t>语句</a:t>
            </a:r>
            <a:r>
              <a:rPr lang="zh-CN" altLang="en-US" sz="2800" dirty="0" smtClean="0"/>
              <a:t>（又称条件语句）是根据一个条件满足与否来决定是否执行某个语句或从两个语句中选择一个语句执行。</a:t>
            </a:r>
            <a:endParaRPr lang="zh-CN" altLang="en-US" sz="2800" dirty="0" smtClean="0"/>
          </a:p>
          <a:p>
            <a:pPr eaLnBrk="1" hangingPunct="1">
              <a:defRPr/>
            </a:pPr>
            <a:r>
              <a:rPr lang="en-US" altLang="zh-CN" sz="2800" dirty="0" smtClean="0">
                <a:latin typeface="Verdana" panose="020B0604030504040204" pitchFamily="34" charset="0"/>
                <a:ea typeface="Verdana" panose="020B0604030504040204" pitchFamily="34" charset="0"/>
                <a:cs typeface="Verdana" panose="020B0604030504040204" pitchFamily="34" charset="0"/>
              </a:rPr>
              <a:t>if</a:t>
            </a:r>
            <a:r>
              <a:rPr lang="zh-CN" altLang="en-US" sz="2800" dirty="0" smtClean="0"/>
              <a:t>语句有两种格式：</a:t>
            </a:r>
            <a:endParaRPr lang="zh-CN" altLang="en-US" sz="2800" dirty="0" smtClean="0">
              <a:latin typeface="宋体" panose="02010600030101010101" pitchFamily="2" charset="-122"/>
              <a:cs typeface="Times New Roman" panose="02020603050405020304" pitchFamily="18" charset="0"/>
            </a:endParaRPr>
          </a:p>
          <a:p>
            <a:pPr marL="457200" lvl="1" indent="0" algn="just" eaLnBrk="1" hangingPunct="1">
              <a:buNone/>
              <a:defRPr/>
            </a:pPr>
            <a:r>
              <a:rPr lang="en-US" altLang="zh-CN" sz="2400" b="1" dirty="0" smtClean="0">
                <a:solidFill>
                  <a:srgbClr val="FFC000"/>
                </a:solidFill>
                <a:cs typeface="Times New Roman" panose="02020603050405020304" pitchFamily="18" charset="0"/>
              </a:rPr>
              <a:t>if (</a:t>
            </a:r>
            <a:r>
              <a:rPr lang="en-US" altLang="zh-CN" sz="2400" dirty="0" smtClean="0">
                <a:cs typeface="Times New Roman" panose="02020603050405020304" pitchFamily="18" charset="0"/>
              </a:rPr>
              <a:t>&lt;</a:t>
            </a:r>
            <a:r>
              <a:rPr lang="zh-CN" altLang="en-US" sz="2400" dirty="0" smtClean="0"/>
              <a:t>表达式</a:t>
            </a:r>
            <a:r>
              <a:rPr lang="en-US" altLang="zh-CN" sz="2400" dirty="0" smtClean="0">
                <a:cs typeface="Times New Roman" panose="02020603050405020304" pitchFamily="18" charset="0"/>
              </a:rPr>
              <a:t>&gt;</a:t>
            </a:r>
            <a:r>
              <a:rPr lang="en-US" altLang="zh-CN" sz="2400" b="1" dirty="0" smtClean="0">
                <a:solidFill>
                  <a:srgbClr val="FFC000"/>
                </a:solidFill>
                <a:cs typeface="Times New Roman" panose="02020603050405020304" pitchFamily="18" charset="0"/>
              </a:rPr>
              <a:t>)</a:t>
            </a:r>
            <a:r>
              <a:rPr lang="en-US" altLang="zh-CN" sz="2400" dirty="0" smtClean="0">
                <a:cs typeface="Times New Roman" panose="02020603050405020304" pitchFamily="18" charset="0"/>
              </a:rPr>
              <a:t> &lt;</a:t>
            </a:r>
            <a:r>
              <a:rPr lang="zh-CN" altLang="en-US" sz="2400" dirty="0" smtClean="0"/>
              <a:t>语句</a:t>
            </a:r>
            <a:r>
              <a:rPr lang="en-US" altLang="zh-CN" sz="2400" dirty="0" smtClean="0">
                <a:cs typeface="Times New Roman" panose="02020603050405020304" pitchFamily="18" charset="0"/>
              </a:rPr>
              <a:t>&gt;</a:t>
            </a:r>
            <a:endParaRPr lang="en-US" altLang="zh-CN" sz="2400" dirty="0" smtClean="0">
              <a:cs typeface="Times New Roman" panose="02020603050405020304" pitchFamily="18" charset="0"/>
            </a:endParaRPr>
          </a:p>
          <a:p>
            <a:pPr marL="457200" lvl="1" indent="0" algn="just" eaLnBrk="1" hangingPunct="1">
              <a:buNone/>
              <a:defRPr/>
            </a:pPr>
            <a:r>
              <a:rPr lang="en-US" altLang="zh-CN" sz="2400" b="1" dirty="0" smtClean="0">
                <a:solidFill>
                  <a:srgbClr val="FFC000"/>
                </a:solidFill>
                <a:cs typeface="Times New Roman" panose="02020603050405020304" pitchFamily="18" charset="0"/>
              </a:rPr>
              <a:t>if (</a:t>
            </a:r>
            <a:r>
              <a:rPr lang="en-US" altLang="zh-CN" sz="2400" dirty="0" smtClean="0">
                <a:cs typeface="Times New Roman" panose="02020603050405020304" pitchFamily="18" charset="0"/>
              </a:rPr>
              <a:t>&lt;</a:t>
            </a:r>
            <a:r>
              <a:rPr lang="zh-CN" altLang="en-US" sz="2400" dirty="0" smtClean="0"/>
              <a:t>表达式</a:t>
            </a:r>
            <a:r>
              <a:rPr lang="en-US" altLang="zh-CN" sz="2400" dirty="0" smtClean="0">
                <a:cs typeface="Times New Roman" panose="02020603050405020304" pitchFamily="18" charset="0"/>
              </a:rPr>
              <a:t>&gt;</a:t>
            </a:r>
            <a:r>
              <a:rPr lang="en-US" altLang="zh-CN" sz="2400" b="1" dirty="0" smtClean="0">
                <a:solidFill>
                  <a:srgbClr val="FFC000"/>
                </a:solidFill>
                <a:cs typeface="Times New Roman" panose="02020603050405020304" pitchFamily="18" charset="0"/>
              </a:rPr>
              <a:t>)</a:t>
            </a:r>
            <a:r>
              <a:rPr lang="en-US" altLang="zh-CN" sz="2400" dirty="0" smtClean="0">
                <a:solidFill>
                  <a:srgbClr val="FFC000"/>
                </a:solidFill>
                <a:cs typeface="Times New Roman" panose="02020603050405020304" pitchFamily="18" charset="0"/>
              </a:rPr>
              <a:t> </a:t>
            </a:r>
            <a:r>
              <a:rPr lang="en-US" altLang="zh-CN" sz="2400" dirty="0" smtClean="0">
                <a:cs typeface="Times New Roman" panose="02020603050405020304" pitchFamily="18" charset="0"/>
              </a:rPr>
              <a:t>&lt;</a:t>
            </a:r>
            <a:r>
              <a:rPr lang="zh-CN" altLang="en-US" sz="2400" dirty="0" smtClean="0"/>
              <a:t>语句</a:t>
            </a:r>
            <a:r>
              <a:rPr lang="en-US" altLang="zh-CN" sz="2400" dirty="0" smtClean="0">
                <a:cs typeface="Times New Roman" panose="02020603050405020304" pitchFamily="18" charset="0"/>
              </a:rPr>
              <a:t>1&gt; </a:t>
            </a:r>
            <a:r>
              <a:rPr lang="en-US" altLang="zh-CN" sz="2400" b="1" dirty="0" smtClean="0">
                <a:solidFill>
                  <a:srgbClr val="FFC000"/>
                </a:solidFill>
                <a:cs typeface="Times New Roman" panose="02020603050405020304" pitchFamily="18" charset="0"/>
              </a:rPr>
              <a:t>else</a:t>
            </a:r>
            <a:r>
              <a:rPr lang="en-US" altLang="zh-CN" sz="2400" dirty="0" smtClean="0">
                <a:cs typeface="Times New Roman" panose="02020603050405020304" pitchFamily="18" charset="0"/>
              </a:rPr>
              <a:t> &lt;</a:t>
            </a:r>
            <a:r>
              <a:rPr lang="zh-CN" altLang="en-US" sz="2400" dirty="0" smtClean="0"/>
              <a:t>语句</a:t>
            </a:r>
            <a:r>
              <a:rPr lang="en-US" altLang="zh-CN" sz="2400" dirty="0" smtClean="0">
                <a:cs typeface="Times New Roman" panose="02020603050405020304" pitchFamily="18" charset="0"/>
              </a:rPr>
              <a:t>2&gt;</a:t>
            </a:r>
            <a:endParaRPr lang="en-US" altLang="zh-CN" sz="2400" dirty="0" smtClean="0">
              <a:cs typeface="Times New Roman" panose="02020603050405020304" pitchFamily="18" charset="0"/>
            </a:endParaRPr>
          </a:p>
          <a:p>
            <a:pPr lvl="1" algn="just" eaLnBrk="1" hangingPunct="1">
              <a:defRPr/>
            </a:pPr>
            <a:r>
              <a:rPr lang="zh-CN" altLang="en-US" sz="2400" dirty="0" smtClean="0">
                <a:cs typeface="Times New Roman" panose="02020603050405020304" pitchFamily="18" charset="0"/>
              </a:rPr>
              <a:t>其中，</a:t>
            </a:r>
            <a:r>
              <a:rPr lang="en-US" altLang="zh-CN" sz="2400" dirty="0" smtClean="0">
                <a:cs typeface="Times New Roman" panose="02020603050405020304" pitchFamily="18" charset="0"/>
              </a:rPr>
              <a:t>&lt;</a:t>
            </a:r>
            <a:r>
              <a:rPr lang="zh-CN" altLang="en-US" sz="2400" dirty="0" smtClean="0"/>
              <a:t>表达式</a:t>
            </a:r>
            <a:r>
              <a:rPr lang="en-US" altLang="zh-CN" sz="2400" dirty="0" smtClean="0">
                <a:cs typeface="Times New Roman" panose="02020603050405020304" pitchFamily="18" charset="0"/>
              </a:rPr>
              <a:t>&gt;</a:t>
            </a:r>
            <a:r>
              <a:rPr lang="zh-CN" altLang="en-US" sz="2400" dirty="0" smtClean="0">
                <a:cs typeface="Times New Roman" panose="02020603050405020304" pitchFamily="18" charset="0"/>
              </a:rPr>
              <a:t>可以是任意的</a:t>
            </a:r>
            <a:r>
              <a:rPr lang="en-US" altLang="zh-CN" sz="2400" dirty="0" smtClean="0">
                <a:cs typeface="Times New Roman" panose="02020603050405020304" pitchFamily="18" charset="0"/>
              </a:rPr>
              <a:t>C++</a:t>
            </a:r>
            <a:r>
              <a:rPr lang="zh-CN" altLang="en-US" sz="2400" dirty="0" smtClean="0">
                <a:cs typeface="Times New Roman" panose="02020603050405020304" pitchFamily="18" charset="0"/>
              </a:rPr>
              <a:t>表达式，通常为</a:t>
            </a:r>
            <a:r>
              <a:rPr lang="zh-CN" altLang="en-US" sz="2400" dirty="0" smtClean="0">
                <a:solidFill>
                  <a:srgbClr val="FFC000"/>
                </a:solidFill>
                <a:cs typeface="Times New Roman" panose="02020603050405020304" pitchFamily="18" charset="0"/>
              </a:rPr>
              <a:t>关系或逻辑表达式</a:t>
            </a:r>
            <a:r>
              <a:rPr lang="zh-CN" altLang="en-US" sz="2400" dirty="0" smtClean="0">
                <a:cs typeface="Times New Roman" panose="02020603050405020304" pitchFamily="18" charset="0"/>
              </a:rPr>
              <a:t>，表示条件；</a:t>
            </a:r>
            <a:endParaRPr lang="en-US" altLang="zh-CN" sz="2400" dirty="0" smtClean="0">
              <a:cs typeface="Times New Roman" panose="02020603050405020304" pitchFamily="18" charset="0"/>
            </a:endParaRPr>
          </a:p>
          <a:p>
            <a:pPr lvl="1" algn="just" eaLnBrk="1" hangingPunct="1">
              <a:defRPr/>
            </a:pPr>
            <a:r>
              <a:rPr lang="en-US" altLang="zh-CN" sz="2400" dirty="0" smtClean="0">
                <a:cs typeface="Times New Roman" panose="02020603050405020304" pitchFamily="18" charset="0"/>
              </a:rPr>
              <a:t>&lt;</a:t>
            </a:r>
            <a:r>
              <a:rPr lang="zh-CN" altLang="en-US" sz="2400" dirty="0" smtClean="0">
                <a:cs typeface="Times New Roman" panose="02020603050405020304" pitchFamily="18" charset="0"/>
              </a:rPr>
              <a:t>语句</a:t>
            </a:r>
            <a:r>
              <a:rPr lang="en-US" altLang="zh-CN" sz="2400" dirty="0" smtClean="0">
                <a:cs typeface="Times New Roman" panose="02020603050405020304" pitchFamily="18" charset="0"/>
              </a:rPr>
              <a:t>&gt;</a:t>
            </a:r>
            <a:r>
              <a:rPr lang="zh-CN" altLang="en-US" sz="2400" dirty="0" smtClean="0">
                <a:cs typeface="Times New Roman" panose="02020603050405020304" pitchFamily="18" charset="0"/>
              </a:rPr>
              <a:t>、</a:t>
            </a:r>
            <a:r>
              <a:rPr lang="en-US" altLang="zh-CN" sz="2400" dirty="0" smtClean="0">
                <a:cs typeface="Times New Roman" panose="02020603050405020304" pitchFamily="18" charset="0"/>
              </a:rPr>
              <a:t>&lt;</a:t>
            </a:r>
            <a:r>
              <a:rPr lang="zh-CN" altLang="en-US" sz="2400" dirty="0" smtClean="0">
                <a:cs typeface="Times New Roman" panose="02020603050405020304" pitchFamily="18" charset="0"/>
              </a:rPr>
              <a:t>语句</a:t>
            </a:r>
            <a:r>
              <a:rPr lang="en-US" altLang="zh-CN" sz="2400" dirty="0" smtClean="0">
                <a:cs typeface="Times New Roman" panose="02020603050405020304" pitchFamily="18" charset="0"/>
              </a:rPr>
              <a:t>1&gt;</a:t>
            </a:r>
            <a:r>
              <a:rPr lang="zh-CN" altLang="en-US" sz="2400" dirty="0" smtClean="0">
                <a:cs typeface="Times New Roman" panose="02020603050405020304" pitchFamily="18" charset="0"/>
              </a:rPr>
              <a:t>、</a:t>
            </a:r>
            <a:r>
              <a:rPr lang="en-US" altLang="zh-CN" sz="2400" dirty="0" smtClean="0">
                <a:cs typeface="Times New Roman" panose="02020603050405020304" pitchFamily="18" charset="0"/>
              </a:rPr>
              <a:t>&lt;</a:t>
            </a:r>
            <a:r>
              <a:rPr lang="zh-CN" altLang="en-US" sz="2400" dirty="0" smtClean="0">
                <a:cs typeface="Times New Roman" panose="02020603050405020304" pitchFamily="18" charset="0"/>
              </a:rPr>
              <a:t>语句</a:t>
            </a:r>
            <a:r>
              <a:rPr lang="en-US" altLang="zh-CN" sz="2400" dirty="0" smtClean="0">
                <a:cs typeface="Times New Roman" panose="02020603050405020304" pitchFamily="18" charset="0"/>
              </a:rPr>
              <a:t>2&gt;</a:t>
            </a:r>
            <a:r>
              <a:rPr lang="zh-CN" altLang="en-US" sz="2400" dirty="0" smtClean="0">
                <a:cs typeface="Times New Roman" panose="02020603050405020304" pitchFamily="18" charset="0"/>
              </a:rPr>
              <a:t>可以是任意的</a:t>
            </a:r>
            <a:r>
              <a:rPr lang="en-US" altLang="zh-CN" sz="2400" dirty="0" smtClean="0">
                <a:cs typeface="Times New Roman" panose="02020603050405020304" pitchFamily="18" charset="0"/>
              </a:rPr>
              <a:t>C++</a:t>
            </a:r>
            <a:r>
              <a:rPr lang="zh-CN" altLang="en-US" sz="2400" dirty="0" smtClean="0">
                <a:cs typeface="Times New Roman" panose="02020603050405020304" pitchFamily="18" charset="0"/>
              </a:rPr>
              <a:t>语句，但必须是</a:t>
            </a:r>
            <a:r>
              <a:rPr lang="zh-CN" altLang="en-US" sz="2400" dirty="0" smtClean="0">
                <a:solidFill>
                  <a:srgbClr val="FFC000"/>
                </a:solidFill>
                <a:cs typeface="Times New Roman" panose="02020603050405020304" pitchFamily="18" charset="0"/>
              </a:rPr>
              <a:t>一个语句</a:t>
            </a:r>
            <a:r>
              <a:rPr lang="zh-CN" altLang="en-US" sz="2400" dirty="0" smtClean="0">
                <a:cs typeface="Times New Roman" panose="02020603050405020304" pitchFamily="18" charset="0"/>
              </a:rPr>
              <a:t>！（结构语句算一个语句）</a:t>
            </a:r>
            <a:endParaRPr lang="zh-CN" altLang="en-US" sz="2400" dirty="0" smtClean="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a:xfrm>
            <a:off x="684213" y="0"/>
            <a:ext cx="7772400" cy="1143000"/>
          </a:xfrm>
        </p:spPr>
        <p:txBody>
          <a:bodyPr/>
          <a:lstStyle/>
          <a:p>
            <a:pPr eaLnBrk="1" hangingPunct="1">
              <a:defRPr/>
            </a:pPr>
            <a:r>
              <a:rPr lang="en-US" altLang="zh-CN" smtClean="0"/>
              <a:t> if</a:t>
            </a:r>
            <a:r>
              <a:rPr lang="zh-CN" altLang="en-US" smtClean="0"/>
              <a:t>语句的含义</a:t>
            </a:r>
            <a:endParaRPr lang="zh-CN" altLang="en-US" smtClean="0"/>
          </a:p>
        </p:txBody>
      </p:sp>
      <p:sp>
        <p:nvSpPr>
          <p:cNvPr id="16388" name="Text Box 4"/>
          <p:cNvSpPr txBox="1">
            <a:spLocks noChangeArrowheads="1"/>
          </p:cNvSpPr>
          <p:nvPr/>
        </p:nvSpPr>
        <p:spPr bwMode="auto">
          <a:xfrm>
            <a:off x="179512" y="2051050"/>
            <a:ext cx="36004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buClr>
                <a:schemeClr val="hlink"/>
              </a:buClr>
              <a:buSzPct val="60000"/>
              <a:buFont typeface="Wingdings" panose="05000000000000000000" pitchFamily="2" charset="2"/>
              <a:buChar char="n"/>
              <a:defRPr sz="3200">
                <a:solidFill>
                  <a:schemeClr val="tx1"/>
                </a:solidFill>
                <a:latin typeface="Verdana" panose="020B0604030504040204" pitchFamily="34" charset="0"/>
                <a:ea typeface="宋体" panose="02010600030101010101" pitchFamily="2" charset="-122"/>
              </a:defRPr>
            </a:lvl1pPr>
            <a:lvl2pPr marL="742950" indent="-285750" eaLnBrk="0" hangingPunct="0">
              <a:buClr>
                <a:schemeClr val="tx1"/>
              </a:buClr>
              <a:defRPr sz="2800">
                <a:solidFill>
                  <a:schemeClr val="tx1"/>
                </a:solidFill>
                <a:latin typeface="Verdana" panose="020B0604030504040204" pitchFamily="34" charset="0"/>
                <a:ea typeface="宋体" panose="02010600030101010101" pitchFamily="2" charset="-122"/>
              </a:defRPr>
            </a:lvl2pPr>
            <a:lvl3pPr marL="1143000" indent="-228600" eaLnBrk="0" hangingPunct="0">
              <a:buClr>
                <a:schemeClr val="accent2"/>
              </a:buClr>
              <a:buSzPct val="60000"/>
              <a:buFont typeface="Wingdings" panose="05000000000000000000" pitchFamily="2" charset="2"/>
              <a:buChar char="n"/>
              <a:defRPr sz="2400">
                <a:solidFill>
                  <a:schemeClr val="tx1"/>
                </a:solidFill>
                <a:latin typeface="Verdana" panose="020B0604030504040204" pitchFamily="34" charset="0"/>
                <a:ea typeface="宋体" panose="02010600030101010101" pitchFamily="2" charset="-122"/>
              </a:defRPr>
            </a:lvl3pPr>
            <a:lvl4pPr marL="1600200" indent="-228600" eaLnBrk="0" hangingPunct="0">
              <a:buClr>
                <a:schemeClr val="tx2"/>
              </a:buClr>
              <a:defRPr sz="2000">
                <a:solidFill>
                  <a:schemeClr val="tx1"/>
                </a:solidFill>
                <a:latin typeface="Verdana" panose="020B0604030504040204" pitchFamily="34" charset="0"/>
                <a:ea typeface="宋体" panose="02010600030101010101" pitchFamily="2" charset="-122"/>
              </a:defRPr>
            </a:lvl4pPr>
            <a:lvl5pPr marL="2057400" indent="-228600" eaLnBrk="0" hangingPunct="0">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9pPr>
          </a:lstStyle>
          <a:p>
            <a:pPr marL="5080" lvl="1" indent="0" algn="just" eaLnBrk="1" hangingPunct="1">
              <a:buFontTx/>
              <a:buNone/>
              <a:defRPr/>
            </a:pPr>
            <a:r>
              <a:rPr lang="zh-CN" altLang="en-US" sz="2000" dirty="0" smtClean="0">
                <a:cs typeface="Times New Roman" panose="02020603050405020304" pitchFamily="18" charset="0"/>
              </a:rPr>
              <a:t>（</a:t>
            </a:r>
            <a:r>
              <a:rPr lang="en-US" altLang="zh-CN" sz="2000" dirty="0" smtClean="0">
                <a:cs typeface="Times New Roman" panose="02020603050405020304" pitchFamily="18" charset="0"/>
              </a:rPr>
              <a:t>1</a:t>
            </a:r>
            <a:r>
              <a:rPr lang="zh-CN" altLang="en-US" sz="2000" dirty="0" smtClean="0">
                <a:cs typeface="Times New Roman" panose="02020603050405020304" pitchFamily="18" charset="0"/>
              </a:rPr>
              <a:t>）</a:t>
            </a:r>
            <a:r>
              <a:rPr lang="en-US" altLang="zh-CN" sz="2000" dirty="0" smtClean="0">
                <a:solidFill>
                  <a:srgbClr val="FFC000"/>
                </a:solidFill>
                <a:cs typeface="Times New Roman" panose="02020603050405020304" pitchFamily="18" charset="0"/>
              </a:rPr>
              <a:t>if </a:t>
            </a:r>
            <a:r>
              <a:rPr lang="en-US" altLang="zh-CN" sz="2000" dirty="0">
                <a:solidFill>
                  <a:srgbClr val="FFC000"/>
                </a:solidFill>
                <a:cs typeface="Times New Roman" panose="02020603050405020304" pitchFamily="18" charset="0"/>
              </a:rPr>
              <a:t>(</a:t>
            </a:r>
            <a:r>
              <a:rPr lang="en-US" altLang="zh-CN" sz="2000" dirty="0">
                <a:cs typeface="Times New Roman" panose="02020603050405020304" pitchFamily="18" charset="0"/>
              </a:rPr>
              <a:t>&lt;</a:t>
            </a:r>
            <a:r>
              <a:rPr lang="zh-CN" altLang="en-US" sz="2000" dirty="0"/>
              <a:t>表达式</a:t>
            </a:r>
            <a:r>
              <a:rPr lang="en-US" altLang="zh-CN" sz="2000" dirty="0">
                <a:cs typeface="Times New Roman" panose="02020603050405020304" pitchFamily="18" charset="0"/>
              </a:rPr>
              <a:t>&gt;</a:t>
            </a:r>
            <a:r>
              <a:rPr lang="en-US" altLang="zh-CN" sz="2000" dirty="0">
                <a:solidFill>
                  <a:srgbClr val="FFC000"/>
                </a:solidFill>
                <a:cs typeface="Times New Roman" panose="02020603050405020304" pitchFamily="18" charset="0"/>
              </a:rPr>
              <a:t>) </a:t>
            </a:r>
            <a:r>
              <a:rPr lang="en-US" altLang="zh-CN" sz="2000" dirty="0">
                <a:cs typeface="Times New Roman" panose="02020603050405020304" pitchFamily="18" charset="0"/>
              </a:rPr>
              <a:t>&lt;</a:t>
            </a:r>
            <a:r>
              <a:rPr lang="zh-CN" altLang="en-US" sz="2000" dirty="0"/>
              <a:t>语句</a:t>
            </a:r>
            <a:r>
              <a:rPr lang="en-US" altLang="zh-CN" sz="2000" dirty="0">
                <a:cs typeface="Times New Roman" panose="02020603050405020304" pitchFamily="18" charset="0"/>
              </a:rPr>
              <a:t>&gt;</a:t>
            </a:r>
            <a:endParaRPr lang="en-US" altLang="zh-CN" sz="2000" dirty="0">
              <a:cs typeface="Times New Roman" panose="02020603050405020304" pitchFamily="18" charset="0"/>
            </a:endParaRPr>
          </a:p>
        </p:txBody>
      </p:sp>
      <p:sp>
        <p:nvSpPr>
          <p:cNvPr id="16389" name="Text Box 5"/>
          <p:cNvSpPr txBox="1">
            <a:spLocks noChangeArrowheads="1"/>
          </p:cNvSpPr>
          <p:nvPr/>
        </p:nvSpPr>
        <p:spPr bwMode="auto">
          <a:xfrm>
            <a:off x="3923928" y="2020888"/>
            <a:ext cx="511256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buClr>
                <a:schemeClr val="hlink"/>
              </a:buClr>
              <a:buSzPct val="60000"/>
              <a:buFont typeface="Wingdings" panose="05000000000000000000" pitchFamily="2" charset="2"/>
              <a:buChar char="n"/>
              <a:defRPr sz="3200">
                <a:solidFill>
                  <a:schemeClr val="tx1"/>
                </a:solidFill>
                <a:latin typeface="Verdana" panose="020B0604030504040204" pitchFamily="34" charset="0"/>
                <a:ea typeface="宋体" panose="02010600030101010101" pitchFamily="2" charset="-122"/>
              </a:defRPr>
            </a:lvl1pPr>
            <a:lvl2pPr marL="742950" indent="-285750" eaLnBrk="0" hangingPunct="0">
              <a:buClr>
                <a:schemeClr val="tx1"/>
              </a:buClr>
              <a:defRPr sz="2800">
                <a:solidFill>
                  <a:schemeClr val="tx1"/>
                </a:solidFill>
                <a:latin typeface="Verdana" panose="020B0604030504040204" pitchFamily="34" charset="0"/>
                <a:ea typeface="宋体" panose="02010600030101010101" pitchFamily="2" charset="-122"/>
              </a:defRPr>
            </a:lvl2pPr>
            <a:lvl3pPr marL="1143000" indent="-228600" eaLnBrk="0" hangingPunct="0">
              <a:buClr>
                <a:schemeClr val="accent2"/>
              </a:buClr>
              <a:buSzPct val="60000"/>
              <a:buFont typeface="Wingdings" panose="05000000000000000000" pitchFamily="2" charset="2"/>
              <a:buChar char="n"/>
              <a:defRPr sz="2400">
                <a:solidFill>
                  <a:schemeClr val="tx1"/>
                </a:solidFill>
                <a:latin typeface="Verdana" panose="020B0604030504040204" pitchFamily="34" charset="0"/>
                <a:ea typeface="宋体" panose="02010600030101010101" pitchFamily="2" charset="-122"/>
              </a:defRPr>
            </a:lvl3pPr>
            <a:lvl4pPr marL="1600200" indent="-228600" eaLnBrk="0" hangingPunct="0">
              <a:buClr>
                <a:schemeClr val="tx2"/>
              </a:buClr>
              <a:defRPr sz="2000">
                <a:solidFill>
                  <a:schemeClr val="tx1"/>
                </a:solidFill>
                <a:latin typeface="Verdana" panose="020B0604030504040204" pitchFamily="34" charset="0"/>
                <a:ea typeface="宋体" panose="02010600030101010101" pitchFamily="2" charset="-122"/>
              </a:defRPr>
            </a:lvl4pPr>
            <a:lvl5pPr marL="2057400" indent="-228600" eaLnBrk="0" hangingPunct="0">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9pPr>
          </a:lstStyle>
          <a:p>
            <a:pPr eaLnBrk="1" hangingPunct="1">
              <a:lnSpc>
                <a:spcPct val="100000"/>
              </a:lnSpc>
              <a:spcBef>
                <a:spcPct val="50000"/>
              </a:spcBef>
              <a:buClrTx/>
              <a:buSzTx/>
              <a:buFontTx/>
              <a:buNone/>
            </a:pPr>
            <a:r>
              <a:rPr kumimoji="1" lang="zh-CN" altLang="en-US" sz="2000" dirty="0" smtClean="0">
                <a:effectLst/>
                <a:latin typeface="Tahoma" panose="020B0604030504040204" pitchFamily="34" charset="0"/>
              </a:rPr>
              <a:t>（</a:t>
            </a:r>
            <a:r>
              <a:rPr kumimoji="1" lang="en-US" altLang="zh-CN" sz="2000" dirty="0" smtClean="0">
                <a:effectLst/>
                <a:latin typeface="Tahoma" panose="020B0604030504040204" pitchFamily="34" charset="0"/>
              </a:rPr>
              <a:t>2</a:t>
            </a:r>
            <a:r>
              <a:rPr kumimoji="1" lang="zh-CN" altLang="en-US" sz="2000" dirty="0" smtClean="0">
                <a:effectLst/>
                <a:latin typeface="Tahoma" panose="020B0604030504040204" pitchFamily="34" charset="0"/>
              </a:rPr>
              <a:t>）</a:t>
            </a:r>
            <a:r>
              <a:rPr kumimoji="1" lang="en-US" altLang="zh-CN" sz="2000" dirty="0" smtClean="0">
                <a:solidFill>
                  <a:srgbClr val="FFC000"/>
                </a:solidFill>
                <a:effectLst/>
                <a:latin typeface="Tahoma" panose="020B0604030504040204" pitchFamily="34" charset="0"/>
              </a:rPr>
              <a:t>if </a:t>
            </a:r>
            <a:r>
              <a:rPr kumimoji="1" lang="en-US" altLang="zh-CN" sz="2000" dirty="0">
                <a:solidFill>
                  <a:srgbClr val="FFC000"/>
                </a:solidFill>
                <a:effectLst/>
                <a:latin typeface="Tahoma" panose="020B0604030504040204" pitchFamily="34" charset="0"/>
              </a:rPr>
              <a:t>(</a:t>
            </a:r>
            <a:r>
              <a:rPr kumimoji="1" lang="en-US" altLang="zh-CN" sz="2000" dirty="0">
                <a:effectLst/>
                <a:latin typeface="Tahoma" panose="020B0604030504040204" pitchFamily="34" charset="0"/>
              </a:rPr>
              <a:t>&lt;</a:t>
            </a:r>
            <a:r>
              <a:rPr kumimoji="1" lang="zh-CN" altLang="en-US" sz="2000" dirty="0">
                <a:effectLst/>
                <a:latin typeface="Tahoma" panose="020B0604030504040204" pitchFamily="34" charset="0"/>
              </a:rPr>
              <a:t>表达式</a:t>
            </a:r>
            <a:r>
              <a:rPr kumimoji="1" lang="en-US" altLang="zh-CN" sz="2000" dirty="0">
                <a:effectLst/>
                <a:latin typeface="Tahoma" panose="020B0604030504040204" pitchFamily="34" charset="0"/>
              </a:rPr>
              <a:t>&gt;</a:t>
            </a:r>
            <a:r>
              <a:rPr kumimoji="1" lang="en-US" altLang="zh-CN" sz="2000" dirty="0">
                <a:solidFill>
                  <a:srgbClr val="FFC000"/>
                </a:solidFill>
                <a:effectLst/>
                <a:latin typeface="Tahoma" panose="020B0604030504040204" pitchFamily="34" charset="0"/>
              </a:rPr>
              <a:t>) </a:t>
            </a:r>
            <a:r>
              <a:rPr kumimoji="1" lang="en-US" altLang="zh-CN" sz="2000" dirty="0">
                <a:effectLst/>
                <a:latin typeface="Tahoma" panose="020B0604030504040204" pitchFamily="34" charset="0"/>
              </a:rPr>
              <a:t>&lt;</a:t>
            </a:r>
            <a:r>
              <a:rPr kumimoji="1" lang="zh-CN" altLang="en-US" sz="2000" dirty="0">
                <a:effectLst/>
                <a:latin typeface="Tahoma" panose="020B0604030504040204" pitchFamily="34" charset="0"/>
              </a:rPr>
              <a:t>语句</a:t>
            </a:r>
            <a:r>
              <a:rPr kumimoji="1" lang="en-US" altLang="zh-CN" sz="2000" dirty="0">
                <a:effectLst/>
                <a:latin typeface="Tahoma" panose="020B0604030504040204" pitchFamily="34" charset="0"/>
              </a:rPr>
              <a:t>1&gt; </a:t>
            </a:r>
            <a:r>
              <a:rPr kumimoji="1" lang="en-US" altLang="zh-CN" sz="2000" dirty="0">
                <a:solidFill>
                  <a:srgbClr val="FFC000"/>
                </a:solidFill>
                <a:effectLst/>
                <a:latin typeface="Tahoma" panose="020B0604030504040204" pitchFamily="34" charset="0"/>
              </a:rPr>
              <a:t>else</a:t>
            </a:r>
            <a:r>
              <a:rPr kumimoji="1" lang="en-US" altLang="zh-CN" sz="2000" dirty="0">
                <a:effectLst/>
                <a:latin typeface="Tahoma" panose="020B0604030504040204" pitchFamily="34" charset="0"/>
              </a:rPr>
              <a:t> &lt;</a:t>
            </a:r>
            <a:r>
              <a:rPr kumimoji="1" lang="zh-CN" altLang="en-US" sz="2000" dirty="0">
                <a:effectLst/>
                <a:latin typeface="Tahoma" panose="020B0604030504040204" pitchFamily="34" charset="0"/>
              </a:rPr>
              <a:t>语句</a:t>
            </a:r>
            <a:r>
              <a:rPr kumimoji="1" lang="en-US" altLang="zh-CN" sz="2000" dirty="0">
                <a:effectLst/>
                <a:latin typeface="Tahoma" panose="020B0604030504040204" pitchFamily="34" charset="0"/>
              </a:rPr>
              <a:t>2&gt;</a:t>
            </a:r>
            <a:endParaRPr kumimoji="1" lang="zh-CN" altLang="en-US" sz="2000" dirty="0">
              <a:effectLst/>
              <a:latin typeface="Tahoma" panose="020B0604030504040204" pitchFamily="34" charset="0"/>
            </a:endParaRPr>
          </a:p>
        </p:txBody>
      </p:sp>
      <p:pic>
        <p:nvPicPr>
          <p:cNvPr id="3" name="图片 2"/>
          <p:cNvPicPr>
            <a:picLocks noChangeAspect="1"/>
          </p:cNvPicPr>
          <p:nvPr/>
        </p:nvPicPr>
        <p:blipFill>
          <a:blip r:embed="rId1"/>
          <a:stretch>
            <a:fillRect/>
          </a:stretch>
        </p:blipFill>
        <p:spPr>
          <a:xfrm>
            <a:off x="683568" y="2924944"/>
            <a:ext cx="7946388" cy="3384376"/>
          </a:xfrm>
          <a:prstGeom prst="rect">
            <a:avLst/>
          </a:prstGeom>
        </p:spPr>
      </p:pic>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a:xfrm>
            <a:off x="395536" y="115888"/>
            <a:ext cx="8460432" cy="1143000"/>
          </a:xfrm>
        </p:spPr>
        <p:txBody>
          <a:bodyPr/>
          <a:lstStyle/>
          <a:p>
            <a:pPr algn="l" eaLnBrk="1" hangingPunct="1">
              <a:defRPr/>
            </a:pPr>
            <a:r>
              <a:rPr lang="zh-CN" altLang="en-US" sz="3600" dirty="0" smtClean="0"/>
              <a:t>例：从键盘输入三个整数，计算其中的最大值并将其输出</a:t>
            </a:r>
            <a:endParaRPr lang="zh-CN" altLang="en-US" sz="3600" dirty="0" smtClean="0"/>
          </a:p>
        </p:txBody>
      </p:sp>
      <p:sp>
        <p:nvSpPr>
          <p:cNvPr id="11267" name="Rectangle 3"/>
          <p:cNvSpPr>
            <a:spLocks noGrp="1" noChangeArrowheads="1"/>
          </p:cNvSpPr>
          <p:nvPr>
            <p:ph type="body" idx="1"/>
          </p:nvPr>
        </p:nvSpPr>
        <p:spPr>
          <a:xfrm>
            <a:off x="467544" y="1752600"/>
            <a:ext cx="8041704" cy="4840288"/>
          </a:xfrm>
        </p:spPr>
        <p:txBody>
          <a:bodyPr>
            <a:normAutofit lnSpcReduction="10000"/>
          </a:bodyPr>
          <a:lstStyle/>
          <a:p>
            <a:pPr eaLnBrk="1" hangingPunct="1">
              <a:lnSpc>
                <a:spcPct val="90000"/>
              </a:lnSpc>
              <a:buFont typeface="Wingdings" panose="05000000000000000000" pitchFamily="2" charset="2"/>
              <a:buNone/>
              <a:defRPr/>
            </a:pPr>
            <a:r>
              <a:rPr lang="en-US" altLang="zh-CN" sz="2000" dirty="0" smtClean="0">
                <a:cs typeface="Courier New" panose="02070309020205020404" pitchFamily="49" charset="0"/>
              </a:rPr>
              <a:t>#include &lt;</a:t>
            </a:r>
            <a:r>
              <a:rPr lang="en-US" altLang="zh-CN" sz="2000" dirty="0" err="1" smtClean="0">
                <a:cs typeface="Courier New" panose="02070309020205020404" pitchFamily="49" charset="0"/>
              </a:rPr>
              <a:t>iostream</a:t>
            </a:r>
            <a:r>
              <a:rPr lang="en-US" altLang="zh-CN" sz="2000" dirty="0" smtClean="0">
                <a:cs typeface="Courier New" panose="02070309020205020404" pitchFamily="49" charset="0"/>
              </a:rPr>
              <a:t>&gt;</a:t>
            </a:r>
            <a:endParaRPr lang="en-US" altLang="zh-CN" sz="2000" dirty="0" smtClean="0">
              <a:cs typeface="Courier New" panose="02070309020205020404" pitchFamily="49" charset="0"/>
            </a:endParaRPr>
          </a:p>
          <a:p>
            <a:pPr eaLnBrk="1" hangingPunct="1">
              <a:lnSpc>
                <a:spcPct val="90000"/>
              </a:lnSpc>
              <a:buFont typeface="Wingdings" panose="05000000000000000000" pitchFamily="2" charset="2"/>
              <a:buNone/>
              <a:defRPr/>
            </a:pPr>
            <a:r>
              <a:rPr lang="en-US" altLang="zh-CN" sz="2000" dirty="0" smtClean="0">
                <a:cs typeface="Courier New" panose="02070309020205020404" pitchFamily="49" charset="0"/>
              </a:rPr>
              <a:t>using namespace </a:t>
            </a:r>
            <a:r>
              <a:rPr lang="en-US" altLang="zh-CN" sz="2000" dirty="0" err="1" smtClean="0">
                <a:cs typeface="Courier New" panose="02070309020205020404" pitchFamily="49" charset="0"/>
              </a:rPr>
              <a:t>std</a:t>
            </a:r>
            <a:r>
              <a:rPr lang="en-US" altLang="zh-CN" sz="2000" dirty="0" smtClean="0">
                <a:cs typeface="Courier New" panose="02070309020205020404" pitchFamily="49" charset="0"/>
              </a:rPr>
              <a:t>;</a:t>
            </a:r>
            <a:endParaRPr lang="en-US" altLang="zh-CN" sz="2000" dirty="0" smtClean="0">
              <a:cs typeface="Courier New" panose="02070309020205020404" pitchFamily="49" charset="0"/>
            </a:endParaRPr>
          </a:p>
          <a:p>
            <a:pPr eaLnBrk="1" hangingPunct="1">
              <a:lnSpc>
                <a:spcPct val="90000"/>
              </a:lnSpc>
              <a:buFont typeface="Wingdings" panose="05000000000000000000" pitchFamily="2" charset="2"/>
              <a:buNone/>
              <a:defRPr/>
            </a:pPr>
            <a:r>
              <a:rPr lang="en-US" altLang="zh-CN" sz="2000" dirty="0" err="1" smtClean="0">
                <a:cs typeface="Courier New" panose="02070309020205020404" pitchFamily="49" charset="0"/>
              </a:rPr>
              <a:t>int</a:t>
            </a:r>
            <a:r>
              <a:rPr lang="en-US" altLang="zh-CN" sz="2000" dirty="0" smtClean="0">
                <a:cs typeface="Courier New" panose="02070309020205020404" pitchFamily="49" charset="0"/>
              </a:rPr>
              <a:t> main()</a:t>
            </a:r>
            <a:endParaRPr lang="en-US" altLang="zh-CN" sz="2000" dirty="0" smtClean="0">
              <a:cs typeface="Courier New" panose="02070309020205020404" pitchFamily="49" charset="0"/>
            </a:endParaRPr>
          </a:p>
          <a:p>
            <a:pPr eaLnBrk="1" hangingPunct="1">
              <a:lnSpc>
                <a:spcPct val="90000"/>
              </a:lnSpc>
              <a:buFont typeface="Wingdings" panose="05000000000000000000" pitchFamily="2" charset="2"/>
              <a:buNone/>
              <a:defRPr/>
            </a:pPr>
            <a:r>
              <a:rPr lang="en-US" altLang="zh-CN" sz="2000" dirty="0" smtClean="0">
                <a:cs typeface="Courier New" panose="02070309020205020404" pitchFamily="49" charset="0"/>
              </a:rPr>
              <a:t>{	</a:t>
            </a:r>
            <a:r>
              <a:rPr lang="en-US" altLang="zh-CN" sz="2000" dirty="0" err="1" smtClean="0">
                <a:cs typeface="Courier New" panose="02070309020205020404" pitchFamily="49" charset="0"/>
              </a:rPr>
              <a:t>int</a:t>
            </a:r>
            <a:r>
              <a:rPr lang="en-US" altLang="zh-CN" sz="2000" dirty="0" smtClean="0">
                <a:cs typeface="Courier New" panose="02070309020205020404" pitchFamily="49" charset="0"/>
              </a:rPr>
              <a:t> </a:t>
            </a:r>
            <a:r>
              <a:rPr lang="en-US" altLang="zh-CN" sz="2000" dirty="0" err="1" smtClean="0">
                <a:cs typeface="Courier New" panose="02070309020205020404" pitchFamily="49" charset="0"/>
              </a:rPr>
              <a:t>a,b,c,max</a:t>
            </a:r>
            <a:r>
              <a:rPr lang="en-US" altLang="zh-CN" sz="2000" dirty="0" smtClean="0">
                <a:cs typeface="Courier New" panose="02070309020205020404" pitchFamily="49" charset="0"/>
              </a:rPr>
              <a:t>;</a:t>
            </a:r>
            <a:endParaRPr lang="en-US" altLang="zh-CN" sz="2000" dirty="0" smtClean="0">
              <a:cs typeface="Courier New" panose="02070309020205020404" pitchFamily="49" charset="0"/>
            </a:endParaRPr>
          </a:p>
          <a:p>
            <a:pPr eaLnBrk="1" hangingPunct="1">
              <a:lnSpc>
                <a:spcPct val="90000"/>
              </a:lnSpc>
              <a:buFont typeface="Wingdings" panose="05000000000000000000" pitchFamily="2" charset="2"/>
              <a:buNone/>
              <a:defRPr/>
            </a:pPr>
            <a:r>
              <a:rPr lang="en-US" altLang="zh-CN" sz="2000" dirty="0" smtClean="0">
                <a:cs typeface="Courier New" panose="02070309020205020404" pitchFamily="49" charset="0"/>
              </a:rPr>
              <a:t>	</a:t>
            </a:r>
            <a:r>
              <a:rPr lang="en-US" altLang="zh-CN" sz="2000" dirty="0" err="1" smtClean="0">
                <a:cs typeface="Courier New" panose="02070309020205020404" pitchFamily="49" charset="0"/>
              </a:rPr>
              <a:t>cout</a:t>
            </a:r>
            <a:r>
              <a:rPr lang="en-US" altLang="zh-CN" sz="2000" dirty="0" smtClean="0">
                <a:cs typeface="Courier New" panose="02070309020205020404" pitchFamily="49" charset="0"/>
              </a:rPr>
              <a:t> &lt;&lt; "</a:t>
            </a:r>
            <a:r>
              <a:rPr lang="zh-CN" altLang="en-US" sz="2000" dirty="0" smtClean="0"/>
              <a:t>请输入三个整数：</a:t>
            </a:r>
            <a:r>
              <a:rPr lang="en-US" altLang="zh-CN" sz="2000" dirty="0" smtClean="0">
                <a:cs typeface="Courier New" panose="02070309020205020404" pitchFamily="49" charset="0"/>
              </a:rPr>
              <a:t>" &lt;&lt; </a:t>
            </a:r>
            <a:r>
              <a:rPr lang="en-US" altLang="zh-CN" sz="2000" dirty="0" err="1" smtClean="0">
                <a:cs typeface="Courier New" panose="02070309020205020404" pitchFamily="49" charset="0"/>
              </a:rPr>
              <a:t>endl</a:t>
            </a:r>
            <a:r>
              <a:rPr lang="en-US" altLang="zh-CN" sz="2000" dirty="0" smtClean="0">
                <a:cs typeface="Courier New" panose="02070309020205020404" pitchFamily="49" charset="0"/>
              </a:rPr>
              <a:t>;</a:t>
            </a:r>
            <a:endParaRPr lang="en-US" altLang="zh-CN" sz="2000" dirty="0" smtClean="0">
              <a:cs typeface="Courier New" panose="02070309020205020404" pitchFamily="49" charset="0"/>
            </a:endParaRPr>
          </a:p>
          <a:p>
            <a:pPr eaLnBrk="1" hangingPunct="1">
              <a:lnSpc>
                <a:spcPct val="90000"/>
              </a:lnSpc>
              <a:buFont typeface="Wingdings" panose="05000000000000000000" pitchFamily="2" charset="2"/>
              <a:buNone/>
              <a:defRPr/>
            </a:pPr>
            <a:r>
              <a:rPr lang="en-US" altLang="zh-CN" sz="2000" dirty="0" smtClean="0">
                <a:cs typeface="Courier New" panose="02070309020205020404" pitchFamily="49" charset="0"/>
              </a:rPr>
              <a:t>	</a:t>
            </a:r>
            <a:r>
              <a:rPr lang="en-US" altLang="zh-CN" sz="2000" dirty="0" err="1" smtClean="0">
                <a:cs typeface="Courier New" panose="02070309020205020404" pitchFamily="49" charset="0"/>
              </a:rPr>
              <a:t>cin</a:t>
            </a:r>
            <a:r>
              <a:rPr lang="en-US" altLang="zh-CN" sz="2000" dirty="0" smtClean="0">
                <a:cs typeface="Courier New" panose="02070309020205020404" pitchFamily="49" charset="0"/>
              </a:rPr>
              <a:t> &gt;&gt; a &gt;&gt; b &gt;&gt; c;</a:t>
            </a:r>
            <a:endParaRPr lang="en-US" altLang="zh-CN" sz="2000" dirty="0" smtClean="0">
              <a:cs typeface="Courier New" panose="02070309020205020404" pitchFamily="49" charset="0"/>
            </a:endParaRPr>
          </a:p>
          <a:p>
            <a:pPr eaLnBrk="1" hangingPunct="1">
              <a:lnSpc>
                <a:spcPct val="90000"/>
              </a:lnSpc>
              <a:buFont typeface="Wingdings" panose="05000000000000000000" pitchFamily="2" charset="2"/>
              <a:buNone/>
              <a:defRPr/>
            </a:pPr>
            <a:r>
              <a:rPr lang="en-US" altLang="zh-CN" sz="2000" dirty="0" smtClean="0">
                <a:cs typeface="Courier New" panose="02070309020205020404" pitchFamily="49" charset="0"/>
              </a:rPr>
              <a:t>	</a:t>
            </a:r>
            <a:r>
              <a:rPr lang="en-US" altLang="zh-CN" sz="2000" dirty="0" smtClean="0">
                <a:solidFill>
                  <a:srgbClr val="FFC000"/>
                </a:solidFill>
                <a:cs typeface="Courier New" panose="02070309020205020404" pitchFamily="49" charset="0"/>
              </a:rPr>
              <a:t>if (a &gt; b)</a:t>
            </a:r>
            <a:endParaRPr lang="en-US" altLang="zh-CN" sz="2000" dirty="0" smtClean="0">
              <a:solidFill>
                <a:srgbClr val="FFC000"/>
              </a:solidFill>
              <a:cs typeface="Courier New" panose="02070309020205020404" pitchFamily="49" charset="0"/>
            </a:endParaRPr>
          </a:p>
          <a:p>
            <a:pPr eaLnBrk="1" hangingPunct="1">
              <a:lnSpc>
                <a:spcPct val="90000"/>
              </a:lnSpc>
              <a:buFont typeface="Wingdings" panose="05000000000000000000" pitchFamily="2" charset="2"/>
              <a:buNone/>
              <a:defRPr/>
            </a:pPr>
            <a:r>
              <a:rPr lang="en-US" altLang="zh-CN" sz="2000" dirty="0" smtClean="0">
                <a:solidFill>
                  <a:srgbClr val="FFC000"/>
                </a:solidFill>
                <a:cs typeface="Courier New" panose="02070309020205020404" pitchFamily="49" charset="0"/>
              </a:rPr>
              <a:t>	  max = a;</a:t>
            </a:r>
            <a:endParaRPr lang="en-US" altLang="zh-CN" sz="2000" dirty="0" smtClean="0">
              <a:solidFill>
                <a:srgbClr val="FFC000"/>
              </a:solidFill>
              <a:cs typeface="Courier New" panose="02070309020205020404" pitchFamily="49" charset="0"/>
            </a:endParaRPr>
          </a:p>
          <a:p>
            <a:pPr eaLnBrk="1" hangingPunct="1">
              <a:lnSpc>
                <a:spcPct val="90000"/>
              </a:lnSpc>
              <a:buFont typeface="Wingdings" panose="05000000000000000000" pitchFamily="2" charset="2"/>
              <a:buNone/>
              <a:defRPr/>
            </a:pPr>
            <a:r>
              <a:rPr lang="en-US" altLang="zh-CN" sz="2000" dirty="0" smtClean="0">
                <a:solidFill>
                  <a:srgbClr val="FFC000"/>
                </a:solidFill>
                <a:cs typeface="Courier New" panose="02070309020205020404" pitchFamily="49" charset="0"/>
              </a:rPr>
              <a:t>	else</a:t>
            </a:r>
            <a:endParaRPr lang="en-US" altLang="zh-CN" sz="2000" dirty="0" smtClean="0">
              <a:solidFill>
                <a:srgbClr val="FFC000"/>
              </a:solidFill>
              <a:cs typeface="Courier New" panose="02070309020205020404" pitchFamily="49" charset="0"/>
            </a:endParaRPr>
          </a:p>
          <a:p>
            <a:pPr eaLnBrk="1" hangingPunct="1">
              <a:lnSpc>
                <a:spcPct val="90000"/>
              </a:lnSpc>
              <a:buFont typeface="Wingdings" panose="05000000000000000000" pitchFamily="2" charset="2"/>
              <a:buNone/>
              <a:defRPr/>
            </a:pPr>
            <a:r>
              <a:rPr lang="en-US" altLang="zh-CN" sz="2000" dirty="0" smtClean="0">
                <a:solidFill>
                  <a:srgbClr val="FFC000"/>
                </a:solidFill>
                <a:cs typeface="Courier New" panose="02070309020205020404" pitchFamily="49" charset="0"/>
              </a:rPr>
              <a:t>	  max = b;</a:t>
            </a:r>
            <a:endParaRPr lang="en-US" altLang="zh-CN" sz="2000" dirty="0" smtClean="0">
              <a:solidFill>
                <a:srgbClr val="FFC000"/>
              </a:solidFill>
              <a:cs typeface="Courier New" panose="02070309020205020404" pitchFamily="49" charset="0"/>
            </a:endParaRPr>
          </a:p>
          <a:p>
            <a:pPr eaLnBrk="1" hangingPunct="1">
              <a:lnSpc>
                <a:spcPct val="90000"/>
              </a:lnSpc>
              <a:buFont typeface="Wingdings" panose="05000000000000000000" pitchFamily="2" charset="2"/>
              <a:buNone/>
              <a:defRPr/>
            </a:pPr>
            <a:r>
              <a:rPr lang="en-US" altLang="zh-CN" sz="2000" dirty="0" smtClean="0">
                <a:cs typeface="Courier New" panose="02070309020205020404" pitchFamily="49" charset="0"/>
              </a:rPr>
              <a:t>	</a:t>
            </a:r>
            <a:r>
              <a:rPr lang="en-US" altLang="zh-CN" sz="2000" dirty="0" smtClean="0">
                <a:solidFill>
                  <a:srgbClr val="FFFF00"/>
                </a:solidFill>
                <a:cs typeface="Courier New" panose="02070309020205020404" pitchFamily="49" charset="0"/>
              </a:rPr>
              <a:t>if (c &gt; max) </a:t>
            </a:r>
            <a:endParaRPr lang="en-US" altLang="zh-CN" sz="2000" dirty="0" smtClean="0">
              <a:solidFill>
                <a:srgbClr val="FFFF00"/>
              </a:solidFill>
              <a:cs typeface="Courier New" panose="02070309020205020404" pitchFamily="49" charset="0"/>
            </a:endParaRPr>
          </a:p>
          <a:p>
            <a:pPr eaLnBrk="1" hangingPunct="1">
              <a:lnSpc>
                <a:spcPct val="90000"/>
              </a:lnSpc>
              <a:buFont typeface="Wingdings" panose="05000000000000000000" pitchFamily="2" charset="2"/>
              <a:buNone/>
              <a:defRPr/>
            </a:pPr>
            <a:r>
              <a:rPr lang="en-US" altLang="zh-CN" sz="2000" dirty="0">
                <a:solidFill>
                  <a:srgbClr val="FFFF00"/>
                </a:solidFill>
                <a:cs typeface="Courier New" panose="02070309020205020404" pitchFamily="49" charset="0"/>
              </a:rPr>
              <a:t> </a:t>
            </a:r>
            <a:r>
              <a:rPr lang="en-US" altLang="zh-CN" sz="2000" dirty="0" smtClean="0">
                <a:solidFill>
                  <a:srgbClr val="FFFF00"/>
                </a:solidFill>
                <a:cs typeface="Courier New" panose="02070309020205020404" pitchFamily="49" charset="0"/>
              </a:rPr>
              <a:t>     max = c;</a:t>
            </a:r>
            <a:endParaRPr lang="en-US" altLang="zh-CN" sz="2000" dirty="0" smtClean="0">
              <a:solidFill>
                <a:srgbClr val="FFFF00"/>
              </a:solidFill>
              <a:cs typeface="Courier New" panose="02070309020205020404" pitchFamily="49" charset="0"/>
            </a:endParaRPr>
          </a:p>
          <a:p>
            <a:pPr eaLnBrk="1" hangingPunct="1">
              <a:lnSpc>
                <a:spcPct val="90000"/>
              </a:lnSpc>
              <a:buFont typeface="Wingdings" panose="05000000000000000000" pitchFamily="2" charset="2"/>
              <a:buNone/>
              <a:defRPr/>
            </a:pPr>
            <a:r>
              <a:rPr lang="en-US" altLang="zh-CN" sz="2000" dirty="0" smtClean="0">
                <a:cs typeface="Courier New" panose="02070309020205020404" pitchFamily="49" charset="0"/>
              </a:rPr>
              <a:t>	</a:t>
            </a:r>
            <a:r>
              <a:rPr lang="en-US" altLang="zh-CN" sz="2000" dirty="0" err="1" smtClean="0">
                <a:cs typeface="Courier New" panose="02070309020205020404" pitchFamily="49" charset="0"/>
              </a:rPr>
              <a:t>cout</a:t>
            </a:r>
            <a:r>
              <a:rPr lang="en-US" altLang="zh-CN" sz="2000" dirty="0" smtClean="0">
                <a:cs typeface="Courier New" panose="02070309020205020404" pitchFamily="49" charset="0"/>
              </a:rPr>
              <a:t> &lt;&lt; "</a:t>
            </a:r>
            <a:r>
              <a:rPr lang="zh-CN" altLang="en-US" sz="2000" dirty="0" smtClean="0"/>
              <a:t>最大者为：</a:t>
            </a:r>
            <a:r>
              <a:rPr lang="en-US" altLang="zh-CN" sz="2000" dirty="0" smtClean="0">
                <a:cs typeface="Courier New" panose="02070309020205020404" pitchFamily="49" charset="0"/>
              </a:rPr>
              <a:t>" &lt;&lt; max &lt;&lt; </a:t>
            </a:r>
            <a:r>
              <a:rPr lang="en-US" altLang="zh-CN" sz="2000" dirty="0" err="1" smtClean="0">
                <a:cs typeface="Courier New" panose="02070309020205020404" pitchFamily="49" charset="0"/>
              </a:rPr>
              <a:t>endl</a:t>
            </a:r>
            <a:r>
              <a:rPr lang="en-US" altLang="zh-CN" sz="2000" dirty="0" smtClean="0">
                <a:cs typeface="Courier New" panose="02070309020205020404" pitchFamily="49" charset="0"/>
              </a:rPr>
              <a:t>;</a:t>
            </a:r>
            <a:endParaRPr lang="en-US" altLang="zh-CN" sz="2000" dirty="0" smtClean="0">
              <a:cs typeface="Courier New" panose="02070309020205020404" pitchFamily="49" charset="0"/>
            </a:endParaRPr>
          </a:p>
          <a:p>
            <a:pPr eaLnBrk="1" hangingPunct="1">
              <a:lnSpc>
                <a:spcPct val="90000"/>
              </a:lnSpc>
              <a:buFont typeface="Wingdings" panose="05000000000000000000" pitchFamily="2" charset="2"/>
              <a:buNone/>
              <a:defRPr/>
            </a:pPr>
            <a:r>
              <a:rPr lang="en-US" altLang="zh-CN" sz="2000" dirty="0" smtClean="0">
                <a:cs typeface="Courier New" panose="02070309020205020404" pitchFamily="49" charset="0"/>
              </a:rPr>
              <a:t>	return 0;</a:t>
            </a:r>
            <a:endParaRPr lang="en-US" altLang="zh-CN" sz="2000" dirty="0" smtClean="0">
              <a:cs typeface="Courier New" panose="02070309020205020404" pitchFamily="49" charset="0"/>
            </a:endParaRPr>
          </a:p>
          <a:p>
            <a:pPr eaLnBrk="1" hangingPunct="1">
              <a:lnSpc>
                <a:spcPct val="90000"/>
              </a:lnSpc>
              <a:buFont typeface="Wingdings" panose="05000000000000000000" pitchFamily="2" charset="2"/>
              <a:buNone/>
              <a:defRPr/>
            </a:pPr>
            <a:r>
              <a:rPr lang="en-US" altLang="zh-CN" sz="2000" dirty="0" smtClean="0"/>
              <a:t>} </a:t>
            </a:r>
            <a:endParaRPr lang="en-US" altLang="zh-CN" sz="2000" dirty="0" smtClean="0"/>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2"/>
          <p:cNvSpPr>
            <a:spLocks noGrp="1" noChangeArrowheads="1"/>
          </p:cNvSpPr>
          <p:nvPr>
            <p:ph type="title"/>
          </p:nvPr>
        </p:nvSpPr>
        <p:spPr>
          <a:xfrm>
            <a:off x="468313" y="0"/>
            <a:ext cx="8229600" cy="1139825"/>
          </a:xfrm>
        </p:spPr>
        <p:txBody>
          <a:bodyPr/>
          <a:lstStyle/>
          <a:p>
            <a:pPr eaLnBrk="1" hangingPunct="1">
              <a:defRPr/>
            </a:pPr>
            <a:r>
              <a:rPr lang="en-US" altLang="zh-CN" smtClean="0"/>
              <a:t>if</a:t>
            </a:r>
            <a:r>
              <a:rPr lang="zh-CN" altLang="en-US" smtClean="0"/>
              <a:t>语句的锯齿格式</a:t>
            </a:r>
            <a:endParaRPr lang="zh-CN" altLang="en-US" smtClean="0"/>
          </a:p>
        </p:txBody>
      </p:sp>
      <p:sp>
        <p:nvSpPr>
          <p:cNvPr id="92163" name="Rectangle 3"/>
          <p:cNvSpPr>
            <a:spLocks noGrp="1" noChangeArrowheads="1"/>
          </p:cNvSpPr>
          <p:nvPr>
            <p:ph type="body" idx="1"/>
          </p:nvPr>
        </p:nvSpPr>
        <p:spPr>
          <a:xfrm>
            <a:off x="457200" y="1268413"/>
            <a:ext cx="8229600" cy="2305050"/>
          </a:xfrm>
        </p:spPr>
        <p:txBody>
          <a:bodyPr>
            <a:normAutofit/>
          </a:bodyPr>
          <a:lstStyle/>
          <a:p>
            <a:pPr algn="just" eaLnBrk="1" hangingPunct="1">
              <a:lnSpc>
                <a:spcPct val="110000"/>
              </a:lnSpc>
              <a:spcBef>
                <a:spcPct val="45000"/>
              </a:spcBef>
              <a:defRPr/>
            </a:pPr>
            <a:r>
              <a:rPr lang="zh-CN" altLang="en-US" sz="2400" dirty="0" smtClean="0"/>
              <a:t>为了提高程序的易读性，在写</a:t>
            </a:r>
            <a:r>
              <a:rPr lang="en-US" altLang="zh-CN" sz="2400" dirty="0">
                <a:latin typeface="Verdana" panose="020B0604030504040204" pitchFamily="34" charset="0"/>
                <a:ea typeface="Verdana" panose="020B0604030504040204" pitchFamily="34" charset="0"/>
                <a:cs typeface="Verdana" panose="020B0604030504040204" pitchFamily="34" charset="0"/>
              </a:rPr>
              <a:t>if</a:t>
            </a:r>
            <a:r>
              <a:rPr lang="zh-CN" altLang="en-US" sz="2400" dirty="0" smtClean="0"/>
              <a:t>语句时，最好采用</a:t>
            </a:r>
            <a:r>
              <a:rPr lang="zh-CN" altLang="en-US" sz="2400" dirty="0" smtClean="0">
                <a:latin typeface="Arial" panose="020B0604020202020204"/>
              </a:rPr>
              <a:t>“</a:t>
            </a:r>
            <a:r>
              <a:rPr lang="zh-CN" altLang="en-US" sz="2400" dirty="0" smtClean="0"/>
              <a:t>锯齿</a:t>
            </a:r>
            <a:r>
              <a:rPr lang="zh-CN" altLang="en-US" sz="2400" dirty="0" smtClean="0">
                <a:latin typeface="Arial" panose="020B0604020202020204"/>
              </a:rPr>
              <a:t>”</a:t>
            </a:r>
            <a:r>
              <a:rPr lang="zh-CN" altLang="en-US" sz="2400" dirty="0" smtClean="0"/>
              <a:t>格式，即把成分语句往后缩进几列。</a:t>
            </a:r>
            <a:endParaRPr lang="zh-CN" altLang="en-US" sz="2400" dirty="0" smtClean="0"/>
          </a:p>
          <a:p>
            <a:pPr algn="just" eaLnBrk="1" hangingPunct="1">
              <a:lnSpc>
                <a:spcPct val="110000"/>
              </a:lnSpc>
              <a:spcBef>
                <a:spcPct val="45000"/>
              </a:spcBef>
              <a:defRPr/>
            </a:pPr>
            <a:r>
              <a:rPr lang="zh-CN" altLang="en-US" sz="2400" dirty="0" smtClean="0"/>
              <a:t>当</a:t>
            </a:r>
            <a:r>
              <a:rPr lang="en-US" altLang="zh-CN" sz="2400" dirty="0" smtClean="0">
                <a:ea typeface="Verdana" panose="020B0604030504040204" pitchFamily="34" charset="0"/>
                <a:cs typeface="Verdana" panose="020B0604030504040204" pitchFamily="34" charset="0"/>
              </a:rPr>
              <a:t>if</a:t>
            </a:r>
            <a:r>
              <a:rPr lang="zh-CN" altLang="en-US" sz="2400" dirty="0" smtClean="0"/>
              <a:t>语句的</a:t>
            </a:r>
            <a:r>
              <a:rPr lang="en-US" altLang="zh-CN" sz="2400" dirty="0" smtClean="0"/>
              <a:t>else</a:t>
            </a:r>
            <a:r>
              <a:rPr lang="zh-CN" altLang="en-US" sz="2400" dirty="0" smtClean="0"/>
              <a:t>子句也是</a:t>
            </a:r>
            <a:r>
              <a:rPr lang="en-US" altLang="zh-CN" sz="2400" dirty="0" smtClean="0">
                <a:ea typeface="Verdana" panose="020B0604030504040204" pitchFamily="34" charset="0"/>
                <a:cs typeface="Verdana" panose="020B0604030504040204" pitchFamily="34" charset="0"/>
              </a:rPr>
              <a:t>if</a:t>
            </a:r>
            <a:r>
              <a:rPr lang="zh-CN" altLang="en-US" sz="2400" dirty="0" smtClean="0"/>
              <a:t>语句时，为了减少文本的缩进量，可以把下面左边的</a:t>
            </a:r>
            <a:r>
              <a:rPr lang="en-US" altLang="zh-CN" sz="2400" dirty="0" smtClean="0">
                <a:cs typeface="Times New Roman" panose="02020603050405020304" pitchFamily="18" charset="0"/>
              </a:rPr>
              <a:t>if</a:t>
            </a:r>
            <a:r>
              <a:rPr lang="zh-CN" altLang="en-US" sz="2400" dirty="0" smtClean="0"/>
              <a:t>语句按右边的格式来书写：</a:t>
            </a:r>
            <a:r>
              <a:rPr lang="zh-CN" altLang="en-US" sz="1600" b="1" dirty="0" smtClean="0">
                <a:cs typeface="Courier New" panose="02070309020205020404" pitchFamily="49" charset="0"/>
              </a:rPr>
              <a:t> </a:t>
            </a:r>
            <a:endParaRPr lang="zh-CN" altLang="en-US" sz="2000" dirty="0" smtClean="0"/>
          </a:p>
        </p:txBody>
      </p:sp>
      <p:sp>
        <p:nvSpPr>
          <p:cNvPr id="196608" name="Text Box 0"/>
          <p:cNvSpPr txBox="1">
            <a:spLocks noChangeArrowheads="1"/>
          </p:cNvSpPr>
          <p:nvPr/>
        </p:nvSpPr>
        <p:spPr bwMode="auto">
          <a:xfrm>
            <a:off x="5508104" y="3429000"/>
            <a:ext cx="1527175" cy="2585323"/>
          </a:xfrm>
          <a:prstGeom prst="rect">
            <a:avLst/>
          </a:prstGeom>
          <a:solidFill>
            <a:schemeClr val="bg1">
              <a:lumMod val="75000"/>
            </a:schemeClr>
          </a:solidFill>
          <a:ln>
            <a:noFill/>
          </a:ln>
          <a:effectLst/>
        </p:spPr>
        <p:txBody>
          <a:bodyPr>
            <a:spAutoFit/>
          </a:bodyPr>
          <a:lstStyle/>
          <a:p>
            <a:pPr>
              <a:buFontTx/>
              <a:buNone/>
              <a:defRPr/>
            </a:pPr>
            <a:r>
              <a:rPr lang="en-US" altLang="zh-CN" sz="1500" dirty="0">
                <a:effectLst>
                  <a:outerShdw blurRad="38100" dist="38100" dir="2700000" algn="tl">
                    <a:srgbClr val="000000"/>
                  </a:outerShdw>
                </a:effectLst>
              </a:rPr>
              <a:t>if (...)</a:t>
            </a:r>
            <a:endParaRPr lang="en-US" altLang="zh-CN" sz="1500" dirty="0">
              <a:effectLst>
                <a:outerShdw blurRad="38100" dist="38100" dir="2700000" algn="tl">
                  <a:srgbClr val="000000"/>
                </a:outerShdw>
              </a:effectLst>
            </a:endParaRPr>
          </a:p>
          <a:p>
            <a:pPr>
              <a:buFontTx/>
              <a:buNone/>
              <a:defRPr/>
            </a:pPr>
            <a:r>
              <a:rPr lang="en-US" altLang="zh-CN" sz="1500" dirty="0">
                <a:effectLst>
                  <a:outerShdw blurRad="38100" dist="38100" dir="2700000" algn="tl">
                    <a:srgbClr val="000000"/>
                  </a:outerShdw>
                </a:effectLst>
              </a:rPr>
              <a:t>    ...</a:t>
            </a:r>
            <a:endParaRPr lang="en-US" altLang="zh-CN" sz="1500" dirty="0">
              <a:effectLst>
                <a:outerShdw blurRad="38100" dist="38100" dir="2700000" algn="tl">
                  <a:srgbClr val="000000"/>
                </a:outerShdw>
              </a:effectLst>
            </a:endParaRPr>
          </a:p>
          <a:p>
            <a:pPr>
              <a:buFontTx/>
              <a:buNone/>
              <a:defRPr/>
            </a:pPr>
            <a:r>
              <a:rPr lang="en-US" altLang="zh-CN" sz="1500" dirty="0">
                <a:effectLst>
                  <a:outerShdw blurRad="38100" dist="38100" dir="2700000" algn="tl">
                    <a:srgbClr val="000000"/>
                  </a:outerShdw>
                </a:effectLst>
              </a:rPr>
              <a:t>else if (...)</a:t>
            </a:r>
            <a:endParaRPr lang="en-US" altLang="zh-CN" sz="1500" dirty="0">
              <a:effectLst>
                <a:outerShdw blurRad="38100" dist="38100" dir="2700000" algn="tl">
                  <a:srgbClr val="000000"/>
                </a:outerShdw>
              </a:effectLst>
            </a:endParaRPr>
          </a:p>
          <a:p>
            <a:pPr>
              <a:buFontTx/>
              <a:buNone/>
              <a:defRPr/>
            </a:pPr>
            <a:r>
              <a:rPr lang="en-US" altLang="zh-CN" sz="1500" dirty="0">
                <a:effectLst>
                  <a:outerShdw blurRad="38100" dist="38100" dir="2700000" algn="tl">
                    <a:srgbClr val="000000"/>
                  </a:outerShdw>
                </a:effectLst>
              </a:rPr>
              <a:t>    ...</a:t>
            </a:r>
            <a:endParaRPr lang="en-US" altLang="zh-CN" sz="1500" dirty="0">
              <a:effectLst>
                <a:outerShdw blurRad="38100" dist="38100" dir="2700000" algn="tl">
                  <a:srgbClr val="000000"/>
                </a:outerShdw>
              </a:effectLst>
            </a:endParaRPr>
          </a:p>
          <a:p>
            <a:pPr>
              <a:buFontTx/>
              <a:buNone/>
              <a:defRPr/>
            </a:pPr>
            <a:r>
              <a:rPr lang="en-US" altLang="zh-CN" sz="1500" dirty="0">
                <a:effectLst>
                  <a:outerShdw blurRad="38100" dist="38100" dir="2700000" algn="tl">
                    <a:srgbClr val="000000"/>
                  </a:outerShdw>
                </a:effectLst>
              </a:rPr>
              <a:t>else if (...)</a:t>
            </a:r>
            <a:endParaRPr lang="en-US" altLang="zh-CN" sz="1500" dirty="0">
              <a:effectLst>
                <a:outerShdw blurRad="38100" dist="38100" dir="2700000" algn="tl">
                  <a:srgbClr val="000000"/>
                </a:outerShdw>
              </a:effectLst>
            </a:endParaRPr>
          </a:p>
          <a:p>
            <a:pPr>
              <a:buFontTx/>
              <a:buNone/>
              <a:defRPr/>
            </a:pPr>
            <a:r>
              <a:rPr lang="en-US" altLang="zh-CN" sz="1500" dirty="0">
                <a:effectLst>
                  <a:outerShdw blurRad="38100" dist="38100" dir="2700000" algn="tl">
                    <a:srgbClr val="000000"/>
                  </a:outerShdw>
                </a:effectLst>
              </a:rPr>
              <a:t>    ...</a:t>
            </a:r>
            <a:endParaRPr lang="en-US" altLang="zh-CN" sz="1500" dirty="0">
              <a:effectLst>
                <a:outerShdw blurRad="38100" dist="38100" dir="2700000" algn="tl">
                  <a:srgbClr val="000000"/>
                </a:outerShdw>
              </a:effectLst>
            </a:endParaRPr>
          </a:p>
          <a:p>
            <a:pPr>
              <a:buFontTx/>
              <a:buNone/>
              <a:defRPr/>
            </a:pPr>
            <a:r>
              <a:rPr lang="en-US" altLang="zh-CN" sz="1500" dirty="0">
                <a:effectLst>
                  <a:outerShdw blurRad="38100" dist="38100" dir="2700000" algn="tl">
                    <a:srgbClr val="000000"/>
                  </a:outerShdw>
                </a:effectLst>
              </a:rPr>
              <a:t>else if (...)</a:t>
            </a:r>
            <a:endParaRPr lang="en-US" altLang="zh-CN" sz="1500" dirty="0">
              <a:effectLst>
                <a:outerShdw blurRad="38100" dist="38100" dir="2700000" algn="tl">
                  <a:srgbClr val="000000"/>
                </a:outerShdw>
              </a:effectLst>
            </a:endParaRPr>
          </a:p>
          <a:p>
            <a:pPr>
              <a:buFontTx/>
              <a:buNone/>
              <a:defRPr/>
            </a:pPr>
            <a:r>
              <a:rPr lang="en-US" altLang="zh-CN" sz="1500" dirty="0">
                <a:effectLst>
                  <a:outerShdw blurRad="38100" dist="38100" dir="2700000" algn="tl">
                    <a:srgbClr val="000000"/>
                  </a:outerShdw>
                </a:effectLst>
              </a:rPr>
              <a:t>    ...</a:t>
            </a:r>
            <a:endParaRPr lang="en-US" altLang="zh-CN" sz="1500" dirty="0">
              <a:effectLst>
                <a:outerShdw blurRad="38100" dist="38100" dir="2700000" algn="tl">
                  <a:srgbClr val="000000"/>
                </a:outerShdw>
              </a:effectLst>
            </a:endParaRPr>
          </a:p>
          <a:p>
            <a:pPr>
              <a:buFontTx/>
              <a:buNone/>
              <a:defRPr/>
            </a:pPr>
            <a:r>
              <a:rPr lang="en-US" altLang="zh-CN" sz="1500" dirty="0">
                <a:effectLst>
                  <a:outerShdw blurRad="38100" dist="38100" dir="2700000" algn="tl">
                    <a:srgbClr val="000000"/>
                  </a:outerShdw>
                </a:effectLst>
              </a:rPr>
              <a:t>else</a:t>
            </a:r>
            <a:endParaRPr lang="en-US" altLang="zh-CN" sz="1500" dirty="0">
              <a:effectLst>
                <a:outerShdw blurRad="38100" dist="38100" dir="2700000" algn="tl">
                  <a:srgbClr val="000000"/>
                </a:outerShdw>
              </a:effectLst>
            </a:endParaRPr>
          </a:p>
          <a:p>
            <a:pPr>
              <a:buFontTx/>
              <a:buNone/>
              <a:defRPr/>
            </a:pPr>
            <a:r>
              <a:rPr lang="en-US" altLang="zh-CN" sz="1500" dirty="0">
                <a:effectLst>
                  <a:outerShdw blurRad="38100" dist="38100" dir="2700000" algn="tl">
                    <a:srgbClr val="000000"/>
                  </a:outerShdw>
                </a:effectLst>
              </a:rPr>
              <a:t>    ...</a:t>
            </a:r>
            <a:endParaRPr lang="en-US" altLang="zh-CN" sz="1500" dirty="0">
              <a:effectLst>
                <a:outerShdw blurRad="38100" dist="38100" dir="2700000" algn="tl">
                  <a:srgbClr val="000000"/>
                </a:outerShdw>
              </a:effectLst>
            </a:endParaRPr>
          </a:p>
        </p:txBody>
      </p:sp>
      <p:sp>
        <p:nvSpPr>
          <p:cNvPr id="196609" name="Text Box 1"/>
          <p:cNvSpPr txBox="1">
            <a:spLocks noChangeArrowheads="1"/>
          </p:cNvSpPr>
          <p:nvPr/>
        </p:nvSpPr>
        <p:spPr bwMode="auto">
          <a:xfrm>
            <a:off x="1532334" y="3284984"/>
            <a:ext cx="1887538" cy="3347070"/>
          </a:xfrm>
          <a:prstGeom prst="rect">
            <a:avLst/>
          </a:prstGeom>
          <a:solidFill>
            <a:schemeClr val="bg1">
              <a:lumMod val="75000"/>
            </a:schemeClr>
          </a:solidFill>
          <a:ln>
            <a:noFill/>
          </a:ln>
          <a:effectLst/>
        </p:spPr>
        <p:txBody>
          <a:bodyPr>
            <a:spAutoFit/>
          </a:bodyPr>
          <a:lstStyle/>
          <a:p>
            <a:pPr>
              <a:buFontTx/>
              <a:buNone/>
              <a:defRPr/>
            </a:pPr>
            <a:r>
              <a:rPr lang="en-US" altLang="zh-CN" sz="1500" dirty="0">
                <a:effectLst>
                  <a:outerShdw blurRad="38100" dist="38100" dir="2700000" algn="tl">
                    <a:srgbClr val="000000"/>
                  </a:outerShdw>
                </a:effectLst>
              </a:rPr>
              <a:t>if (...)</a:t>
            </a:r>
            <a:endParaRPr lang="en-US" altLang="zh-CN" sz="1500" dirty="0">
              <a:effectLst>
                <a:outerShdw blurRad="38100" dist="38100" dir="2700000" algn="tl">
                  <a:srgbClr val="000000"/>
                </a:outerShdw>
              </a:effectLst>
            </a:endParaRPr>
          </a:p>
          <a:p>
            <a:pPr>
              <a:buFontTx/>
              <a:buNone/>
              <a:defRPr/>
            </a:pPr>
            <a:r>
              <a:rPr lang="en-US" altLang="zh-CN" sz="1500" dirty="0">
                <a:effectLst>
                  <a:outerShdw blurRad="38100" dist="38100" dir="2700000" algn="tl">
                    <a:srgbClr val="000000"/>
                  </a:outerShdw>
                </a:effectLst>
              </a:rPr>
              <a:t>    ...</a:t>
            </a:r>
            <a:endParaRPr lang="en-US" altLang="zh-CN" sz="1500" dirty="0">
              <a:effectLst>
                <a:outerShdw blurRad="38100" dist="38100" dir="2700000" algn="tl">
                  <a:srgbClr val="000000"/>
                </a:outerShdw>
              </a:effectLst>
            </a:endParaRPr>
          </a:p>
          <a:p>
            <a:pPr>
              <a:buFontTx/>
              <a:buNone/>
              <a:defRPr/>
            </a:pPr>
            <a:r>
              <a:rPr lang="en-US" altLang="zh-CN" sz="1500" dirty="0">
                <a:effectLst>
                  <a:outerShdw blurRad="38100" dist="38100" dir="2700000" algn="tl">
                    <a:srgbClr val="000000"/>
                  </a:outerShdw>
                </a:effectLst>
              </a:rPr>
              <a:t>else </a:t>
            </a:r>
            <a:endParaRPr lang="en-US" altLang="zh-CN" sz="1500" dirty="0">
              <a:effectLst>
                <a:outerShdw blurRad="38100" dist="38100" dir="2700000" algn="tl">
                  <a:srgbClr val="000000"/>
                </a:outerShdw>
              </a:effectLst>
            </a:endParaRPr>
          </a:p>
          <a:p>
            <a:pPr>
              <a:buFontTx/>
              <a:buNone/>
              <a:defRPr/>
            </a:pPr>
            <a:r>
              <a:rPr lang="en-US" altLang="zh-CN" sz="1500" dirty="0">
                <a:effectLst>
                  <a:outerShdw blurRad="38100" dist="38100" dir="2700000" algn="tl">
                    <a:srgbClr val="000000"/>
                  </a:outerShdw>
                </a:effectLst>
              </a:rPr>
              <a:t>   </a:t>
            </a:r>
            <a:r>
              <a:rPr lang="en-US" altLang="zh-CN" sz="1500" dirty="0" smtClean="0">
                <a:effectLst>
                  <a:outerShdw blurRad="38100" dist="38100" dir="2700000" algn="tl">
                    <a:srgbClr val="000000"/>
                  </a:outerShdw>
                </a:effectLst>
              </a:rPr>
              <a:t> if </a:t>
            </a:r>
            <a:r>
              <a:rPr lang="en-US" altLang="zh-CN" sz="1500" dirty="0">
                <a:effectLst>
                  <a:outerShdw blurRad="38100" dist="38100" dir="2700000" algn="tl">
                    <a:srgbClr val="000000"/>
                  </a:outerShdw>
                </a:effectLst>
              </a:rPr>
              <a:t>(...)</a:t>
            </a:r>
            <a:endParaRPr lang="en-US" altLang="zh-CN" sz="1500" dirty="0">
              <a:effectLst>
                <a:outerShdw blurRad="38100" dist="38100" dir="2700000" algn="tl">
                  <a:srgbClr val="000000"/>
                </a:outerShdw>
              </a:effectLst>
            </a:endParaRPr>
          </a:p>
          <a:p>
            <a:pPr>
              <a:buFontTx/>
              <a:buNone/>
              <a:defRPr/>
            </a:pPr>
            <a:r>
              <a:rPr lang="en-US" altLang="zh-CN" sz="1500" dirty="0">
                <a:effectLst>
                  <a:outerShdw blurRad="38100" dist="38100" dir="2700000" algn="tl">
                    <a:srgbClr val="000000"/>
                  </a:outerShdw>
                </a:effectLst>
              </a:rPr>
              <a:t>      </a:t>
            </a:r>
            <a:r>
              <a:rPr lang="en-US" altLang="zh-CN" sz="1500" dirty="0" smtClean="0">
                <a:effectLst>
                  <a:outerShdw blurRad="38100" dist="38100" dir="2700000" algn="tl">
                    <a:srgbClr val="000000"/>
                  </a:outerShdw>
                </a:effectLst>
              </a:rPr>
              <a:t> ...</a:t>
            </a:r>
            <a:endParaRPr lang="en-US" altLang="zh-CN" sz="1500" dirty="0">
              <a:effectLst>
                <a:outerShdw blurRad="38100" dist="38100" dir="2700000" algn="tl">
                  <a:srgbClr val="000000"/>
                </a:outerShdw>
              </a:effectLst>
            </a:endParaRPr>
          </a:p>
          <a:p>
            <a:pPr>
              <a:buFontTx/>
              <a:buNone/>
              <a:defRPr/>
            </a:pPr>
            <a:r>
              <a:rPr lang="en-US" altLang="zh-CN" sz="1500" dirty="0">
                <a:effectLst>
                  <a:outerShdw blurRad="38100" dist="38100" dir="2700000" algn="tl">
                    <a:srgbClr val="000000"/>
                  </a:outerShdw>
                </a:effectLst>
              </a:rPr>
              <a:t>   </a:t>
            </a:r>
            <a:r>
              <a:rPr lang="en-US" altLang="zh-CN" sz="1500" dirty="0" smtClean="0">
                <a:effectLst>
                  <a:outerShdw blurRad="38100" dist="38100" dir="2700000" algn="tl">
                    <a:srgbClr val="000000"/>
                  </a:outerShdw>
                </a:effectLst>
              </a:rPr>
              <a:t> else </a:t>
            </a:r>
            <a:endParaRPr lang="en-US" altLang="zh-CN" sz="1500" dirty="0">
              <a:effectLst>
                <a:outerShdw blurRad="38100" dist="38100" dir="2700000" algn="tl">
                  <a:srgbClr val="000000"/>
                </a:outerShdw>
              </a:effectLst>
            </a:endParaRPr>
          </a:p>
          <a:p>
            <a:pPr>
              <a:buFontTx/>
              <a:buNone/>
              <a:defRPr/>
            </a:pPr>
            <a:r>
              <a:rPr lang="en-US" altLang="zh-CN" sz="1500" dirty="0">
                <a:effectLst>
                  <a:outerShdw blurRad="38100" dist="38100" dir="2700000" algn="tl">
                    <a:srgbClr val="000000"/>
                  </a:outerShdw>
                </a:effectLst>
              </a:rPr>
              <a:t>      </a:t>
            </a:r>
            <a:r>
              <a:rPr lang="en-US" altLang="zh-CN" sz="1500" dirty="0" smtClean="0">
                <a:effectLst>
                  <a:outerShdw blurRad="38100" dist="38100" dir="2700000" algn="tl">
                    <a:srgbClr val="000000"/>
                  </a:outerShdw>
                </a:effectLst>
              </a:rPr>
              <a:t> if </a:t>
            </a:r>
            <a:r>
              <a:rPr lang="en-US" altLang="zh-CN" sz="1500" dirty="0">
                <a:effectLst>
                  <a:outerShdw blurRad="38100" dist="38100" dir="2700000" algn="tl">
                    <a:srgbClr val="000000"/>
                  </a:outerShdw>
                </a:effectLst>
              </a:rPr>
              <a:t>(...)</a:t>
            </a:r>
            <a:endParaRPr lang="en-US" altLang="zh-CN" sz="1500" dirty="0">
              <a:effectLst>
                <a:outerShdw blurRad="38100" dist="38100" dir="2700000" algn="tl">
                  <a:srgbClr val="000000"/>
                </a:outerShdw>
              </a:effectLst>
            </a:endParaRPr>
          </a:p>
          <a:p>
            <a:pPr>
              <a:buFontTx/>
              <a:buNone/>
              <a:defRPr/>
            </a:pPr>
            <a:r>
              <a:rPr lang="en-US" altLang="zh-CN" sz="1500" dirty="0">
                <a:effectLst>
                  <a:outerShdw blurRad="38100" dist="38100" dir="2700000" algn="tl">
                    <a:srgbClr val="000000"/>
                  </a:outerShdw>
                </a:effectLst>
              </a:rPr>
              <a:t>         </a:t>
            </a:r>
            <a:r>
              <a:rPr lang="en-US" altLang="zh-CN" sz="1500" dirty="0" smtClean="0">
                <a:effectLst>
                  <a:outerShdw blurRad="38100" dist="38100" dir="2700000" algn="tl">
                    <a:srgbClr val="000000"/>
                  </a:outerShdw>
                </a:effectLst>
              </a:rPr>
              <a:t> ...</a:t>
            </a:r>
            <a:endParaRPr lang="en-US" altLang="zh-CN" sz="1500" dirty="0">
              <a:effectLst>
                <a:outerShdw blurRad="38100" dist="38100" dir="2700000" algn="tl">
                  <a:srgbClr val="000000"/>
                </a:outerShdw>
              </a:effectLst>
            </a:endParaRPr>
          </a:p>
          <a:p>
            <a:pPr>
              <a:buFontTx/>
              <a:buNone/>
              <a:defRPr/>
            </a:pPr>
            <a:r>
              <a:rPr lang="en-US" altLang="zh-CN" sz="1500" dirty="0">
                <a:effectLst>
                  <a:outerShdw blurRad="38100" dist="38100" dir="2700000" algn="tl">
                    <a:srgbClr val="000000"/>
                  </a:outerShdw>
                </a:effectLst>
              </a:rPr>
              <a:t>      </a:t>
            </a:r>
            <a:r>
              <a:rPr lang="en-US" altLang="zh-CN" sz="1500" dirty="0" smtClean="0">
                <a:effectLst>
                  <a:outerShdw blurRad="38100" dist="38100" dir="2700000" algn="tl">
                    <a:srgbClr val="000000"/>
                  </a:outerShdw>
                </a:effectLst>
              </a:rPr>
              <a:t> else </a:t>
            </a:r>
            <a:endParaRPr lang="en-US" altLang="zh-CN" sz="1500" dirty="0">
              <a:effectLst>
                <a:outerShdw blurRad="38100" dist="38100" dir="2700000" algn="tl">
                  <a:srgbClr val="000000"/>
                </a:outerShdw>
              </a:effectLst>
            </a:endParaRPr>
          </a:p>
          <a:p>
            <a:pPr>
              <a:buFontTx/>
              <a:buNone/>
              <a:defRPr/>
            </a:pPr>
            <a:r>
              <a:rPr lang="en-US" altLang="zh-CN" sz="1500" dirty="0">
                <a:effectLst>
                  <a:outerShdw blurRad="38100" dist="38100" dir="2700000" algn="tl">
                    <a:srgbClr val="000000"/>
                  </a:outerShdw>
                </a:effectLst>
              </a:rPr>
              <a:t>         </a:t>
            </a:r>
            <a:r>
              <a:rPr lang="en-US" altLang="zh-CN" sz="1500" dirty="0" smtClean="0">
                <a:effectLst>
                  <a:outerShdw blurRad="38100" dist="38100" dir="2700000" algn="tl">
                    <a:srgbClr val="000000"/>
                  </a:outerShdw>
                </a:effectLst>
              </a:rPr>
              <a:t> if </a:t>
            </a:r>
            <a:r>
              <a:rPr lang="en-US" altLang="zh-CN" sz="1500" dirty="0">
                <a:effectLst>
                  <a:outerShdw blurRad="38100" dist="38100" dir="2700000" algn="tl">
                    <a:srgbClr val="000000"/>
                  </a:outerShdw>
                </a:effectLst>
              </a:rPr>
              <a:t>(...)</a:t>
            </a:r>
            <a:endParaRPr lang="en-US" altLang="zh-CN" sz="1500" dirty="0">
              <a:effectLst>
                <a:outerShdw blurRad="38100" dist="38100" dir="2700000" algn="tl">
                  <a:srgbClr val="000000"/>
                </a:outerShdw>
              </a:effectLst>
            </a:endParaRPr>
          </a:p>
          <a:p>
            <a:pPr>
              <a:buFontTx/>
              <a:buNone/>
              <a:defRPr/>
            </a:pPr>
            <a:r>
              <a:rPr lang="en-US" altLang="zh-CN" sz="1500" dirty="0">
                <a:effectLst>
                  <a:outerShdw blurRad="38100" dist="38100" dir="2700000" algn="tl">
                    <a:srgbClr val="000000"/>
                  </a:outerShdw>
                </a:effectLst>
              </a:rPr>
              <a:t>            </a:t>
            </a:r>
            <a:r>
              <a:rPr lang="en-US" altLang="zh-CN" sz="1500" dirty="0" smtClean="0">
                <a:effectLst>
                  <a:outerShdw blurRad="38100" dist="38100" dir="2700000" algn="tl">
                    <a:srgbClr val="000000"/>
                  </a:outerShdw>
                </a:effectLst>
              </a:rPr>
              <a:t> ...</a:t>
            </a:r>
            <a:endParaRPr lang="en-US" altLang="zh-CN" sz="1500" dirty="0">
              <a:effectLst>
                <a:outerShdw blurRad="38100" dist="38100" dir="2700000" algn="tl">
                  <a:srgbClr val="000000"/>
                </a:outerShdw>
              </a:effectLst>
            </a:endParaRPr>
          </a:p>
          <a:p>
            <a:pPr>
              <a:buFontTx/>
              <a:buNone/>
              <a:defRPr/>
            </a:pPr>
            <a:r>
              <a:rPr lang="en-US" altLang="zh-CN" sz="1500" dirty="0">
                <a:effectLst>
                  <a:outerShdw blurRad="38100" dist="38100" dir="2700000" algn="tl">
                    <a:srgbClr val="000000"/>
                  </a:outerShdw>
                </a:effectLst>
              </a:rPr>
              <a:t>         </a:t>
            </a:r>
            <a:r>
              <a:rPr lang="en-US" altLang="zh-CN" sz="1500" dirty="0" smtClean="0">
                <a:effectLst>
                  <a:outerShdw blurRad="38100" dist="38100" dir="2700000" algn="tl">
                    <a:srgbClr val="000000"/>
                  </a:outerShdw>
                </a:effectLst>
              </a:rPr>
              <a:t> else</a:t>
            </a:r>
            <a:endParaRPr lang="en-US" altLang="zh-CN" sz="1500" dirty="0">
              <a:effectLst>
                <a:outerShdw blurRad="38100" dist="38100" dir="2700000" algn="tl">
                  <a:srgbClr val="000000"/>
                </a:outerShdw>
              </a:effectLst>
            </a:endParaRPr>
          </a:p>
          <a:p>
            <a:pPr>
              <a:buFontTx/>
              <a:buNone/>
              <a:defRPr/>
            </a:pPr>
            <a:r>
              <a:rPr lang="en-US" altLang="zh-CN" sz="1500" dirty="0">
                <a:effectLst>
                  <a:outerShdw blurRad="38100" dist="38100" dir="2700000" algn="tl">
                    <a:srgbClr val="000000"/>
                  </a:outerShdw>
                </a:effectLst>
              </a:rPr>
              <a:t>            </a:t>
            </a:r>
            <a:r>
              <a:rPr lang="en-US" altLang="zh-CN" sz="1500" dirty="0" smtClean="0">
                <a:effectLst>
                  <a:outerShdw blurRad="38100" dist="38100" dir="2700000" algn="tl">
                    <a:srgbClr val="000000"/>
                  </a:outerShdw>
                </a:effectLst>
              </a:rPr>
              <a:t> ...</a:t>
            </a:r>
            <a:endParaRPr lang="en-US" altLang="zh-CN" sz="1500" dirty="0">
              <a:effectLst>
                <a:outerShdw blurRad="38100" dist="38100" dir="2700000" algn="tl">
                  <a:srgbClr val="000000"/>
                </a:outerShdw>
              </a:effectLst>
            </a:endParaRP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228600" y="115888"/>
            <a:ext cx="8534400" cy="609600"/>
          </a:xfrm>
        </p:spPr>
        <p:txBody>
          <a:bodyPr/>
          <a:lstStyle/>
          <a:p>
            <a:pPr algn="l" eaLnBrk="1" hangingPunct="1">
              <a:defRPr/>
            </a:pPr>
            <a:r>
              <a:rPr lang="zh-CN" altLang="en-US" sz="2400" smtClean="0">
                <a:latin typeface="宋体" panose="02010600030101010101" pitchFamily="2" charset="-122"/>
              </a:rPr>
              <a:t>例</a:t>
            </a:r>
            <a:r>
              <a:rPr lang="zh-CN" altLang="en-US" sz="2400" smtClean="0"/>
              <a:t>子：</a:t>
            </a:r>
            <a:r>
              <a:rPr lang="zh-CN" altLang="en-US" sz="2400" smtClean="0">
                <a:latin typeface="宋体" panose="02010600030101010101" pitchFamily="2" charset="-122"/>
              </a:rPr>
              <a:t>从键盘输入一个三角形的三条边，判断其为何种三角形</a:t>
            </a:r>
            <a:r>
              <a:rPr lang="zh-CN" altLang="en-US" sz="3600" smtClean="0"/>
              <a:t> </a:t>
            </a:r>
            <a:endParaRPr lang="zh-CN" altLang="en-US" sz="3600" smtClean="0"/>
          </a:p>
        </p:txBody>
      </p:sp>
      <p:sp>
        <p:nvSpPr>
          <p:cNvPr id="13315" name="Rectangle 3"/>
          <p:cNvSpPr>
            <a:spLocks noGrp="1" noChangeArrowheads="1"/>
          </p:cNvSpPr>
          <p:nvPr>
            <p:ph type="body" idx="1"/>
          </p:nvPr>
        </p:nvSpPr>
        <p:spPr>
          <a:xfrm>
            <a:off x="228600" y="914400"/>
            <a:ext cx="8915400" cy="5791200"/>
          </a:xfrm>
        </p:spPr>
        <p:txBody>
          <a:bodyPr/>
          <a:lstStyle/>
          <a:p>
            <a:pPr eaLnBrk="1" hangingPunct="1">
              <a:lnSpc>
                <a:spcPct val="90000"/>
              </a:lnSpc>
              <a:buFont typeface="Wingdings" panose="05000000000000000000" pitchFamily="2" charset="2"/>
              <a:buNone/>
              <a:defRPr/>
            </a:pPr>
            <a:r>
              <a:rPr lang="en-US" altLang="zh-CN" sz="1800" dirty="0" smtClean="0">
                <a:cs typeface="Courier New" panose="02070309020205020404" pitchFamily="49" charset="0"/>
              </a:rPr>
              <a:t>#include &lt;</a:t>
            </a:r>
            <a:r>
              <a:rPr lang="en-US" altLang="zh-CN" sz="1800" dirty="0" err="1" smtClean="0">
                <a:cs typeface="Courier New" panose="02070309020205020404" pitchFamily="49" charset="0"/>
              </a:rPr>
              <a:t>iostream</a:t>
            </a:r>
            <a:r>
              <a:rPr lang="en-US" altLang="zh-CN" sz="1800" dirty="0" smtClean="0">
                <a:cs typeface="Courier New" panose="02070309020205020404" pitchFamily="49" charset="0"/>
              </a:rPr>
              <a:t>&gt;</a:t>
            </a:r>
            <a:endParaRPr lang="en-US" altLang="zh-CN" sz="1800" dirty="0" smtClean="0">
              <a:cs typeface="Courier New" panose="02070309020205020404" pitchFamily="49" charset="0"/>
            </a:endParaRPr>
          </a:p>
          <a:p>
            <a:pPr eaLnBrk="1" hangingPunct="1">
              <a:lnSpc>
                <a:spcPct val="90000"/>
              </a:lnSpc>
              <a:buFont typeface="Wingdings" panose="05000000000000000000" pitchFamily="2" charset="2"/>
              <a:buNone/>
              <a:defRPr/>
            </a:pPr>
            <a:r>
              <a:rPr lang="en-US" altLang="zh-CN" sz="1800" dirty="0" smtClean="0">
                <a:cs typeface="Courier New" panose="02070309020205020404" pitchFamily="49" charset="0"/>
              </a:rPr>
              <a:t>using namespace </a:t>
            </a:r>
            <a:r>
              <a:rPr lang="en-US" altLang="zh-CN" sz="1800" dirty="0" err="1" smtClean="0">
                <a:cs typeface="Courier New" panose="02070309020205020404" pitchFamily="49" charset="0"/>
              </a:rPr>
              <a:t>std</a:t>
            </a:r>
            <a:r>
              <a:rPr lang="en-US" altLang="zh-CN" sz="1800" dirty="0" smtClean="0">
                <a:cs typeface="Courier New" panose="02070309020205020404" pitchFamily="49" charset="0"/>
              </a:rPr>
              <a:t>;</a:t>
            </a:r>
            <a:endParaRPr lang="en-US" altLang="zh-CN" sz="1800" dirty="0" smtClean="0">
              <a:cs typeface="Courier New" panose="02070309020205020404" pitchFamily="49" charset="0"/>
            </a:endParaRPr>
          </a:p>
          <a:p>
            <a:pPr eaLnBrk="1" hangingPunct="1">
              <a:lnSpc>
                <a:spcPct val="90000"/>
              </a:lnSpc>
              <a:buFont typeface="Wingdings" panose="05000000000000000000" pitchFamily="2" charset="2"/>
              <a:buNone/>
              <a:defRPr/>
            </a:pPr>
            <a:r>
              <a:rPr lang="en-US" altLang="zh-CN" sz="1800" dirty="0" err="1" smtClean="0">
                <a:cs typeface="Courier New" panose="02070309020205020404" pitchFamily="49" charset="0"/>
              </a:rPr>
              <a:t>int</a:t>
            </a:r>
            <a:r>
              <a:rPr lang="en-US" altLang="zh-CN" sz="1800" dirty="0" smtClean="0">
                <a:cs typeface="Courier New" panose="02070309020205020404" pitchFamily="49" charset="0"/>
              </a:rPr>
              <a:t> main()</a:t>
            </a:r>
            <a:endParaRPr lang="en-US" altLang="zh-CN" sz="1800" dirty="0" smtClean="0">
              <a:cs typeface="Courier New" panose="02070309020205020404" pitchFamily="49" charset="0"/>
            </a:endParaRPr>
          </a:p>
          <a:p>
            <a:pPr eaLnBrk="1" hangingPunct="1">
              <a:lnSpc>
                <a:spcPct val="90000"/>
              </a:lnSpc>
              <a:buFont typeface="Wingdings" panose="05000000000000000000" pitchFamily="2" charset="2"/>
              <a:buNone/>
              <a:defRPr/>
            </a:pPr>
            <a:r>
              <a:rPr lang="en-US" altLang="zh-CN" sz="1800" dirty="0" smtClean="0">
                <a:cs typeface="Courier New" panose="02070309020205020404" pitchFamily="49" charset="0"/>
              </a:rPr>
              <a:t>{	</a:t>
            </a:r>
            <a:r>
              <a:rPr lang="en-US" altLang="zh-CN" sz="1800" dirty="0" err="1" smtClean="0">
                <a:cs typeface="Courier New" panose="02070309020205020404" pitchFamily="49" charset="0"/>
              </a:rPr>
              <a:t>int</a:t>
            </a:r>
            <a:r>
              <a:rPr lang="en-US" altLang="zh-CN" sz="1800" dirty="0" smtClean="0">
                <a:cs typeface="Courier New" panose="02070309020205020404" pitchFamily="49" charset="0"/>
              </a:rPr>
              <a:t> </a:t>
            </a:r>
            <a:r>
              <a:rPr lang="en-US" altLang="zh-CN" sz="1800" dirty="0" err="1" smtClean="0">
                <a:cs typeface="Courier New" panose="02070309020205020404" pitchFamily="49" charset="0"/>
              </a:rPr>
              <a:t>a,b,c</a:t>
            </a:r>
            <a:r>
              <a:rPr lang="en-US" altLang="zh-CN" sz="1800" dirty="0" smtClean="0">
                <a:cs typeface="Courier New" panose="02070309020205020404" pitchFamily="49" charset="0"/>
              </a:rPr>
              <a:t>;</a:t>
            </a:r>
            <a:endParaRPr lang="en-US" altLang="zh-CN" sz="1800" dirty="0" smtClean="0">
              <a:cs typeface="Courier New" panose="02070309020205020404" pitchFamily="49" charset="0"/>
            </a:endParaRPr>
          </a:p>
          <a:p>
            <a:pPr eaLnBrk="1" hangingPunct="1">
              <a:lnSpc>
                <a:spcPct val="90000"/>
              </a:lnSpc>
              <a:buFont typeface="Wingdings" panose="05000000000000000000" pitchFamily="2" charset="2"/>
              <a:buNone/>
              <a:defRPr/>
            </a:pPr>
            <a:r>
              <a:rPr lang="en-US" altLang="zh-CN" sz="1800" dirty="0" smtClean="0">
                <a:cs typeface="Courier New" panose="02070309020205020404" pitchFamily="49" charset="0"/>
              </a:rPr>
              <a:t>	</a:t>
            </a:r>
            <a:r>
              <a:rPr lang="en-US" altLang="zh-CN" sz="1800" dirty="0" err="1" smtClean="0">
                <a:cs typeface="Courier New" panose="02070309020205020404" pitchFamily="49" charset="0"/>
              </a:rPr>
              <a:t>cin</a:t>
            </a:r>
            <a:r>
              <a:rPr lang="en-US" altLang="zh-CN" sz="1800" dirty="0" smtClean="0">
                <a:cs typeface="Courier New" panose="02070309020205020404" pitchFamily="49" charset="0"/>
              </a:rPr>
              <a:t> &gt;&gt; a &gt;&gt; b &gt;&gt; c;</a:t>
            </a:r>
            <a:endParaRPr lang="en-US" altLang="zh-CN" sz="1800" dirty="0" smtClean="0">
              <a:cs typeface="Courier New" panose="02070309020205020404" pitchFamily="49" charset="0"/>
            </a:endParaRPr>
          </a:p>
          <a:p>
            <a:pPr eaLnBrk="1" hangingPunct="1">
              <a:lnSpc>
                <a:spcPct val="90000"/>
              </a:lnSpc>
              <a:buFont typeface="Wingdings" panose="05000000000000000000" pitchFamily="2" charset="2"/>
              <a:buNone/>
              <a:defRPr/>
            </a:pPr>
            <a:r>
              <a:rPr lang="en-US" altLang="zh-CN" sz="1800" dirty="0" smtClean="0">
                <a:cs typeface="Courier New" panose="02070309020205020404" pitchFamily="49" charset="0"/>
              </a:rPr>
              <a:t>	if (</a:t>
            </a:r>
            <a:r>
              <a:rPr lang="en-US" altLang="zh-CN" sz="1800" dirty="0" err="1" smtClean="0">
                <a:cs typeface="Courier New" panose="02070309020205020404" pitchFamily="49" charset="0"/>
              </a:rPr>
              <a:t>a+b</a:t>
            </a:r>
            <a:r>
              <a:rPr lang="en-US" altLang="zh-CN" sz="1800" dirty="0" smtClean="0">
                <a:cs typeface="Courier New" panose="02070309020205020404" pitchFamily="49" charset="0"/>
              </a:rPr>
              <a:t> &lt;= c || </a:t>
            </a:r>
            <a:r>
              <a:rPr lang="en-US" altLang="zh-CN" sz="1800" dirty="0" err="1" smtClean="0">
                <a:cs typeface="Courier New" panose="02070309020205020404" pitchFamily="49" charset="0"/>
              </a:rPr>
              <a:t>b+c</a:t>
            </a:r>
            <a:r>
              <a:rPr lang="en-US" altLang="zh-CN" sz="1800" dirty="0" smtClean="0">
                <a:cs typeface="Courier New" panose="02070309020205020404" pitchFamily="49" charset="0"/>
              </a:rPr>
              <a:t> &lt;= a || </a:t>
            </a:r>
            <a:r>
              <a:rPr lang="en-US" altLang="zh-CN" sz="1800" dirty="0" err="1" smtClean="0">
                <a:cs typeface="Courier New" panose="02070309020205020404" pitchFamily="49" charset="0"/>
              </a:rPr>
              <a:t>c+a</a:t>
            </a:r>
            <a:r>
              <a:rPr lang="en-US" altLang="zh-CN" sz="1800" dirty="0" smtClean="0">
                <a:cs typeface="Courier New" panose="02070309020205020404" pitchFamily="49" charset="0"/>
              </a:rPr>
              <a:t> &lt;= b)</a:t>
            </a:r>
            <a:endParaRPr lang="en-US" altLang="zh-CN" sz="1800" dirty="0" smtClean="0">
              <a:cs typeface="Courier New" panose="02070309020205020404" pitchFamily="49" charset="0"/>
            </a:endParaRPr>
          </a:p>
          <a:p>
            <a:pPr eaLnBrk="1" hangingPunct="1">
              <a:lnSpc>
                <a:spcPct val="90000"/>
              </a:lnSpc>
              <a:buFont typeface="Wingdings" panose="05000000000000000000" pitchFamily="2" charset="2"/>
              <a:buNone/>
              <a:defRPr/>
            </a:pPr>
            <a:r>
              <a:rPr lang="en-US" altLang="zh-CN" sz="1800" dirty="0" smtClean="0">
                <a:cs typeface="Courier New" panose="02070309020205020404" pitchFamily="49" charset="0"/>
              </a:rPr>
              <a:t>	   </a:t>
            </a:r>
            <a:r>
              <a:rPr lang="en-US" altLang="zh-CN" sz="1800" dirty="0" err="1" smtClean="0">
                <a:cs typeface="Courier New" panose="02070309020205020404" pitchFamily="49" charset="0"/>
              </a:rPr>
              <a:t>cout</a:t>
            </a:r>
            <a:r>
              <a:rPr lang="en-US" altLang="zh-CN" sz="1800" dirty="0" smtClean="0">
                <a:cs typeface="Courier New" panose="02070309020205020404" pitchFamily="49" charset="0"/>
              </a:rPr>
              <a:t> &lt;&lt; "</a:t>
            </a:r>
            <a:r>
              <a:rPr lang="zh-CN" altLang="en-US" sz="1800" dirty="0" smtClean="0"/>
              <a:t>不是三角形</a:t>
            </a:r>
            <a:r>
              <a:rPr lang="en-US" altLang="zh-CN" sz="1800" dirty="0" smtClean="0">
                <a:cs typeface="Courier New" panose="02070309020205020404" pitchFamily="49" charset="0"/>
              </a:rPr>
              <a:t>";</a:t>
            </a:r>
            <a:endParaRPr lang="en-US" altLang="zh-CN" sz="1800" dirty="0" smtClean="0">
              <a:cs typeface="Courier New" panose="02070309020205020404" pitchFamily="49" charset="0"/>
            </a:endParaRPr>
          </a:p>
          <a:p>
            <a:pPr eaLnBrk="1" hangingPunct="1">
              <a:lnSpc>
                <a:spcPct val="90000"/>
              </a:lnSpc>
              <a:buFont typeface="Wingdings" panose="05000000000000000000" pitchFamily="2" charset="2"/>
              <a:buNone/>
              <a:defRPr/>
            </a:pPr>
            <a:r>
              <a:rPr lang="en-US" altLang="zh-CN" sz="1800" dirty="0" smtClean="0">
                <a:cs typeface="Courier New" panose="02070309020205020404" pitchFamily="49" charset="0"/>
              </a:rPr>
              <a:t>	else if (a == b &amp;&amp; b == c)</a:t>
            </a:r>
            <a:endParaRPr lang="en-US" altLang="zh-CN" sz="1800" dirty="0" smtClean="0">
              <a:cs typeface="Courier New" panose="02070309020205020404" pitchFamily="49" charset="0"/>
            </a:endParaRPr>
          </a:p>
          <a:p>
            <a:pPr eaLnBrk="1" hangingPunct="1">
              <a:lnSpc>
                <a:spcPct val="90000"/>
              </a:lnSpc>
              <a:buFont typeface="Wingdings" panose="05000000000000000000" pitchFamily="2" charset="2"/>
              <a:buNone/>
              <a:defRPr/>
            </a:pPr>
            <a:r>
              <a:rPr lang="en-US" altLang="zh-CN" sz="1800" dirty="0" smtClean="0">
                <a:cs typeface="Courier New" panose="02070309020205020404" pitchFamily="49" charset="0"/>
              </a:rPr>
              <a:t>	   </a:t>
            </a:r>
            <a:r>
              <a:rPr lang="en-US" altLang="zh-CN" sz="1800" dirty="0" err="1" smtClean="0">
                <a:cs typeface="Courier New" panose="02070309020205020404" pitchFamily="49" charset="0"/>
              </a:rPr>
              <a:t>cout</a:t>
            </a:r>
            <a:r>
              <a:rPr lang="en-US" altLang="zh-CN" sz="1800" dirty="0" smtClean="0">
                <a:cs typeface="Courier New" panose="02070309020205020404" pitchFamily="49" charset="0"/>
              </a:rPr>
              <a:t> &lt;&lt; "</a:t>
            </a:r>
            <a:r>
              <a:rPr lang="zh-CN" altLang="en-US" sz="1800" dirty="0" smtClean="0"/>
              <a:t>等边三角形</a:t>
            </a:r>
            <a:r>
              <a:rPr lang="en-US" altLang="zh-CN" sz="1800" dirty="0" smtClean="0">
                <a:cs typeface="Courier New" panose="02070309020205020404" pitchFamily="49" charset="0"/>
              </a:rPr>
              <a:t>";</a:t>
            </a:r>
            <a:endParaRPr lang="en-US" altLang="zh-CN" sz="1800" dirty="0" smtClean="0">
              <a:cs typeface="Courier New" panose="02070309020205020404" pitchFamily="49" charset="0"/>
            </a:endParaRPr>
          </a:p>
          <a:p>
            <a:pPr eaLnBrk="1" hangingPunct="1">
              <a:lnSpc>
                <a:spcPct val="90000"/>
              </a:lnSpc>
              <a:buFont typeface="Wingdings" panose="05000000000000000000" pitchFamily="2" charset="2"/>
              <a:buNone/>
              <a:defRPr/>
            </a:pPr>
            <a:r>
              <a:rPr lang="en-US" altLang="zh-CN" sz="1800" dirty="0" smtClean="0">
                <a:cs typeface="Courier New" panose="02070309020205020404" pitchFamily="49" charset="0"/>
              </a:rPr>
              <a:t>	else if (a == b || b == c || c == a)</a:t>
            </a:r>
            <a:endParaRPr lang="en-US" altLang="zh-CN" sz="1800" dirty="0" smtClean="0">
              <a:cs typeface="Courier New" panose="02070309020205020404" pitchFamily="49" charset="0"/>
            </a:endParaRPr>
          </a:p>
          <a:p>
            <a:pPr eaLnBrk="1" hangingPunct="1">
              <a:lnSpc>
                <a:spcPct val="90000"/>
              </a:lnSpc>
              <a:buFont typeface="Wingdings" panose="05000000000000000000" pitchFamily="2" charset="2"/>
              <a:buNone/>
              <a:defRPr/>
            </a:pPr>
            <a:r>
              <a:rPr lang="en-US" altLang="zh-CN" sz="1800" dirty="0" smtClean="0">
                <a:cs typeface="Courier New" panose="02070309020205020404" pitchFamily="49" charset="0"/>
              </a:rPr>
              <a:t>	   </a:t>
            </a:r>
            <a:r>
              <a:rPr lang="en-US" altLang="zh-CN" sz="1800" dirty="0" err="1" smtClean="0">
                <a:cs typeface="Courier New" panose="02070309020205020404" pitchFamily="49" charset="0"/>
              </a:rPr>
              <a:t>cout</a:t>
            </a:r>
            <a:r>
              <a:rPr lang="en-US" altLang="zh-CN" sz="1800" dirty="0" smtClean="0">
                <a:cs typeface="Courier New" panose="02070309020205020404" pitchFamily="49" charset="0"/>
              </a:rPr>
              <a:t> &lt;&lt; "</a:t>
            </a:r>
            <a:r>
              <a:rPr lang="zh-CN" altLang="en-US" sz="1800" dirty="0" smtClean="0"/>
              <a:t>等腰三角形</a:t>
            </a:r>
            <a:r>
              <a:rPr lang="en-US" altLang="zh-CN" sz="1800" dirty="0" smtClean="0">
                <a:cs typeface="Courier New" panose="02070309020205020404" pitchFamily="49" charset="0"/>
              </a:rPr>
              <a:t>";</a:t>
            </a:r>
            <a:endParaRPr lang="en-US" altLang="zh-CN" sz="1800" dirty="0" smtClean="0">
              <a:cs typeface="Courier New" panose="02070309020205020404" pitchFamily="49" charset="0"/>
            </a:endParaRPr>
          </a:p>
          <a:p>
            <a:pPr eaLnBrk="1" hangingPunct="1">
              <a:lnSpc>
                <a:spcPct val="90000"/>
              </a:lnSpc>
              <a:buFont typeface="Wingdings" panose="05000000000000000000" pitchFamily="2" charset="2"/>
              <a:buNone/>
              <a:defRPr/>
            </a:pPr>
            <a:r>
              <a:rPr lang="en-US" altLang="zh-CN" sz="1800" dirty="0" smtClean="0">
                <a:cs typeface="Courier New" panose="02070309020205020404" pitchFamily="49" charset="0"/>
              </a:rPr>
              <a:t>	else if (a*</a:t>
            </a:r>
            <a:r>
              <a:rPr lang="en-US" altLang="zh-CN" sz="1800" dirty="0" err="1" smtClean="0">
                <a:cs typeface="Courier New" panose="02070309020205020404" pitchFamily="49" charset="0"/>
              </a:rPr>
              <a:t>a+b</a:t>
            </a:r>
            <a:r>
              <a:rPr lang="en-US" altLang="zh-CN" sz="1800" dirty="0" smtClean="0">
                <a:cs typeface="Courier New" panose="02070309020205020404" pitchFamily="49" charset="0"/>
              </a:rPr>
              <a:t>*b == c*c || b*</a:t>
            </a:r>
            <a:r>
              <a:rPr lang="en-US" altLang="zh-CN" sz="1800" dirty="0" err="1" smtClean="0">
                <a:cs typeface="Courier New" panose="02070309020205020404" pitchFamily="49" charset="0"/>
              </a:rPr>
              <a:t>b+c</a:t>
            </a:r>
            <a:r>
              <a:rPr lang="en-US" altLang="zh-CN" sz="1800" dirty="0" smtClean="0">
                <a:cs typeface="Courier New" panose="02070309020205020404" pitchFamily="49" charset="0"/>
              </a:rPr>
              <a:t>*c == a*a || c*</a:t>
            </a:r>
            <a:r>
              <a:rPr lang="en-US" altLang="zh-CN" sz="1800" dirty="0" err="1" smtClean="0">
                <a:cs typeface="Courier New" panose="02070309020205020404" pitchFamily="49" charset="0"/>
              </a:rPr>
              <a:t>c+a</a:t>
            </a:r>
            <a:r>
              <a:rPr lang="en-US" altLang="zh-CN" sz="1800" dirty="0" smtClean="0">
                <a:cs typeface="Courier New" panose="02070309020205020404" pitchFamily="49" charset="0"/>
              </a:rPr>
              <a:t>*a == b*b)</a:t>
            </a:r>
            <a:endParaRPr lang="en-US" altLang="zh-CN" sz="1800" dirty="0" smtClean="0">
              <a:cs typeface="Courier New" panose="02070309020205020404" pitchFamily="49" charset="0"/>
            </a:endParaRPr>
          </a:p>
          <a:p>
            <a:pPr eaLnBrk="1" hangingPunct="1">
              <a:lnSpc>
                <a:spcPct val="90000"/>
              </a:lnSpc>
              <a:buFont typeface="Wingdings" panose="05000000000000000000" pitchFamily="2" charset="2"/>
              <a:buNone/>
              <a:defRPr/>
            </a:pPr>
            <a:r>
              <a:rPr lang="en-US" altLang="zh-CN" sz="1800" dirty="0" smtClean="0">
                <a:cs typeface="Courier New" panose="02070309020205020404" pitchFamily="49" charset="0"/>
              </a:rPr>
              <a:t>	   </a:t>
            </a:r>
            <a:r>
              <a:rPr lang="en-US" altLang="zh-CN" sz="1800" dirty="0" err="1" smtClean="0">
                <a:cs typeface="Courier New" panose="02070309020205020404" pitchFamily="49" charset="0"/>
              </a:rPr>
              <a:t>cout</a:t>
            </a:r>
            <a:r>
              <a:rPr lang="en-US" altLang="zh-CN" sz="1800" dirty="0" smtClean="0">
                <a:cs typeface="Courier New" panose="02070309020205020404" pitchFamily="49" charset="0"/>
              </a:rPr>
              <a:t> &lt;&lt; "</a:t>
            </a:r>
            <a:r>
              <a:rPr lang="zh-CN" altLang="en-US" sz="1800" dirty="0" smtClean="0"/>
              <a:t>直角三角形（非等腰）</a:t>
            </a:r>
            <a:r>
              <a:rPr lang="en-US" altLang="zh-CN" sz="1800" dirty="0" smtClean="0">
                <a:cs typeface="Courier New" panose="02070309020205020404" pitchFamily="49" charset="0"/>
              </a:rPr>
              <a:t>";</a:t>
            </a:r>
            <a:endParaRPr lang="en-US" altLang="zh-CN" sz="1800" dirty="0" smtClean="0">
              <a:cs typeface="Courier New" panose="02070309020205020404" pitchFamily="49" charset="0"/>
            </a:endParaRPr>
          </a:p>
          <a:p>
            <a:pPr eaLnBrk="1" hangingPunct="1">
              <a:lnSpc>
                <a:spcPct val="90000"/>
              </a:lnSpc>
              <a:buFont typeface="Wingdings" panose="05000000000000000000" pitchFamily="2" charset="2"/>
              <a:buNone/>
              <a:defRPr/>
            </a:pPr>
            <a:r>
              <a:rPr lang="en-US" altLang="zh-CN" sz="1800" dirty="0" smtClean="0">
                <a:cs typeface="Courier New" panose="02070309020205020404" pitchFamily="49" charset="0"/>
              </a:rPr>
              <a:t>	else</a:t>
            </a:r>
            <a:endParaRPr lang="en-US" altLang="zh-CN" sz="1800" dirty="0" smtClean="0">
              <a:cs typeface="Courier New" panose="02070309020205020404" pitchFamily="49" charset="0"/>
            </a:endParaRPr>
          </a:p>
          <a:p>
            <a:pPr eaLnBrk="1" hangingPunct="1">
              <a:lnSpc>
                <a:spcPct val="90000"/>
              </a:lnSpc>
              <a:buFont typeface="Wingdings" panose="05000000000000000000" pitchFamily="2" charset="2"/>
              <a:buNone/>
              <a:defRPr/>
            </a:pPr>
            <a:r>
              <a:rPr lang="en-US" altLang="zh-CN" sz="1800" dirty="0" smtClean="0">
                <a:cs typeface="Courier New" panose="02070309020205020404" pitchFamily="49" charset="0"/>
              </a:rPr>
              <a:t>	   </a:t>
            </a:r>
            <a:r>
              <a:rPr lang="en-US" altLang="zh-CN" sz="1800" dirty="0" err="1" smtClean="0">
                <a:cs typeface="Courier New" panose="02070309020205020404" pitchFamily="49" charset="0"/>
              </a:rPr>
              <a:t>cout</a:t>
            </a:r>
            <a:r>
              <a:rPr lang="en-US" altLang="zh-CN" sz="1800" dirty="0" smtClean="0">
                <a:cs typeface="Courier New" panose="02070309020205020404" pitchFamily="49" charset="0"/>
              </a:rPr>
              <a:t> &lt;&lt; "</a:t>
            </a:r>
            <a:r>
              <a:rPr lang="zh-CN" altLang="en-US" sz="1800" dirty="0" smtClean="0"/>
              <a:t>其它三角形</a:t>
            </a:r>
            <a:r>
              <a:rPr lang="en-US" altLang="zh-CN" sz="1800" dirty="0" smtClean="0">
                <a:cs typeface="Courier New" panose="02070309020205020404" pitchFamily="49" charset="0"/>
              </a:rPr>
              <a:t>";	</a:t>
            </a:r>
            <a:endParaRPr lang="en-US" altLang="zh-CN" sz="1800" dirty="0" smtClean="0">
              <a:cs typeface="Courier New" panose="02070309020205020404" pitchFamily="49" charset="0"/>
            </a:endParaRPr>
          </a:p>
          <a:p>
            <a:pPr eaLnBrk="1" hangingPunct="1">
              <a:lnSpc>
                <a:spcPct val="90000"/>
              </a:lnSpc>
              <a:buFont typeface="Wingdings" panose="05000000000000000000" pitchFamily="2" charset="2"/>
              <a:buNone/>
              <a:defRPr/>
            </a:pPr>
            <a:r>
              <a:rPr lang="en-US" altLang="zh-CN" sz="1800" dirty="0" smtClean="0">
                <a:cs typeface="Courier New" panose="02070309020205020404" pitchFamily="49" charset="0"/>
              </a:rPr>
              <a:t>	</a:t>
            </a:r>
            <a:r>
              <a:rPr lang="en-US" altLang="zh-CN" sz="1800" dirty="0" err="1" smtClean="0">
                <a:cs typeface="Courier New" panose="02070309020205020404" pitchFamily="49" charset="0"/>
              </a:rPr>
              <a:t>cout</a:t>
            </a:r>
            <a:r>
              <a:rPr lang="en-US" altLang="zh-CN" sz="1800" dirty="0" smtClean="0">
                <a:cs typeface="Courier New" panose="02070309020205020404" pitchFamily="49" charset="0"/>
              </a:rPr>
              <a:t> &lt;&lt; </a:t>
            </a:r>
            <a:r>
              <a:rPr lang="en-US" altLang="zh-CN" sz="1800" dirty="0" err="1" smtClean="0">
                <a:cs typeface="Courier New" panose="02070309020205020404" pitchFamily="49" charset="0"/>
              </a:rPr>
              <a:t>endl</a:t>
            </a:r>
            <a:r>
              <a:rPr lang="en-US" altLang="zh-CN" sz="1800" dirty="0" smtClean="0">
                <a:cs typeface="Courier New" panose="02070309020205020404" pitchFamily="49" charset="0"/>
              </a:rPr>
              <a:t>;</a:t>
            </a:r>
            <a:endParaRPr lang="en-US" altLang="zh-CN" sz="1800" dirty="0" smtClean="0">
              <a:cs typeface="Courier New" panose="02070309020205020404" pitchFamily="49" charset="0"/>
            </a:endParaRPr>
          </a:p>
          <a:p>
            <a:pPr eaLnBrk="1" hangingPunct="1">
              <a:lnSpc>
                <a:spcPct val="90000"/>
              </a:lnSpc>
              <a:buFont typeface="Wingdings" panose="05000000000000000000" pitchFamily="2" charset="2"/>
              <a:buNone/>
              <a:defRPr/>
            </a:pPr>
            <a:r>
              <a:rPr lang="en-US" altLang="zh-CN" sz="1800" dirty="0" smtClean="0">
                <a:cs typeface="Courier New" panose="02070309020205020404" pitchFamily="49" charset="0"/>
              </a:rPr>
              <a:t>	return 0;</a:t>
            </a:r>
            <a:endParaRPr lang="en-US" altLang="zh-CN" sz="1800" dirty="0" smtClean="0">
              <a:cs typeface="Courier New" panose="02070309020205020404" pitchFamily="49" charset="0"/>
            </a:endParaRPr>
          </a:p>
          <a:p>
            <a:pPr eaLnBrk="1" hangingPunct="1">
              <a:lnSpc>
                <a:spcPct val="90000"/>
              </a:lnSpc>
              <a:buFont typeface="Wingdings" panose="05000000000000000000" pitchFamily="2" charset="2"/>
              <a:buNone/>
              <a:defRPr/>
            </a:pPr>
            <a:r>
              <a:rPr lang="en-US" altLang="zh-CN" sz="1800" dirty="0" smtClean="0">
                <a:cs typeface="Courier New" panose="02070309020205020404" pitchFamily="49" charset="0"/>
              </a:rPr>
              <a:t>}</a:t>
            </a:r>
            <a:endParaRPr lang="en-US" altLang="zh-CN" sz="1800" dirty="0" smtClean="0"/>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466" name="Rectangle 2"/>
          <p:cNvSpPr>
            <a:spLocks noGrp="1" noChangeArrowheads="1"/>
          </p:cNvSpPr>
          <p:nvPr>
            <p:ph type="title"/>
          </p:nvPr>
        </p:nvSpPr>
        <p:spPr/>
        <p:txBody>
          <a:bodyPr/>
          <a:lstStyle/>
          <a:p>
            <a:pPr eaLnBrk="1" hangingPunct="1">
              <a:defRPr/>
            </a:pPr>
            <a:r>
              <a:rPr lang="zh-CN" altLang="en-US" smtClean="0"/>
              <a:t>避免不必要的测试</a:t>
            </a:r>
            <a:endParaRPr lang="zh-CN" altLang="en-US" smtClean="0"/>
          </a:p>
        </p:txBody>
      </p:sp>
      <p:sp>
        <p:nvSpPr>
          <p:cNvPr id="190467" name="Rectangle 3"/>
          <p:cNvSpPr>
            <a:spLocks noGrp="1" noChangeArrowheads="1"/>
          </p:cNvSpPr>
          <p:nvPr>
            <p:ph type="body" idx="1"/>
          </p:nvPr>
        </p:nvSpPr>
        <p:spPr>
          <a:xfrm>
            <a:off x="457200" y="1600200"/>
            <a:ext cx="8229600" cy="5069160"/>
          </a:xfrm>
        </p:spPr>
        <p:txBody>
          <a:bodyPr>
            <a:normAutofit fontScale="85000" lnSpcReduction="10000"/>
          </a:bodyPr>
          <a:lstStyle/>
          <a:p>
            <a:pPr eaLnBrk="1" hangingPunct="1">
              <a:lnSpc>
                <a:spcPct val="110000"/>
              </a:lnSpc>
              <a:defRPr/>
            </a:pPr>
            <a:r>
              <a:rPr lang="zh-CN" altLang="en-US" sz="2800" dirty="0" smtClean="0"/>
              <a:t>把分数转成</a:t>
            </a:r>
            <a:r>
              <a:rPr lang="en-US" altLang="zh-CN" sz="2800" dirty="0"/>
              <a:t>"</a:t>
            </a:r>
            <a:r>
              <a:rPr lang="zh-CN" altLang="en-US" sz="2800" dirty="0"/>
              <a:t>优</a:t>
            </a:r>
            <a:r>
              <a:rPr lang="en-US" altLang="zh-CN" sz="2800" dirty="0" smtClean="0"/>
              <a:t>"</a:t>
            </a:r>
            <a:r>
              <a:rPr lang="zh-CN" altLang="en-US" sz="2800" dirty="0" smtClean="0"/>
              <a:t>、</a:t>
            </a:r>
            <a:r>
              <a:rPr lang="en-US" altLang="zh-CN" sz="2800" dirty="0" smtClean="0"/>
              <a:t>"</a:t>
            </a:r>
            <a:r>
              <a:rPr lang="zh-CN" altLang="en-US" sz="2800" dirty="0"/>
              <a:t>良</a:t>
            </a:r>
            <a:r>
              <a:rPr lang="en-US" altLang="zh-CN" sz="2800" dirty="0" smtClean="0"/>
              <a:t>"</a:t>
            </a:r>
            <a:r>
              <a:rPr lang="zh-CN" altLang="en-US" sz="2800" dirty="0" smtClean="0"/>
              <a:t>、</a:t>
            </a:r>
            <a:r>
              <a:rPr lang="en-US" altLang="zh-CN" sz="2800" dirty="0"/>
              <a:t>"</a:t>
            </a:r>
            <a:r>
              <a:rPr lang="zh-CN" altLang="en-US" sz="2800" dirty="0"/>
              <a:t>中</a:t>
            </a:r>
            <a:r>
              <a:rPr lang="en-US" altLang="zh-CN" sz="2800" dirty="0" smtClean="0"/>
              <a:t>"</a:t>
            </a:r>
            <a:r>
              <a:rPr lang="zh-CN" altLang="en-US" sz="2800" dirty="0" smtClean="0"/>
              <a:t>、</a:t>
            </a:r>
            <a:r>
              <a:rPr lang="en-US" altLang="zh-CN" sz="2800" dirty="0" smtClean="0"/>
              <a:t>"</a:t>
            </a:r>
            <a:r>
              <a:rPr lang="zh-CN" altLang="en-US" sz="2800" dirty="0"/>
              <a:t>及格</a:t>
            </a:r>
            <a:r>
              <a:rPr lang="en-US" altLang="zh-CN" sz="2800" dirty="0" smtClean="0"/>
              <a:t>"</a:t>
            </a:r>
            <a:r>
              <a:rPr lang="zh-CN" altLang="en-US" sz="2800" dirty="0" smtClean="0"/>
              <a:t>以及</a:t>
            </a:r>
            <a:r>
              <a:rPr lang="en-US" altLang="zh-CN" sz="2800" dirty="0"/>
              <a:t>"</a:t>
            </a:r>
            <a:r>
              <a:rPr lang="zh-CN" altLang="en-US" sz="2800" dirty="0"/>
              <a:t>不及格</a:t>
            </a:r>
            <a:r>
              <a:rPr lang="en-US" altLang="zh-CN" sz="2800" dirty="0"/>
              <a:t>"</a:t>
            </a:r>
            <a:endParaRPr lang="en-US" altLang="zh-CN" sz="2800" dirty="0" smtClean="0"/>
          </a:p>
          <a:p>
            <a:pPr lvl="1" eaLnBrk="1" hangingPunct="1">
              <a:lnSpc>
                <a:spcPct val="110000"/>
              </a:lnSpc>
              <a:buFont typeface="Wingdings" panose="05000000000000000000" pitchFamily="2" charset="2"/>
              <a:buNone/>
              <a:defRPr/>
            </a:pPr>
            <a:r>
              <a:rPr lang="en-US" altLang="zh-CN" sz="2400" dirty="0" smtClean="0"/>
              <a:t>if (score &gt;= 90)</a:t>
            </a:r>
            <a:endParaRPr lang="en-US" altLang="zh-CN" sz="2400" dirty="0" smtClean="0"/>
          </a:p>
          <a:p>
            <a:pPr lvl="1" eaLnBrk="1" hangingPunct="1">
              <a:lnSpc>
                <a:spcPct val="110000"/>
              </a:lnSpc>
              <a:buFont typeface="Wingdings" panose="05000000000000000000" pitchFamily="2" charset="2"/>
              <a:buNone/>
              <a:defRPr/>
            </a:pPr>
            <a:r>
              <a:rPr lang="en-US" altLang="zh-CN" sz="2400" dirty="0" smtClean="0"/>
              <a:t>	</a:t>
            </a:r>
            <a:r>
              <a:rPr lang="en-US" altLang="zh-CN" sz="2400" dirty="0" err="1" smtClean="0"/>
              <a:t>cout</a:t>
            </a:r>
            <a:r>
              <a:rPr lang="en-US" altLang="zh-CN" sz="2400" dirty="0" smtClean="0"/>
              <a:t> &lt;&lt; "</a:t>
            </a:r>
            <a:r>
              <a:rPr lang="zh-CN" altLang="en-US" sz="2400" dirty="0" smtClean="0"/>
              <a:t>优</a:t>
            </a:r>
            <a:r>
              <a:rPr lang="en-US" altLang="zh-CN" sz="2400" dirty="0" smtClean="0"/>
              <a:t>";</a:t>
            </a:r>
            <a:endParaRPr lang="en-US" altLang="zh-CN" sz="2400" dirty="0" smtClean="0"/>
          </a:p>
          <a:p>
            <a:pPr lvl="1" eaLnBrk="1" hangingPunct="1">
              <a:lnSpc>
                <a:spcPct val="110000"/>
              </a:lnSpc>
              <a:buFont typeface="Wingdings" panose="05000000000000000000" pitchFamily="2" charset="2"/>
              <a:buNone/>
              <a:defRPr/>
            </a:pPr>
            <a:r>
              <a:rPr lang="en-US" altLang="zh-CN" sz="2400" dirty="0" smtClean="0"/>
              <a:t>if (score &gt;= 80 &amp;&amp; score &lt; 90)</a:t>
            </a:r>
            <a:endParaRPr lang="en-US" altLang="zh-CN" sz="2400" dirty="0" smtClean="0"/>
          </a:p>
          <a:p>
            <a:pPr lvl="1" eaLnBrk="1" hangingPunct="1">
              <a:lnSpc>
                <a:spcPct val="110000"/>
              </a:lnSpc>
              <a:buFont typeface="Wingdings" panose="05000000000000000000" pitchFamily="2" charset="2"/>
              <a:buNone/>
              <a:defRPr/>
            </a:pPr>
            <a:r>
              <a:rPr lang="en-US" altLang="zh-CN" sz="2400" dirty="0" smtClean="0"/>
              <a:t>	</a:t>
            </a:r>
            <a:r>
              <a:rPr lang="en-US" altLang="zh-CN" sz="2400" dirty="0" err="1" smtClean="0"/>
              <a:t>cout</a:t>
            </a:r>
            <a:r>
              <a:rPr lang="en-US" altLang="zh-CN" sz="2400" dirty="0" smtClean="0"/>
              <a:t> &lt;&lt; "</a:t>
            </a:r>
            <a:r>
              <a:rPr lang="zh-CN" altLang="en-US" sz="2400" dirty="0" smtClean="0"/>
              <a:t>良</a:t>
            </a:r>
            <a:r>
              <a:rPr lang="en-US" altLang="zh-CN" sz="2400" dirty="0" smtClean="0"/>
              <a:t>";</a:t>
            </a:r>
            <a:endParaRPr lang="en-US" altLang="zh-CN" sz="2400" dirty="0" smtClean="0"/>
          </a:p>
          <a:p>
            <a:pPr lvl="1" eaLnBrk="1" hangingPunct="1">
              <a:lnSpc>
                <a:spcPct val="110000"/>
              </a:lnSpc>
              <a:buFont typeface="Wingdings" panose="05000000000000000000" pitchFamily="2" charset="2"/>
              <a:buNone/>
              <a:defRPr/>
            </a:pPr>
            <a:r>
              <a:rPr lang="en-US" altLang="zh-CN" sz="2400" dirty="0" smtClean="0"/>
              <a:t>if (score &gt;= 70 &amp;&amp; score &lt; 80)</a:t>
            </a:r>
            <a:endParaRPr lang="en-US" altLang="zh-CN" sz="2400" dirty="0" smtClean="0"/>
          </a:p>
          <a:p>
            <a:pPr lvl="1" eaLnBrk="1" hangingPunct="1">
              <a:lnSpc>
                <a:spcPct val="110000"/>
              </a:lnSpc>
              <a:buFont typeface="Wingdings" panose="05000000000000000000" pitchFamily="2" charset="2"/>
              <a:buNone/>
              <a:defRPr/>
            </a:pPr>
            <a:r>
              <a:rPr lang="en-US" altLang="zh-CN" sz="2400" dirty="0" smtClean="0"/>
              <a:t>	</a:t>
            </a:r>
            <a:r>
              <a:rPr lang="en-US" altLang="zh-CN" sz="2400" dirty="0" err="1" smtClean="0"/>
              <a:t>cout</a:t>
            </a:r>
            <a:r>
              <a:rPr lang="en-US" altLang="zh-CN" sz="2400" dirty="0" smtClean="0"/>
              <a:t> &lt;&lt; "</a:t>
            </a:r>
            <a:r>
              <a:rPr lang="zh-CN" altLang="en-US" sz="2400" dirty="0" smtClean="0"/>
              <a:t>中</a:t>
            </a:r>
            <a:r>
              <a:rPr lang="en-US" altLang="zh-CN" sz="2400" dirty="0" smtClean="0"/>
              <a:t>"; </a:t>
            </a:r>
            <a:endParaRPr lang="en-US" altLang="zh-CN" sz="2400" dirty="0" smtClean="0"/>
          </a:p>
          <a:p>
            <a:pPr lvl="1" eaLnBrk="1" hangingPunct="1">
              <a:lnSpc>
                <a:spcPct val="110000"/>
              </a:lnSpc>
              <a:buFont typeface="Wingdings" panose="05000000000000000000" pitchFamily="2" charset="2"/>
              <a:buNone/>
              <a:defRPr/>
            </a:pPr>
            <a:r>
              <a:rPr lang="en-US" altLang="zh-CN" sz="2400" dirty="0" smtClean="0"/>
              <a:t>if (score &gt;= 60 &amp;&amp; score &lt; 70)</a:t>
            </a:r>
            <a:endParaRPr lang="en-US" altLang="zh-CN" sz="2400" dirty="0" smtClean="0"/>
          </a:p>
          <a:p>
            <a:pPr lvl="1" eaLnBrk="1" hangingPunct="1">
              <a:lnSpc>
                <a:spcPct val="110000"/>
              </a:lnSpc>
              <a:buFont typeface="Wingdings" panose="05000000000000000000" pitchFamily="2" charset="2"/>
              <a:buNone/>
              <a:defRPr/>
            </a:pPr>
            <a:r>
              <a:rPr lang="en-US" altLang="zh-CN" sz="2400" dirty="0" smtClean="0"/>
              <a:t>	</a:t>
            </a:r>
            <a:r>
              <a:rPr lang="en-US" altLang="zh-CN" sz="2400" dirty="0" err="1" smtClean="0"/>
              <a:t>cout</a:t>
            </a:r>
            <a:r>
              <a:rPr lang="en-US" altLang="zh-CN" sz="2400" dirty="0" smtClean="0"/>
              <a:t> &lt;&lt; "</a:t>
            </a:r>
            <a:r>
              <a:rPr lang="zh-CN" altLang="en-US" sz="2400" dirty="0" smtClean="0"/>
              <a:t>及格</a:t>
            </a:r>
            <a:r>
              <a:rPr lang="en-US" altLang="zh-CN" sz="2400" dirty="0" smtClean="0"/>
              <a:t>"; </a:t>
            </a:r>
            <a:endParaRPr lang="en-US" altLang="zh-CN" sz="2400" dirty="0" smtClean="0"/>
          </a:p>
          <a:p>
            <a:pPr lvl="1" eaLnBrk="1" hangingPunct="1">
              <a:lnSpc>
                <a:spcPct val="110000"/>
              </a:lnSpc>
              <a:buFont typeface="Wingdings" panose="05000000000000000000" pitchFamily="2" charset="2"/>
              <a:buNone/>
              <a:defRPr/>
            </a:pPr>
            <a:r>
              <a:rPr lang="en-US" altLang="zh-CN" sz="2400" dirty="0" smtClean="0"/>
              <a:t>if (score &lt; 60)</a:t>
            </a:r>
            <a:endParaRPr lang="en-US" altLang="zh-CN" sz="2400" dirty="0" smtClean="0"/>
          </a:p>
          <a:p>
            <a:pPr lvl="1" eaLnBrk="1" hangingPunct="1">
              <a:lnSpc>
                <a:spcPct val="110000"/>
              </a:lnSpc>
              <a:buFont typeface="Wingdings" panose="05000000000000000000" pitchFamily="2" charset="2"/>
              <a:buNone/>
              <a:defRPr/>
            </a:pPr>
            <a:r>
              <a:rPr lang="en-US" altLang="zh-CN" sz="2400" dirty="0" smtClean="0"/>
              <a:t>	</a:t>
            </a:r>
            <a:r>
              <a:rPr lang="en-US" altLang="zh-CN" sz="2400" dirty="0" err="1" smtClean="0"/>
              <a:t>cout</a:t>
            </a:r>
            <a:r>
              <a:rPr lang="en-US" altLang="zh-CN" sz="2400" dirty="0" smtClean="0"/>
              <a:t> &lt;&lt; "</a:t>
            </a:r>
            <a:r>
              <a:rPr lang="zh-CN" altLang="en-US" sz="2400" dirty="0" smtClean="0"/>
              <a:t>不及格</a:t>
            </a:r>
            <a:r>
              <a:rPr lang="en-US" altLang="zh-CN" sz="2400" dirty="0" smtClean="0"/>
              <a:t>";</a:t>
            </a:r>
            <a:endParaRPr lang="en-US" altLang="zh-CN" sz="2400" dirty="0" smtClean="0"/>
          </a:p>
          <a:p>
            <a:pPr eaLnBrk="1" hangingPunct="1">
              <a:lnSpc>
                <a:spcPct val="110000"/>
              </a:lnSpc>
              <a:defRPr/>
            </a:pPr>
            <a:r>
              <a:rPr lang="zh-CN" altLang="en-US" sz="2800" dirty="0" smtClean="0"/>
              <a:t>上述的流程控制效率不高！例如，当</a:t>
            </a:r>
            <a:r>
              <a:rPr lang="en-US" altLang="zh-CN" sz="2800" dirty="0" smtClean="0"/>
              <a:t>score</a:t>
            </a:r>
            <a:r>
              <a:rPr lang="zh-CN" altLang="en-US" sz="2800" dirty="0" smtClean="0"/>
              <a:t>为</a:t>
            </a:r>
            <a:r>
              <a:rPr lang="en-US" altLang="zh-CN" sz="2800" dirty="0" smtClean="0"/>
              <a:t>95</a:t>
            </a:r>
            <a:r>
              <a:rPr lang="zh-CN" altLang="en-US" sz="2800" dirty="0" smtClean="0"/>
              <a:t>时，上述程序中的每个</a:t>
            </a:r>
            <a:r>
              <a:rPr lang="en-US" altLang="zh-CN" sz="2800" dirty="0" smtClean="0"/>
              <a:t>if</a:t>
            </a:r>
            <a:r>
              <a:rPr lang="zh-CN" altLang="en-US" sz="2800" dirty="0" smtClean="0"/>
              <a:t>语句的条件都要测试一遍，程序效率不高！</a:t>
            </a:r>
            <a:endParaRPr lang="en-US" altLang="zh-CN" sz="2800" dirty="0"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90467">
                                            <p:txEl>
                                              <p:pRg st="11" end="11"/>
                                            </p:txEl>
                                          </p:spTgt>
                                        </p:tgtEl>
                                        <p:attrNameLst>
                                          <p:attrName>style.visibility</p:attrName>
                                        </p:attrNameLst>
                                      </p:cBhvr>
                                      <p:to>
                                        <p:strVal val="visible"/>
                                      </p:to>
                                    </p:set>
                                    <p:anim calcmode="lin" valueType="num">
                                      <p:cBhvr additive="base">
                                        <p:cTn id="7" dur="500" fill="hold"/>
                                        <p:tgtEl>
                                          <p:spTgt spid="190467">
                                            <p:txEl>
                                              <p:pRg st="11" end="1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90467">
                                            <p:txEl>
                                              <p:pRg st="11" end="1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a:xfrm>
            <a:off x="685800" y="115888"/>
            <a:ext cx="7772400" cy="998537"/>
          </a:xfrm>
        </p:spPr>
        <p:txBody>
          <a:bodyPr/>
          <a:lstStyle/>
          <a:p>
            <a:pPr algn="l" eaLnBrk="1" hangingPunct="1">
              <a:defRPr/>
            </a:pPr>
            <a:r>
              <a:rPr lang="en-US" altLang="zh-CN" smtClean="0"/>
              <a:t>if </a:t>
            </a:r>
            <a:r>
              <a:rPr lang="zh-CN" altLang="en-US" smtClean="0"/>
              <a:t>语句的歧义问题</a:t>
            </a:r>
            <a:endParaRPr lang="zh-CN" altLang="en-US" smtClean="0"/>
          </a:p>
        </p:txBody>
      </p:sp>
      <p:sp>
        <p:nvSpPr>
          <p:cNvPr id="14339" name="Rectangle 3"/>
          <p:cNvSpPr>
            <a:spLocks noGrp="1" noChangeArrowheads="1"/>
          </p:cNvSpPr>
          <p:nvPr>
            <p:ph type="body" idx="1"/>
          </p:nvPr>
        </p:nvSpPr>
        <p:spPr>
          <a:xfrm>
            <a:off x="125413" y="1412875"/>
            <a:ext cx="8839200" cy="5328493"/>
          </a:xfrm>
        </p:spPr>
        <p:txBody>
          <a:bodyPr>
            <a:normAutofit/>
          </a:bodyPr>
          <a:lstStyle/>
          <a:p>
            <a:pPr marL="360680" indent="-360680" eaLnBrk="1" hangingPunct="1">
              <a:lnSpc>
                <a:spcPct val="90000"/>
              </a:lnSpc>
              <a:defRPr/>
            </a:pPr>
            <a:r>
              <a:rPr lang="zh-CN" altLang="en-US" sz="2800" dirty="0" smtClean="0"/>
              <a:t>下面的</a:t>
            </a:r>
            <a:r>
              <a:rPr lang="en-US" altLang="zh-CN" sz="2800" dirty="0" smtClean="0"/>
              <a:t>if</a:t>
            </a:r>
            <a:r>
              <a:rPr lang="zh-CN" altLang="en-US" sz="2800" dirty="0" smtClean="0"/>
              <a:t>语句的含义是什么？</a:t>
            </a:r>
            <a:endParaRPr lang="zh-CN" altLang="en-US" sz="2800" dirty="0" smtClean="0"/>
          </a:p>
          <a:p>
            <a:pPr marL="360680" indent="-360680" eaLnBrk="1" hangingPunct="1">
              <a:lnSpc>
                <a:spcPct val="150000"/>
              </a:lnSpc>
              <a:buFont typeface="Wingdings" panose="05000000000000000000" pitchFamily="2" charset="2"/>
              <a:buNone/>
              <a:defRPr/>
            </a:pPr>
            <a:r>
              <a:rPr lang="zh-CN" altLang="en-US" sz="2400" dirty="0" smtClean="0"/>
              <a:t>	 </a:t>
            </a:r>
            <a:r>
              <a:rPr lang="en-US" altLang="zh-CN" sz="2400" dirty="0" smtClean="0">
                <a:solidFill>
                  <a:srgbClr val="FFC000"/>
                </a:solidFill>
              </a:rPr>
              <a:t>if </a:t>
            </a:r>
            <a:r>
              <a:rPr lang="en-US" altLang="zh-CN" sz="2400" dirty="0" smtClean="0"/>
              <a:t>(&lt;</a:t>
            </a:r>
            <a:r>
              <a:rPr lang="zh-CN" altLang="en-US" sz="2400" dirty="0" smtClean="0">
                <a:latin typeface="宋体" panose="02010600030101010101" pitchFamily="2" charset="-122"/>
              </a:rPr>
              <a:t>表达式</a:t>
            </a:r>
            <a:r>
              <a:rPr lang="en-US" altLang="zh-CN" sz="2400" dirty="0" smtClean="0"/>
              <a:t>1&gt;) </a:t>
            </a:r>
            <a:r>
              <a:rPr lang="en-US" altLang="zh-CN" sz="2400" dirty="0" smtClean="0">
                <a:solidFill>
                  <a:srgbClr val="FFC000"/>
                </a:solidFill>
              </a:rPr>
              <a:t>if </a:t>
            </a:r>
            <a:r>
              <a:rPr lang="en-US" altLang="zh-CN" sz="2400" dirty="0" smtClean="0"/>
              <a:t>(&lt;</a:t>
            </a:r>
            <a:r>
              <a:rPr lang="zh-CN" altLang="en-US" sz="2400" dirty="0" smtClean="0">
                <a:latin typeface="宋体" panose="02010600030101010101" pitchFamily="2" charset="-122"/>
              </a:rPr>
              <a:t>表达式</a:t>
            </a:r>
            <a:r>
              <a:rPr lang="en-US" altLang="zh-CN" sz="2400" dirty="0" smtClean="0"/>
              <a:t>2&gt;) &lt;</a:t>
            </a:r>
            <a:r>
              <a:rPr lang="zh-CN" altLang="en-US" sz="2400" dirty="0" smtClean="0">
                <a:latin typeface="宋体" panose="02010600030101010101" pitchFamily="2" charset="-122"/>
              </a:rPr>
              <a:t>语句</a:t>
            </a:r>
            <a:r>
              <a:rPr lang="en-US" altLang="zh-CN" sz="2400" dirty="0" smtClean="0"/>
              <a:t>1&gt; </a:t>
            </a:r>
            <a:r>
              <a:rPr lang="en-US" altLang="zh-CN" sz="2400" dirty="0" smtClean="0">
                <a:solidFill>
                  <a:srgbClr val="FFC000"/>
                </a:solidFill>
              </a:rPr>
              <a:t>else</a:t>
            </a:r>
            <a:r>
              <a:rPr lang="en-US" altLang="zh-CN" sz="2400" dirty="0" smtClean="0"/>
              <a:t> &lt;</a:t>
            </a:r>
            <a:r>
              <a:rPr lang="zh-CN" altLang="en-US" sz="2400" dirty="0" smtClean="0">
                <a:latin typeface="宋体" panose="02010600030101010101" pitchFamily="2" charset="-122"/>
              </a:rPr>
              <a:t>语句</a:t>
            </a:r>
            <a:r>
              <a:rPr lang="en-US" altLang="zh-CN" sz="2400" dirty="0" smtClean="0"/>
              <a:t>2&gt;</a:t>
            </a:r>
            <a:endParaRPr lang="en-US" altLang="zh-CN" sz="2400" dirty="0" smtClean="0"/>
          </a:p>
          <a:p>
            <a:pPr lvl="1" eaLnBrk="1" hangingPunct="1">
              <a:lnSpc>
                <a:spcPct val="90000"/>
              </a:lnSpc>
              <a:defRPr/>
            </a:pPr>
            <a:r>
              <a:rPr lang="zh-CN" altLang="en-US" sz="2400" dirty="0" smtClean="0"/>
              <a:t>它有两种解释：</a:t>
            </a:r>
            <a:endParaRPr lang="en-US" altLang="zh-CN" sz="2400" dirty="0" smtClean="0"/>
          </a:p>
          <a:p>
            <a:pPr marL="984250" lvl="1" indent="-361950" eaLnBrk="1" hangingPunct="1">
              <a:lnSpc>
                <a:spcPct val="90000"/>
              </a:lnSpc>
              <a:buFontTx/>
              <a:buAutoNum type="arabicPeriod"/>
              <a:defRPr/>
            </a:pPr>
            <a:r>
              <a:rPr lang="en-US" altLang="zh-CN" sz="2000" dirty="0" smtClean="0">
                <a:solidFill>
                  <a:srgbClr val="FFC000"/>
                </a:solidFill>
              </a:rPr>
              <a:t>if</a:t>
            </a:r>
            <a:r>
              <a:rPr lang="en-US" altLang="zh-CN" sz="2000" dirty="0" smtClean="0"/>
              <a:t> (&lt;</a:t>
            </a:r>
            <a:r>
              <a:rPr lang="zh-CN" altLang="en-US" sz="2000" dirty="0" smtClean="0"/>
              <a:t>表达式</a:t>
            </a:r>
            <a:r>
              <a:rPr lang="en-US" altLang="zh-CN" sz="2000" dirty="0" smtClean="0"/>
              <a:t>1&gt;) </a:t>
            </a:r>
            <a:r>
              <a:rPr lang="en-US" altLang="zh-CN" sz="2000" u="sng" dirty="0" smtClean="0">
                <a:solidFill>
                  <a:srgbClr val="92D050"/>
                </a:solidFill>
              </a:rPr>
              <a:t>if</a:t>
            </a:r>
            <a:r>
              <a:rPr lang="en-US" altLang="zh-CN" sz="2000" u="sng" dirty="0" smtClean="0"/>
              <a:t> (&lt;</a:t>
            </a:r>
            <a:r>
              <a:rPr lang="zh-CN" altLang="en-US" sz="2000" u="sng" dirty="0" smtClean="0"/>
              <a:t>表达式</a:t>
            </a:r>
            <a:r>
              <a:rPr lang="en-US" altLang="zh-CN" sz="2000" u="sng" dirty="0" smtClean="0"/>
              <a:t>2&gt;) &lt;</a:t>
            </a:r>
            <a:r>
              <a:rPr lang="zh-CN" altLang="en-US" sz="2000" u="sng" dirty="0" smtClean="0"/>
              <a:t>语句</a:t>
            </a:r>
            <a:r>
              <a:rPr lang="en-US" altLang="zh-CN" sz="2000" u="sng" dirty="0" smtClean="0"/>
              <a:t>1&gt; </a:t>
            </a:r>
            <a:r>
              <a:rPr lang="en-US" altLang="zh-CN" sz="2000" u="sng" dirty="0" smtClean="0">
                <a:solidFill>
                  <a:srgbClr val="92D050"/>
                </a:solidFill>
              </a:rPr>
              <a:t>else</a:t>
            </a:r>
            <a:r>
              <a:rPr lang="en-US" altLang="zh-CN" sz="2000" u="sng" dirty="0" smtClean="0"/>
              <a:t> &lt;</a:t>
            </a:r>
            <a:r>
              <a:rPr lang="zh-CN" altLang="en-US" sz="2000" u="sng" dirty="0" smtClean="0"/>
              <a:t>语句</a:t>
            </a:r>
            <a:r>
              <a:rPr lang="en-US" altLang="zh-CN" sz="2000" u="sng" dirty="0" smtClean="0"/>
              <a:t>2&gt;</a:t>
            </a:r>
            <a:endParaRPr lang="en-US" altLang="zh-CN" sz="2000" u="sng" dirty="0" smtClean="0"/>
          </a:p>
          <a:p>
            <a:pPr marL="984250" lvl="1" indent="-361950" eaLnBrk="1" hangingPunct="1">
              <a:lnSpc>
                <a:spcPct val="90000"/>
              </a:lnSpc>
              <a:buFontTx/>
              <a:buAutoNum type="arabicPeriod"/>
              <a:defRPr/>
            </a:pPr>
            <a:r>
              <a:rPr lang="en-US" altLang="zh-CN" sz="2000" dirty="0" smtClean="0">
                <a:solidFill>
                  <a:srgbClr val="FFC000"/>
                </a:solidFill>
              </a:rPr>
              <a:t>if</a:t>
            </a:r>
            <a:r>
              <a:rPr lang="en-US" altLang="zh-CN" sz="2000" dirty="0" smtClean="0"/>
              <a:t> (&lt;</a:t>
            </a:r>
            <a:r>
              <a:rPr lang="zh-CN" altLang="en-US" sz="2000" dirty="0" smtClean="0"/>
              <a:t>表达式</a:t>
            </a:r>
            <a:r>
              <a:rPr lang="en-US" altLang="zh-CN" sz="2000" dirty="0" smtClean="0"/>
              <a:t>1&gt;) </a:t>
            </a:r>
            <a:r>
              <a:rPr lang="en-US" altLang="zh-CN" sz="2000" u="sng" dirty="0" smtClean="0">
                <a:solidFill>
                  <a:srgbClr val="92D050"/>
                </a:solidFill>
              </a:rPr>
              <a:t>if</a:t>
            </a:r>
            <a:r>
              <a:rPr lang="en-US" altLang="zh-CN" sz="2000" u="sng" dirty="0" smtClean="0"/>
              <a:t> (&lt;</a:t>
            </a:r>
            <a:r>
              <a:rPr lang="zh-CN" altLang="en-US" sz="2000" u="sng" dirty="0" smtClean="0"/>
              <a:t>表达式</a:t>
            </a:r>
            <a:r>
              <a:rPr lang="en-US" altLang="zh-CN" sz="2000" u="sng" dirty="0" smtClean="0"/>
              <a:t>2&gt;) &lt;</a:t>
            </a:r>
            <a:r>
              <a:rPr lang="zh-CN" altLang="en-US" sz="2000" u="sng" dirty="0" smtClean="0"/>
              <a:t>语句</a:t>
            </a:r>
            <a:r>
              <a:rPr lang="en-US" altLang="zh-CN" sz="2000" u="sng" dirty="0" smtClean="0"/>
              <a:t>1&gt;</a:t>
            </a:r>
            <a:r>
              <a:rPr lang="en-US" altLang="zh-CN" sz="2000" dirty="0" smtClean="0"/>
              <a:t> </a:t>
            </a:r>
            <a:r>
              <a:rPr lang="en-US" altLang="zh-CN" sz="2000" dirty="0" smtClean="0">
                <a:solidFill>
                  <a:srgbClr val="FFC000"/>
                </a:solidFill>
                <a:effectLst/>
              </a:rPr>
              <a:t>else</a:t>
            </a:r>
            <a:r>
              <a:rPr lang="en-US" altLang="zh-CN" sz="2000" dirty="0" smtClean="0">
                <a:effectLst/>
              </a:rPr>
              <a:t> &lt;</a:t>
            </a:r>
            <a:r>
              <a:rPr lang="zh-CN" altLang="en-US" sz="2000" dirty="0" smtClean="0">
                <a:effectLst/>
              </a:rPr>
              <a:t>语句</a:t>
            </a:r>
            <a:r>
              <a:rPr lang="en-US" altLang="zh-CN" sz="2000" dirty="0" smtClean="0">
                <a:effectLst/>
              </a:rPr>
              <a:t>2&gt;</a:t>
            </a:r>
            <a:endParaRPr lang="en-US" altLang="zh-CN" dirty="0" smtClean="0">
              <a:effectLst/>
            </a:endParaRPr>
          </a:p>
          <a:p>
            <a:pPr marL="360680" indent="-360680" eaLnBrk="1" hangingPunct="1">
              <a:lnSpc>
                <a:spcPct val="90000"/>
              </a:lnSpc>
              <a:defRPr/>
            </a:pPr>
            <a:endParaRPr lang="en-US" altLang="zh-CN" sz="2800" dirty="0" smtClean="0"/>
          </a:p>
          <a:p>
            <a:pPr marL="360680" indent="-360680" eaLnBrk="1" hangingPunct="1">
              <a:lnSpc>
                <a:spcPct val="90000"/>
              </a:lnSpc>
              <a:defRPr/>
            </a:pPr>
            <a:r>
              <a:rPr lang="en-US" altLang="zh-CN" sz="2800" dirty="0" smtClean="0"/>
              <a:t>C++</a:t>
            </a:r>
            <a:r>
              <a:rPr lang="zh-CN" altLang="en-US" sz="2800" dirty="0" smtClean="0"/>
              <a:t>规定：</a:t>
            </a:r>
            <a:r>
              <a:rPr lang="en-US" altLang="zh-CN" sz="2800" dirty="0" smtClean="0">
                <a:solidFill>
                  <a:srgbClr val="FF0000"/>
                </a:solidFill>
              </a:rPr>
              <a:t>else</a:t>
            </a:r>
            <a:r>
              <a:rPr lang="zh-CN" altLang="en-US" sz="2800" dirty="0" smtClean="0">
                <a:solidFill>
                  <a:srgbClr val="FF0000"/>
                </a:solidFill>
              </a:rPr>
              <a:t>子句与它前面最近的、没有</a:t>
            </a:r>
            <a:r>
              <a:rPr lang="en-US" altLang="zh-CN" sz="2800" dirty="0" smtClean="0">
                <a:solidFill>
                  <a:srgbClr val="FF0000"/>
                </a:solidFill>
              </a:rPr>
              <a:t>else</a:t>
            </a:r>
            <a:r>
              <a:rPr lang="zh-CN" altLang="en-US" sz="2800" dirty="0" smtClean="0">
                <a:solidFill>
                  <a:srgbClr val="FF0000"/>
                </a:solidFill>
              </a:rPr>
              <a:t>子句的</a:t>
            </a:r>
            <a:r>
              <a:rPr lang="en-US" altLang="zh-CN" sz="2800" dirty="0" smtClean="0">
                <a:solidFill>
                  <a:srgbClr val="FF0000"/>
                </a:solidFill>
              </a:rPr>
              <a:t>if</a:t>
            </a:r>
            <a:r>
              <a:rPr lang="zh-CN" altLang="en-US" sz="2800" dirty="0" smtClean="0">
                <a:solidFill>
                  <a:srgbClr val="FF0000"/>
                </a:solidFill>
              </a:rPr>
              <a:t>配对</a:t>
            </a:r>
            <a:r>
              <a:rPr lang="zh-CN" altLang="en-US" sz="2800" dirty="0" smtClean="0"/>
              <a:t>。因此，上面的</a:t>
            </a:r>
            <a:r>
              <a:rPr lang="en-US" altLang="zh-CN" sz="2800" dirty="0" smtClean="0"/>
              <a:t>if</a:t>
            </a:r>
            <a:r>
              <a:rPr lang="zh-CN" altLang="en-US" sz="2800" dirty="0" smtClean="0"/>
              <a:t>语句解释为： </a:t>
            </a:r>
            <a:endParaRPr lang="zh-CN" altLang="en-US" sz="2800" dirty="0" smtClean="0"/>
          </a:p>
          <a:p>
            <a:pPr marL="984250" lvl="1" indent="-361950" eaLnBrk="1" hangingPunct="1">
              <a:lnSpc>
                <a:spcPct val="90000"/>
              </a:lnSpc>
              <a:defRPr/>
            </a:pPr>
            <a:r>
              <a:rPr lang="en-US" altLang="zh-CN" sz="2000" dirty="0" smtClean="0">
                <a:solidFill>
                  <a:srgbClr val="FFC000"/>
                </a:solidFill>
              </a:rPr>
              <a:t>if</a:t>
            </a:r>
            <a:r>
              <a:rPr lang="en-US" altLang="zh-CN" sz="2000" dirty="0" smtClean="0"/>
              <a:t> (&lt;</a:t>
            </a:r>
            <a:r>
              <a:rPr lang="zh-CN" altLang="en-US" sz="2000" dirty="0" smtClean="0"/>
              <a:t>表达式</a:t>
            </a:r>
            <a:r>
              <a:rPr lang="en-US" altLang="zh-CN" sz="2000" dirty="0" smtClean="0"/>
              <a:t>1&gt;) </a:t>
            </a:r>
            <a:r>
              <a:rPr lang="en-US" altLang="zh-CN" sz="2000" u="sng" dirty="0" smtClean="0">
                <a:solidFill>
                  <a:srgbClr val="92D050"/>
                </a:solidFill>
              </a:rPr>
              <a:t>if</a:t>
            </a:r>
            <a:r>
              <a:rPr lang="en-US" altLang="zh-CN" sz="2000" u="sng" dirty="0" smtClean="0"/>
              <a:t> (&lt;</a:t>
            </a:r>
            <a:r>
              <a:rPr lang="zh-CN" altLang="en-US" sz="2000" u="sng" dirty="0" smtClean="0"/>
              <a:t>表达式</a:t>
            </a:r>
            <a:r>
              <a:rPr lang="en-US" altLang="zh-CN" sz="2000" u="sng" dirty="0" smtClean="0"/>
              <a:t>2&gt;) &lt;</a:t>
            </a:r>
            <a:r>
              <a:rPr lang="zh-CN" altLang="en-US" sz="2000" u="sng" dirty="0" smtClean="0"/>
              <a:t>语句</a:t>
            </a:r>
            <a:r>
              <a:rPr lang="en-US" altLang="zh-CN" sz="2000" u="sng" dirty="0" smtClean="0"/>
              <a:t>1&gt; </a:t>
            </a:r>
            <a:r>
              <a:rPr lang="en-US" altLang="zh-CN" sz="2000" u="sng" dirty="0" smtClean="0">
                <a:solidFill>
                  <a:srgbClr val="92D050"/>
                </a:solidFill>
              </a:rPr>
              <a:t>else</a:t>
            </a:r>
            <a:r>
              <a:rPr lang="en-US" altLang="zh-CN" sz="2000" u="sng" dirty="0" smtClean="0"/>
              <a:t> &lt;</a:t>
            </a:r>
            <a:r>
              <a:rPr lang="zh-CN" altLang="en-US" sz="2000" u="sng" dirty="0" smtClean="0"/>
              <a:t>语句</a:t>
            </a:r>
            <a:r>
              <a:rPr lang="en-US" altLang="zh-CN" sz="2000" u="sng" dirty="0" smtClean="0"/>
              <a:t>2&gt;</a:t>
            </a:r>
            <a:r>
              <a:rPr lang="en-US" altLang="zh-CN" sz="2000" dirty="0" smtClean="0"/>
              <a:t> </a:t>
            </a:r>
            <a:endParaRPr lang="en-US" altLang="zh-CN" sz="2000" dirty="0" smtClean="0"/>
          </a:p>
          <a:p>
            <a:pPr marL="984250" lvl="1" indent="-361950" eaLnBrk="1" hangingPunct="1">
              <a:lnSpc>
                <a:spcPct val="90000"/>
              </a:lnSpc>
              <a:buFontTx/>
              <a:buNone/>
              <a:defRPr/>
            </a:pPr>
            <a:endParaRPr lang="en-US" altLang="zh-CN" sz="2000" dirty="0" smtClean="0"/>
          </a:p>
          <a:p>
            <a:pPr marL="360680" indent="-360680" eaLnBrk="1" hangingPunct="1">
              <a:lnSpc>
                <a:spcPct val="90000"/>
              </a:lnSpc>
              <a:defRPr/>
            </a:pPr>
            <a:r>
              <a:rPr lang="zh-CN" altLang="en-US" sz="2800" dirty="0" smtClean="0"/>
              <a:t>若要按</a:t>
            </a:r>
            <a:r>
              <a:rPr lang="en-US" altLang="zh-CN" sz="2800" dirty="0" smtClean="0"/>
              <a:t>2</a:t>
            </a:r>
            <a:r>
              <a:rPr lang="zh-CN" altLang="en-US" sz="2800" dirty="0" smtClean="0"/>
              <a:t>来解释，则需要加上花括号（复合语句）：</a:t>
            </a:r>
            <a:endParaRPr lang="zh-CN" altLang="en-US" sz="2800" dirty="0" smtClean="0"/>
          </a:p>
          <a:p>
            <a:pPr marL="984250" lvl="1" indent="-361950" eaLnBrk="1" hangingPunct="1">
              <a:lnSpc>
                <a:spcPct val="90000"/>
              </a:lnSpc>
              <a:defRPr/>
            </a:pPr>
            <a:r>
              <a:rPr lang="en-US" altLang="zh-CN" sz="2000" dirty="0" smtClean="0">
                <a:solidFill>
                  <a:srgbClr val="FFC000"/>
                </a:solidFill>
              </a:rPr>
              <a:t>if</a:t>
            </a:r>
            <a:r>
              <a:rPr lang="en-US" altLang="zh-CN" sz="2000" dirty="0" smtClean="0"/>
              <a:t> (&lt;</a:t>
            </a:r>
            <a:r>
              <a:rPr lang="zh-CN" altLang="en-US" sz="2000" dirty="0" smtClean="0"/>
              <a:t>表达式</a:t>
            </a:r>
            <a:r>
              <a:rPr lang="en-US" altLang="zh-CN" sz="2000" dirty="0" smtClean="0"/>
              <a:t>1&gt;) </a:t>
            </a:r>
            <a:r>
              <a:rPr lang="en-US" altLang="zh-CN" sz="2000" dirty="0" smtClean="0">
                <a:solidFill>
                  <a:srgbClr val="92D050"/>
                </a:solidFill>
              </a:rPr>
              <a:t>{</a:t>
            </a:r>
            <a:r>
              <a:rPr lang="en-US" altLang="zh-CN" sz="2000" dirty="0" smtClean="0"/>
              <a:t> if (&lt;</a:t>
            </a:r>
            <a:r>
              <a:rPr lang="zh-CN" altLang="en-US" sz="2000" dirty="0" smtClean="0"/>
              <a:t>表达式</a:t>
            </a:r>
            <a:r>
              <a:rPr lang="en-US" altLang="zh-CN" sz="2000" dirty="0" smtClean="0"/>
              <a:t>2&gt;) &lt;</a:t>
            </a:r>
            <a:r>
              <a:rPr lang="zh-CN" altLang="en-US" sz="2000" dirty="0" smtClean="0"/>
              <a:t>语句</a:t>
            </a:r>
            <a:r>
              <a:rPr lang="en-US" altLang="zh-CN" sz="2000" dirty="0" smtClean="0"/>
              <a:t>1&gt; </a:t>
            </a:r>
            <a:r>
              <a:rPr lang="en-US" altLang="zh-CN" sz="2000" dirty="0" smtClean="0">
                <a:solidFill>
                  <a:srgbClr val="92D050"/>
                </a:solidFill>
              </a:rPr>
              <a:t>}</a:t>
            </a:r>
            <a:r>
              <a:rPr lang="en-US" altLang="zh-CN" sz="2000" dirty="0" smtClean="0"/>
              <a:t> </a:t>
            </a:r>
            <a:r>
              <a:rPr lang="en-US" altLang="zh-CN" sz="2000" dirty="0" smtClean="0">
                <a:solidFill>
                  <a:srgbClr val="FFC000"/>
                </a:solidFill>
              </a:rPr>
              <a:t>else</a:t>
            </a:r>
            <a:r>
              <a:rPr lang="en-US" altLang="zh-CN" sz="2000" dirty="0" smtClean="0"/>
              <a:t> &lt;</a:t>
            </a:r>
            <a:r>
              <a:rPr lang="zh-CN" altLang="en-US" sz="2000" dirty="0" smtClean="0"/>
              <a:t>语句</a:t>
            </a:r>
            <a:r>
              <a:rPr lang="en-US" altLang="zh-CN" sz="2000" dirty="0" smtClean="0"/>
              <a:t>2&gt;</a:t>
            </a:r>
            <a:endParaRPr lang="en-US" altLang="zh-CN" sz="2000" dirty="0"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4339">
                                            <p:txEl>
                                              <p:pRg st="9" end="9"/>
                                            </p:txEl>
                                          </p:spTgt>
                                        </p:tgtEl>
                                        <p:attrNameLst>
                                          <p:attrName>style.visibility</p:attrName>
                                        </p:attrNameLst>
                                      </p:cBhvr>
                                      <p:to>
                                        <p:strVal val="visible"/>
                                      </p:to>
                                    </p:set>
                                    <p:anim calcmode="lin" valueType="num">
                                      <p:cBhvr additive="base">
                                        <p:cTn id="7" dur="500" fill="hold"/>
                                        <p:tgtEl>
                                          <p:spTgt spid="14339">
                                            <p:txEl>
                                              <p:pRg st="9" end="9"/>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4339">
                                            <p:txEl>
                                              <p:pRg st="9" end="9"/>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4339">
                                            <p:txEl>
                                              <p:pRg st="10" end="10"/>
                                            </p:txEl>
                                          </p:spTgt>
                                        </p:tgtEl>
                                        <p:attrNameLst>
                                          <p:attrName>style.visibility</p:attrName>
                                        </p:attrNameLst>
                                      </p:cBhvr>
                                      <p:to>
                                        <p:strVal val="visible"/>
                                      </p:to>
                                    </p:set>
                                    <p:anim calcmode="lin" valueType="num">
                                      <p:cBhvr additive="base">
                                        <p:cTn id="11" dur="500" fill="hold"/>
                                        <p:tgtEl>
                                          <p:spTgt spid="14339">
                                            <p:txEl>
                                              <p:pRg st="10" end="10"/>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14339">
                                            <p:txEl>
                                              <p:pRg st="10" end="1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3234" name="Rectangle 2"/>
          <p:cNvSpPr>
            <a:spLocks noGrp="1" noChangeArrowheads="1"/>
          </p:cNvSpPr>
          <p:nvPr>
            <p:ph type="title"/>
          </p:nvPr>
        </p:nvSpPr>
        <p:spPr/>
        <p:txBody>
          <a:bodyPr/>
          <a:lstStyle/>
          <a:p>
            <a:pPr eaLnBrk="1" hangingPunct="1">
              <a:defRPr/>
            </a:pPr>
            <a:r>
              <a:rPr lang="zh-CN" altLang="en-US" smtClean="0"/>
              <a:t>下面程序的结果是什么？</a:t>
            </a:r>
            <a:endParaRPr lang="zh-CN" altLang="en-US" smtClean="0"/>
          </a:p>
        </p:txBody>
      </p:sp>
      <p:sp>
        <p:nvSpPr>
          <p:cNvPr id="223235" name="Rectangle 3"/>
          <p:cNvSpPr>
            <a:spLocks noGrp="1" noChangeArrowheads="1"/>
          </p:cNvSpPr>
          <p:nvPr>
            <p:ph type="body" idx="1"/>
          </p:nvPr>
        </p:nvSpPr>
        <p:spPr>
          <a:xfrm>
            <a:off x="457200" y="1600200"/>
            <a:ext cx="8229600" cy="4997152"/>
          </a:xfrm>
        </p:spPr>
        <p:txBody>
          <a:bodyPr>
            <a:normAutofit fontScale="92500" lnSpcReduction="10000"/>
          </a:bodyPr>
          <a:lstStyle/>
          <a:p>
            <a:pPr eaLnBrk="1" hangingPunct="1">
              <a:buFont typeface="Wingdings" panose="05000000000000000000" pitchFamily="2" charset="2"/>
              <a:buNone/>
              <a:defRPr/>
            </a:pPr>
            <a:r>
              <a:rPr lang="en-US" altLang="zh-CN" dirty="0" smtClean="0"/>
              <a:t>double average;</a:t>
            </a:r>
            <a:endParaRPr lang="en-US" altLang="zh-CN" dirty="0" smtClean="0"/>
          </a:p>
          <a:p>
            <a:pPr eaLnBrk="1" hangingPunct="1">
              <a:buFont typeface="Wingdings" panose="05000000000000000000" pitchFamily="2" charset="2"/>
              <a:buNone/>
              <a:defRPr/>
            </a:pPr>
            <a:r>
              <a:rPr lang="en-US" altLang="zh-CN" dirty="0" smtClean="0"/>
              <a:t>average = 100.0;</a:t>
            </a:r>
            <a:endParaRPr lang="en-US" altLang="zh-CN" dirty="0" smtClean="0"/>
          </a:p>
          <a:p>
            <a:pPr eaLnBrk="1" hangingPunct="1">
              <a:buFont typeface="Wingdings" panose="05000000000000000000" pitchFamily="2" charset="2"/>
              <a:buNone/>
              <a:defRPr/>
            </a:pPr>
            <a:r>
              <a:rPr lang="en-US" altLang="zh-CN" dirty="0" smtClean="0"/>
              <a:t>if  ( average &gt;= 60.0 )</a:t>
            </a:r>
            <a:endParaRPr lang="en-US" altLang="zh-CN" dirty="0" smtClean="0"/>
          </a:p>
          <a:p>
            <a:pPr eaLnBrk="1" hangingPunct="1">
              <a:buFont typeface="Wingdings" panose="05000000000000000000" pitchFamily="2" charset="2"/>
              <a:buNone/>
              <a:defRPr/>
            </a:pPr>
            <a:r>
              <a:rPr lang="en-US" altLang="zh-CN" dirty="0" smtClean="0"/>
              <a:t>	if ( average &lt; 70.0 )</a:t>
            </a:r>
            <a:endParaRPr lang="en-US" altLang="zh-CN" dirty="0" smtClean="0"/>
          </a:p>
          <a:p>
            <a:pPr eaLnBrk="1" hangingPunct="1">
              <a:buFont typeface="Wingdings" panose="05000000000000000000" pitchFamily="2" charset="2"/>
              <a:buNone/>
              <a:defRPr/>
            </a:pPr>
            <a:r>
              <a:rPr lang="en-US" altLang="zh-CN" dirty="0" smtClean="0"/>
              <a:t>		</a:t>
            </a:r>
            <a:r>
              <a:rPr lang="en-US" altLang="zh-CN" dirty="0" err="1" smtClean="0"/>
              <a:t>cout</a:t>
            </a:r>
            <a:r>
              <a:rPr lang="en-US" altLang="zh-CN" dirty="0" smtClean="0"/>
              <a:t> &lt;&lt; </a:t>
            </a:r>
            <a:r>
              <a:rPr lang="en-GB" altLang="zh-CN" dirty="0" smtClean="0">
                <a:latin typeface="Arial" panose="020B0604020202020204"/>
              </a:rPr>
              <a:t>"</a:t>
            </a:r>
            <a:r>
              <a:rPr lang="en-US" altLang="zh-CN" dirty="0" smtClean="0"/>
              <a:t>Marginal PASS</a:t>
            </a:r>
            <a:r>
              <a:rPr lang="en-GB" altLang="zh-CN" dirty="0" smtClean="0">
                <a:latin typeface="Arial" panose="020B0604020202020204"/>
              </a:rPr>
              <a:t>"</a:t>
            </a:r>
            <a:r>
              <a:rPr lang="en-US" altLang="zh-CN" dirty="0" smtClean="0"/>
              <a:t>;</a:t>
            </a:r>
            <a:endParaRPr lang="en-US" altLang="zh-CN" dirty="0" smtClean="0"/>
          </a:p>
          <a:p>
            <a:pPr eaLnBrk="1" hangingPunct="1">
              <a:buFont typeface="Wingdings" panose="05000000000000000000" pitchFamily="2" charset="2"/>
              <a:buNone/>
              <a:defRPr/>
            </a:pPr>
            <a:r>
              <a:rPr lang="en-US" altLang="zh-CN" dirty="0" smtClean="0"/>
              <a:t>else</a:t>
            </a:r>
            <a:endParaRPr lang="en-US" altLang="zh-CN" dirty="0" smtClean="0"/>
          </a:p>
          <a:p>
            <a:pPr eaLnBrk="1" hangingPunct="1">
              <a:buFont typeface="Wingdings" panose="05000000000000000000" pitchFamily="2" charset="2"/>
              <a:buNone/>
              <a:defRPr/>
            </a:pPr>
            <a:r>
              <a:rPr lang="en-US" altLang="zh-CN" dirty="0" smtClean="0"/>
              <a:t>	</a:t>
            </a:r>
            <a:r>
              <a:rPr lang="en-US" altLang="zh-CN" dirty="0" err="1" smtClean="0"/>
              <a:t>cout</a:t>
            </a:r>
            <a:r>
              <a:rPr lang="en-US" altLang="zh-CN" dirty="0" smtClean="0"/>
              <a:t> &lt;&lt; </a:t>
            </a:r>
            <a:r>
              <a:rPr lang="en-GB" altLang="zh-CN" dirty="0" smtClean="0">
                <a:latin typeface="Arial" panose="020B0604020202020204"/>
              </a:rPr>
              <a:t>"</a:t>
            </a:r>
            <a:r>
              <a:rPr lang="en-US" altLang="zh-CN" dirty="0" smtClean="0"/>
              <a:t>FAIL</a:t>
            </a:r>
            <a:r>
              <a:rPr lang="en-GB" altLang="zh-CN" dirty="0">
                <a:latin typeface="Arial" panose="020B0604020202020204"/>
              </a:rPr>
              <a:t>"</a:t>
            </a:r>
            <a:r>
              <a:rPr lang="en-US" altLang="zh-CN" dirty="0" smtClean="0"/>
              <a:t>;</a:t>
            </a:r>
            <a:endParaRPr lang="en-US" altLang="zh-CN" dirty="0" smtClean="0"/>
          </a:p>
          <a:p>
            <a:pPr eaLnBrk="1" hangingPunct="1">
              <a:defRPr/>
            </a:pPr>
            <a:r>
              <a:rPr lang="zh-CN" altLang="en-US" dirty="0" smtClean="0"/>
              <a:t>输出：</a:t>
            </a:r>
            <a:r>
              <a:rPr lang="en-US" altLang="zh-CN" dirty="0" smtClean="0"/>
              <a:t>FAIL</a:t>
            </a:r>
            <a:endParaRPr lang="en-US" altLang="zh-CN" dirty="0"/>
          </a:p>
          <a:p>
            <a:pPr eaLnBrk="1" hangingPunct="1">
              <a:defRPr/>
            </a:pPr>
            <a:r>
              <a:rPr lang="zh-CN" altLang="en-US" dirty="0" smtClean="0">
                <a:solidFill>
                  <a:srgbClr val="FFC000"/>
                </a:solidFill>
              </a:rPr>
              <a:t>结论：</a:t>
            </a:r>
            <a:r>
              <a:rPr lang="zh-CN" altLang="en-US" dirty="0" smtClean="0"/>
              <a:t>程序的含义不受程序书写格式的影响，完全由语法决定！</a:t>
            </a:r>
            <a:endParaRPr lang="en-US" altLang="zh-CN" dirty="0"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23235">
                                            <p:txEl>
                                              <p:pRg st="7" end="7"/>
                                            </p:txEl>
                                          </p:spTgt>
                                        </p:tgtEl>
                                        <p:attrNameLst>
                                          <p:attrName>style.visibility</p:attrName>
                                        </p:attrNameLst>
                                      </p:cBhvr>
                                      <p:to>
                                        <p:strVal val="visible"/>
                                      </p:to>
                                    </p:set>
                                    <p:anim calcmode="lin" valueType="num">
                                      <p:cBhvr additive="base">
                                        <p:cTn id="7" dur="500" fill="hold"/>
                                        <p:tgtEl>
                                          <p:spTgt spid="223235">
                                            <p:txEl>
                                              <p:pRg st="7" end="7"/>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23235">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23235">
                                            <p:txEl>
                                              <p:pRg st="8" end="8"/>
                                            </p:txEl>
                                          </p:spTgt>
                                        </p:tgtEl>
                                        <p:attrNameLst>
                                          <p:attrName>style.visibility</p:attrName>
                                        </p:attrNameLst>
                                      </p:cBhvr>
                                      <p:to>
                                        <p:strVal val="visible"/>
                                      </p:to>
                                    </p:set>
                                    <p:anim calcmode="lin" valueType="num">
                                      <p:cBhvr additive="base">
                                        <p:cTn id="13" dur="500" fill="hold"/>
                                        <p:tgtEl>
                                          <p:spTgt spid="223235">
                                            <p:txEl>
                                              <p:pRg st="8" end="8"/>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23235">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a:xfrm>
            <a:off x="827088" y="44450"/>
            <a:ext cx="7489825" cy="1139825"/>
          </a:xfrm>
        </p:spPr>
        <p:txBody>
          <a:bodyPr/>
          <a:lstStyle/>
          <a:p>
            <a:pPr eaLnBrk="1" hangingPunct="1">
              <a:defRPr/>
            </a:pPr>
            <a:r>
              <a:rPr lang="en-US" altLang="zh-CN" dirty="0" smtClean="0"/>
              <a:t>switch </a:t>
            </a:r>
            <a:r>
              <a:rPr lang="zh-CN" altLang="en-US" dirty="0" smtClean="0"/>
              <a:t>语句</a:t>
            </a:r>
            <a:endParaRPr lang="zh-CN" altLang="en-US" dirty="0" smtClean="0"/>
          </a:p>
        </p:txBody>
      </p:sp>
      <p:sp>
        <p:nvSpPr>
          <p:cNvPr id="17411" name="Rectangle 3"/>
          <p:cNvSpPr>
            <a:spLocks noGrp="1" noChangeArrowheads="1"/>
          </p:cNvSpPr>
          <p:nvPr>
            <p:ph type="body" idx="1"/>
          </p:nvPr>
        </p:nvSpPr>
        <p:spPr>
          <a:xfrm>
            <a:off x="395411" y="1484783"/>
            <a:ext cx="8425061" cy="5257329"/>
          </a:xfrm>
        </p:spPr>
        <p:txBody>
          <a:bodyPr>
            <a:normAutofit/>
          </a:bodyPr>
          <a:lstStyle/>
          <a:p>
            <a:pPr eaLnBrk="1" hangingPunct="1">
              <a:lnSpc>
                <a:spcPct val="120000"/>
              </a:lnSpc>
              <a:defRPr/>
            </a:pPr>
            <a:r>
              <a:rPr lang="zh-CN" altLang="en-US" dirty="0" smtClean="0"/>
              <a:t>程序中有时需要从两个（组）以上的语句中选择一个（组）来执行。虽然用嵌套的</a:t>
            </a:r>
            <a:r>
              <a:rPr lang="en-US" altLang="zh-CN" dirty="0" smtClean="0"/>
              <a:t>if</a:t>
            </a:r>
            <a:r>
              <a:rPr lang="zh-CN" altLang="en-US" dirty="0" smtClean="0"/>
              <a:t>语句能够实现，但不简洁。</a:t>
            </a:r>
            <a:endParaRPr lang="zh-CN" altLang="en-US" dirty="0" smtClean="0"/>
          </a:p>
          <a:p>
            <a:pPr eaLnBrk="1" hangingPunct="1">
              <a:lnSpc>
                <a:spcPct val="120000"/>
              </a:lnSpc>
              <a:defRPr/>
            </a:pPr>
            <a:r>
              <a:rPr lang="en-US" altLang="zh-CN" dirty="0" smtClean="0"/>
              <a:t>C++</a:t>
            </a:r>
            <a:r>
              <a:rPr lang="zh-CN" altLang="en-US" dirty="0" smtClean="0"/>
              <a:t>提供了一条多路选择语句：</a:t>
            </a:r>
            <a:r>
              <a:rPr lang="en-US" altLang="zh-CN" dirty="0" smtClean="0">
                <a:solidFill>
                  <a:srgbClr val="FFC000"/>
                </a:solidFill>
              </a:rPr>
              <a:t>switch</a:t>
            </a:r>
            <a:r>
              <a:rPr lang="zh-CN" altLang="en-US" dirty="0" smtClean="0">
                <a:solidFill>
                  <a:srgbClr val="FFC000"/>
                </a:solidFill>
              </a:rPr>
              <a:t>语句</a:t>
            </a:r>
            <a:r>
              <a:rPr lang="zh-CN" altLang="en-US" dirty="0" smtClean="0"/>
              <a:t>（又称开关语句），</a:t>
            </a:r>
            <a:r>
              <a:rPr lang="zh-CN" altLang="en-US" dirty="0"/>
              <a:t>它能根据某个表达式的值在多组语句中选择一组语句来执行</a:t>
            </a:r>
            <a:r>
              <a:rPr lang="zh-CN" altLang="en-US" dirty="0" smtClean="0"/>
              <a:t>。</a:t>
            </a:r>
            <a:endParaRPr lang="en-US" altLang="zh-CN" dirty="0" smtClean="0"/>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260648"/>
            <a:ext cx="8229600" cy="6480720"/>
          </a:xfrm>
        </p:spPr>
        <p:txBody>
          <a:bodyPr>
            <a:normAutofit fontScale="77500" lnSpcReduction="20000"/>
          </a:bodyPr>
          <a:lstStyle/>
          <a:p>
            <a:pPr eaLnBrk="1" hangingPunct="1">
              <a:lnSpc>
                <a:spcPct val="120000"/>
              </a:lnSpc>
              <a:defRPr/>
            </a:pPr>
            <a:r>
              <a:rPr lang="en-US" altLang="zh-CN" dirty="0" smtClean="0"/>
              <a:t>switch</a:t>
            </a:r>
            <a:r>
              <a:rPr lang="zh-CN" altLang="en-US" dirty="0" smtClean="0"/>
              <a:t>语句的格式</a:t>
            </a:r>
            <a:r>
              <a:rPr lang="zh-CN" altLang="en-US" dirty="0"/>
              <a:t>为：</a:t>
            </a:r>
            <a:endParaRPr lang="en-US" altLang="zh-CN" dirty="0"/>
          </a:p>
          <a:p>
            <a:pPr lvl="2" eaLnBrk="1" hangingPunct="1">
              <a:lnSpc>
                <a:spcPct val="120000"/>
              </a:lnSpc>
              <a:buNone/>
              <a:defRPr/>
            </a:pPr>
            <a:r>
              <a:rPr lang="en-US" altLang="zh-CN" sz="2800" b="1" dirty="0">
                <a:solidFill>
                  <a:srgbClr val="FFC000"/>
                </a:solidFill>
              </a:rPr>
              <a:t>switch (</a:t>
            </a:r>
            <a:r>
              <a:rPr lang="en-US" altLang="zh-CN" sz="2800" dirty="0"/>
              <a:t>&lt;</a:t>
            </a:r>
            <a:r>
              <a:rPr lang="zh-CN" altLang="en-US" sz="2800" dirty="0"/>
              <a:t>整型表达式</a:t>
            </a:r>
            <a:r>
              <a:rPr lang="en-US" altLang="zh-CN" sz="2800" dirty="0"/>
              <a:t>&gt;</a:t>
            </a:r>
            <a:r>
              <a:rPr lang="en-US" altLang="zh-CN" sz="2800" b="1" dirty="0">
                <a:solidFill>
                  <a:srgbClr val="FFC000"/>
                </a:solidFill>
              </a:rPr>
              <a:t>)</a:t>
            </a:r>
            <a:endParaRPr lang="en-US" altLang="zh-CN" sz="2800" b="1" dirty="0">
              <a:solidFill>
                <a:srgbClr val="FFC000"/>
              </a:solidFill>
            </a:endParaRPr>
          </a:p>
          <a:p>
            <a:pPr lvl="2" eaLnBrk="1" hangingPunct="1">
              <a:lnSpc>
                <a:spcPct val="120000"/>
              </a:lnSpc>
              <a:buNone/>
              <a:defRPr/>
            </a:pPr>
            <a:r>
              <a:rPr lang="en-US" altLang="zh-CN" sz="2800" b="1" dirty="0">
                <a:solidFill>
                  <a:srgbClr val="FFC000"/>
                </a:solidFill>
              </a:rPr>
              <a:t>{	case</a:t>
            </a:r>
            <a:r>
              <a:rPr lang="en-US" altLang="zh-CN" sz="2800" dirty="0"/>
              <a:t> &lt;</a:t>
            </a:r>
            <a:r>
              <a:rPr lang="zh-CN" altLang="en-US" sz="2800" dirty="0"/>
              <a:t>整型常量表达式</a:t>
            </a:r>
            <a:r>
              <a:rPr lang="en-US" altLang="zh-CN" sz="2800" dirty="0"/>
              <a:t>1&gt;</a:t>
            </a:r>
            <a:r>
              <a:rPr lang="en-US" altLang="zh-CN" sz="2800" b="1" dirty="0">
                <a:solidFill>
                  <a:srgbClr val="FFC000"/>
                </a:solidFill>
              </a:rPr>
              <a:t>:</a:t>
            </a:r>
            <a:r>
              <a:rPr lang="en-US" altLang="zh-CN" sz="2800" dirty="0"/>
              <a:t> &lt;</a:t>
            </a:r>
            <a:r>
              <a:rPr lang="zh-CN" altLang="en-US" sz="2800" dirty="0"/>
              <a:t>语句序列</a:t>
            </a:r>
            <a:r>
              <a:rPr lang="en-US" altLang="zh-CN" sz="2800" dirty="0"/>
              <a:t>1&gt;</a:t>
            </a:r>
            <a:endParaRPr lang="en-US" altLang="zh-CN" sz="2800" dirty="0"/>
          </a:p>
          <a:p>
            <a:pPr lvl="2" eaLnBrk="1" hangingPunct="1">
              <a:lnSpc>
                <a:spcPct val="120000"/>
              </a:lnSpc>
              <a:buNone/>
              <a:defRPr/>
            </a:pPr>
            <a:r>
              <a:rPr lang="en-US" altLang="zh-CN" sz="2800" dirty="0"/>
              <a:t>	</a:t>
            </a:r>
            <a:r>
              <a:rPr lang="en-US" altLang="zh-CN" sz="2800" b="1" dirty="0">
                <a:solidFill>
                  <a:srgbClr val="FFC000"/>
                </a:solidFill>
              </a:rPr>
              <a:t>case</a:t>
            </a:r>
            <a:r>
              <a:rPr lang="en-US" altLang="zh-CN" sz="2800" dirty="0"/>
              <a:t> &lt;</a:t>
            </a:r>
            <a:r>
              <a:rPr lang="zh-CN" altLang="en-US" sz="2800" dirty="0"/>
              <a:t>整型常量表达式</a:t>
            </a:r>
            <a:r>
              <a:rPr lang="en-US" altLang="zh-CN" sz="2800" dirty="0"/>
              <a:t>2&gt;</a:t>
            </a:r>
            <a:r>
              <a:rPr lang="en-US" altLang="zh-CN" sz="2800" b="1" dirty="0">
                <a:solidFill>
                  <a:srgbClr val="FFC000"/>
                </a:solidFill>
              </a:rPr>
              <a:t>:</a:t>
            </a:r>
            <a:r>
              <a:rPr lang="en-US" altLang="zh-CN" sz="2800" dirty="0"/>
              <a:t> &lt;</a:t>
            </a:r>
            <a:r>
              <a:rPr lang="zh-CN" altLang="en-US" sz="2800" dirty="0"/>
              <a:t>语句序列</a:t>
            </a:r>
            <a:r>
              <a:rPr lang="en-US" altLang="zh-CN" sz="2800" dirty="0"/>
              <a:t>2&gt;</a:t>
            </a:r>
            <a:endParaRPr lang="en-US" altLang="zh-CN" sz="2800" dirty="0"/>
          </a:p>
          <a:p>
            <a:pPr lvl="2" eaLnBrk="1" hangingPunct="1">
              <a:lnSpc>
                <a:spcPct val="120000"/>
              </a:lnSpc>
              <a:buNone/>
              <a:defRPr/>
            </a:pPr>
            <a:r>
              <a:rPr lang="en-US" altLang="zh-CN" sz="2800" dirty="0"/>
              <a:t>        :</a:t>
            </a:r>
            <a:endParaRPr lang="en-US" altLang="zh-CN" sz="2800" dirty="0"/>
          </a:p>
          <a:p>
            <a:pPr lvl="2" eaLnBrk="1" hangingPunct="1">
              <a:lnSpc>
                <a:spcPct val="120000"/>
              </a:lnSpc>
              <a:buNone/>
              <a:defRPr/>
            </a:pPr>
            <a:r>
              <a:rPr lang="en-US" altLang="zh-CN" sz="2800" dirty="0"/>
              <a:t>	</a:t>
            </a:r>
            <a:r>
              <a:rPr lang="en-US" altLang="zh-CN" sz="2800" b="1" dirty="0">
                <a:solidFill>
                  <a:srgbClr val="FFC000"/>
                </a:solidFill>
              </a:rPr>
              <a:t>case</a:t>
            </a:r>
            <a:r>
              <a:rPr lang="en-US" altLang="zh-CN" sz="2800" dirty="0"/>
              <a:t> &lt;</a:t>
            </a:r>
            <a:r>
              <a:rPr lang="zh-CN" altLang="en-US" sz="2800" dirty="0"/>
              <a:t>整型常量表达式</a:t>
            </a:r>
            <a:r>
              <a:rPr lang="en-US" altLang="zh-CN" sz="2800" dirty="0"/>
              <a:t>n&gt;</a:t>
            </a:r>
            <a:r>
              <a:rPr lang="en-US" altLang="zh-CN" sz="2800" b="1" dirty="0">
                <a:solidFill>
                  <a:srgbClr val="FFC000"/>
                </a:solidFill>
              </a:rPr>
              <a:t>:</a:t>
            </a:r>
            <a:r>
              <a:rPr lang="en-US" altLang="zh-CN" sz="2800" dirty="0"/>
              <a:t> &lt;</a:t>
            </a:r>
            <a:r>
              <a:rPr lang="zh-CN" altLang="en-US" sz="2800" dirty="0"/>
              <a:t>语句序列</a:t>
            </a:r>
            <a:r>
              <a:rPr lang="en-US" altLang="zh-CN" sz="2800" dirty="0"/>
              <a:t>n&gt;</a:t>
            </a:r>
            <a:endParaRPr lang="en-US" altLang="zh-CN" sz="2800" dirty="0"/>
          </a:p>
          <a:p>
            <a:pPr lvl="2" eaLnBrk="1" hangingPunct="1">
              <a:lnSpc>
                <a:spcPct val="120000"/>
              </a:lnSpc>
              <a:buNone/>
              <a:defRPr/>
            </a:pPr>
            <a:r>
              <a:rPr lang="en-US" altLang="zh-CN" sz="2800" dirty="0"/>
              <a:t>	[</a:t>
            </a:r>
            <a:r>
              <a:rPr lang="en-US" altLang="zh-CN" sz="2800" b="1" dirty="0">
                <a:solidFill>
                  <a:srgbClr val="FFC000"/>
                </a:solidFill>
              </a:rPr>
              <a:t>default:</a:t>
            </a:r>
            <a:r>
              <a:rPr lang="en-US" altLang="zh-CN" sz="2800" dirty="0"/>
              <a:t> &lt;</a:t>
            </a:r>
            <a:r>
              <a:rPr lang="zh-CN" altLang="en-US" sz="2800" dirty="0"/>
              <a:t>语句序列</a:t>
            </a:r>
            <a:r>
              <a:rPr lang="en-US" altLang="zh-CN" sz="2800" dirty="0"/>
              <a:t>n+1&gt;]</a:t>
            </a:r>
            <a:r>
              <a:rPr lang="en-US" altLang="zh-CN" sz="2800" i="1" dirty="0"/>
              <a:t>  </a:t>
            </a:r>
            <a:r>
              <a:rPr lang="en-US" altLang="zh-CN" sz="2800" dirty="0"/>
              <a:t>//</a:t>
            </a:r>
            <a:r>
              <a:rPr lang="zh-CN" altLang="en-US" sz="2800" dirty="0"/>
              <a:t>可以省略</a:t>
            </a:r>
            <a:endParaRPr lang="en-US" altLang="zh-CN" sz="2800" dirty="0"/>
          </a:p>
          <a:p>
            <a:pPr lvl="2" eaLnBrk="1" hangingPunct="1">
              <a:lnSpc>
                <a:spcPct val="120000"/>
              </a:lnSpc>
              <a:buNone/>
              <a:defRPr/>
            </a:pPr>
            <a:r>
              <a:rPr lang="en-US" altLang="zh-CN" sz="2800" b="1" dirty="0">
                <a:solidFill>
                  <a:srgbClr val="FFC000"/>
                </a:solidFill>
              </a:rPr>
              <a:t>}</a:t>
            </a:r>
            <a:r>
              <a:rPr lang="zh-CN" altLang="en-US" b="1" dirty="0">
                <a:solidFill>
                  <a:srgbClr val="FFC000"/>
                </a:solidFill>
              </a:rPr>
              <a:t> </a:t>
            </a:r>
            <a:endParaRPr lang="zh-CN" altLang="en-US" b="1" dirty="0">
              <a:solidFill>
                <a:srgbClr val="FFC000"/>
              </a:solidFill>
            </a:endParaRPr>
          </a:p>
          <a:p>
            <a:pPr lvl="1" eaLnBrk="1" hangingPunct="1">
              <a:lnSpc>
                <a:spcPct val="120000"/>
              </a:lnSpc>
              <a:defRPr/>
            </a:pPr>
            <a:r>
              <a:rPr lang="en-US" altLang="zh-CN" dirty="0"/>
              <a:t>&lt;</a:t>
            </a:r>
            <a:r>
              <a:rPr lang="zh-CN" altLang="en-US" dirty="0"/>
              <a:t>语句序列</a:t>
            </a:r>
            <a:r>
              <a:rPr lang="en-US" altLang="zh-CN" dirty="0" err="1"/>
              <a:t>i</a:t>
            </a:r>
            <a:r>
              <a:rPr lang="en-US" altLang="zh-CN" dirty="0"/>
              <a:t>&gt;</a:t>
            </a:r>
            <a:r>
              <a:rPr lang="zh-CN" altLang="en-US" dirty="0"/>
              <a:t>由</a:t>
            </a:r>
            <a:r>
              <a:rPr lang="zh-CN" altLang="en-US" dirty="0">
                <a:solidFill>
                  <a:srgbClr val="FFC000"/>
                </a:solidFill>
              </a:rPr>
              <a:t>零个</a:t>
            </a:r>
            <a:r>
              <a:rPr lang="zh-CN" altLang="en-US" dirty="0"/>
              <a:t>或</a:t>
            </a:r>
            <a:r>
              <a:rPr lang="zh-CN" altLang="en-US" dirty="0">
                <a:solidFill>
                  <a:srgbClr val="FFC000"/>
                </a:solidFill>
              </a:rPr>
              <a:t>多个</a:t>
            </a:r>
            <a:r>
              <a:rPr lang="zh-CN" altLang="en-US" dirty="0"/>
              <a:t>语句</a:t>
            </a:r>
            <a:r>
              <a:rPr lang="zh-CN" altLang="en-US" dirty="0" smtClean="0"/>
              <a:t>构成。</a:t>
            </a:r>
            <a:endParaRPr lang="en-US" altLang="zh-CN" dirty="0" smtClean="0"/>
          </a:p>
          <a:p>
            <a:pPr lvl="1" eaLnBrk="1" hangingPunct="1">
              <a:lnSpc>
                <a:spcPct val="120000"/>
              </a:lnSpc>
              <a:defRPr/>
            </a:pPr>
            <a:r>
              <a:rPr lang="en-US" altLang="zh-CN" dirty="0"/>
              <a:t>&lt;</a:t>
            </a:r>
            <a:r>
              <a:rPr lang="zh-CN" altLang="en-US" dirty="0"/>
              <a:t>语句序列</a:t>
            </a:r>
            <a:r>
              <a:rPr lang="en-US" altLang="zh-CN" dirty="0" err="1"/>
              <a:t>i</a:t>
            </a:r>
            <a:r>
              <a:rPr lang="en-US" altLang="zh-CN" dirty="0"/>
              <a:t>&gt;</a:t>
            </a:r>
            <a:r>
              <a:rPr lang="zh-CN" altLang="en-US" dirty="0" smtClean="0"/>
              <a:t>的</a:t>
            </a:r>
            <a:r>
              <a:rPr lang="zh-CN" altLang="en-US" dirty="0"/>
              <a:t>最后一个语句</a:t>
            </a:r>
            <a:r>
              <a:rPr lang="zh-CN" altLang="en-US" dirty="0">
                <a:solidFill>
                  <a:srgbClr val="FFC000"/>
                </a:solidFill>
              </a:rPr>
              <a:t>往往</a:t>
            </a:r>
            <a:r>
              <a:rPr lang="zh-CN" altLang="en-US" dirty="0"/>
              <a:t>是</a:t>
            </a:r>
            <a:r>
              <a:rPr lang="en-US" altLang="zh-CN" dirty="0">
                <a:solidFill>
                  <a:srgbClr val="FFC000"/>
                </a:solidFill>
              </a:rPr>
              <a:t>break</a:t>
            </a:r>
            <a:r>
              <a:rPr lang="zh-CN" altLang="en-US" dirty="0"/>
              <a:t>语句。</a:t>
            </a:r>
            <a:endParaRPr lang="zh-CN" altLang="en-US" dirty="0"/>
          </a:p>
          <a:p>
            <a:pPr eaLnBrk="1" hangingPunct="1">
              <a:lnSpc>
                <a:spcPct val="120000"/>
              </a:lnSpc>
              <a:defRPr/>
            </a:pPr>
            <a:r>
              <a:rPr lang="en-US" altLang="zh-CN" dirty="0" smtClean="0"/>
              <a:t>switch</a:t>
            </a:r>
            <a:r>
              <a:rPr lang="zh-CN" altLang="en-US" dirty="0" smtClean="0"/>
              <a:t>语句的含义是：</a:t>
            </a:r>
            <a:endParaRPr lang="en-US" altLang="zh-CN" dirty="0" smtClean="0"/>
          </a:p>
          <a:p>
            <a:pPr lvl="1" eaLnBrk="1" hangingPunct="1">
              <a:lnSpc>
                <a:spcPct val="120000"/>
              </a:lnSpc>
              <a:defRPr/>
            </a:pPr>
            <a:r>
              <a:rPr lang="zh-CN" altLang="en-US" dirty="0" smtClean="0"/>
              <a:t>先</a:t>
            </a:r>
            <a:r>
              <a:rPr lang="zh-CN" altLang="en-US" dirty="0"/>
              <a:t>计算</a:t>
            </a:r>
            <a:r>
              <a:rPr lang="en-US" altLang="zh-CN" dirty="0"/>
              <a:t>&lt;</a:t>
            </a:r>
            <a:r>
              <a:rPr lang="zh-CN" altLang="en-US" dirty="0"/>
              <a:t>整型表达式</a:t>
            </a:r>
            <a:r>
              <a:rPr lang="en-US" altLang="zh-CN" dirty="0"/>
              <a:t>&gt;</a:t>
            </a:r>
            <a:r>
              <a:rPr lang="zh-CN" altLang="en-US" dirty="0"/>
              <a:t>的</a:t>
            </a:r>
            <a:r>
              <a:rPr lang="zh-CN" altLang="en-US" dirty="0" smtClean="0"/>
              <a:t>值</a:t>
            </a:r>
            <a:endParaRPr lang="en-US" altLang="zh-CN" dirty="0" smtClean="0"/>
          </a:p>
          <a:p>
            <a:pPr lvl="1" eaLnBrk="1" hangingPunct="1">
              <a:lnSpc>
                <a:spcPct val="120000"/>
              </a:lnSpc>
              <a:defRPr/>
            </a:pPr>
            <a:r>
              <a:rPr lang="zh-CN" altLang="en-US" dirty="0" smtClean="0"/>
              <a:t>然后执行某个与该值相等的</a:t>
            </a:r>
            <a:r>
              <a:rPr lang="en-US" altLang="zh-CN" dirty="0" smtClean="0"/>
              <a:t>case</a:t>
            </a:r>
            <a:r>
              <a:rPr lang="zh-CN" altLang="en-US" dirty="0" smtClean="0"/>
              <a:t>分支中的语句序列，直到</a:t>
            </a:r>
            <a:r>
              <a:rPr lang="en-US" altLang="zh-CN" dirty="0" smtClean="0"/>
              <a:t>break</a:t>
            </a:r>
            <a:r>
              <a:rPr lang="zh-CN" altLang="en-US" dirty="0" smtClean="0"/>
              <a:t>结束</a:t>
            </a:r>
            <a:endParaRPr lang="en-US" altLang="zh-CN" dirty="0" smtClean="0"/>
          </a:p>
          <a:p>
            <a:pPr lvl="1" eaLnBrk="1" hangingPunct="1">
              <a:lnSpc>
                <a:spcPct val="120000"/>
              </a:lnSpc>
              <a:defRPr/>
            </a:pPr>
            <a:r>
              <a:rPr lang="zh-CN" altLang="en-US" dirty="0" smtClean="0"/>
              <a:t>如果没有</a:t>
            </a:r>
            <a:r>
              <a:rPr lang="zh-CN" altLang="en-US" dirty="0"/>
              <a:t>与该值相等的</a:t>
            </a:r>
            <a:r>
              <a:rPr lang="en-US" altLang="zh-CN" dirty="0"/>
              <a:t>case</a:t>
            </a:r>
            <a:r>
              <a:rPr lang="zh-CN" altLang="en-US" dirty="0" smtClean="0"/>
              <a:t>分支，则执行</a:t>
            </a:r>
            <a:r>
              <a:rPr lang="en-US" altLang="zh-CN" dirty="0" smtClean="0"/>
              <a:t>default</a:t>
            </a:r>
            <a:r>
              <a:rPr lang="zh-CN" altLang="en-US" dirty="0" smtClean="0"/>
              <a:t>分支的语句序列。如果没有</a:t>
            </a:r>
            <a:r>
              <a:rPr lang="en-US" altLang="zh-CN" dirty="0" smtClean="0"/>
              <a:t>default</a:t>
            </a:r>
            <a:r>
              <a:rPr lang="zh-CN" altLang="en-US" dirty="0" smtClean="0"/>
              <a:t>分支，则什么也不做。</a:t>
            </a:r>
            <a:endParaRPr lang="zh-CN" altLang="en-US" dirty="0"/>
          </a:p>
          <a:p>
            <a:endParaRPr lang="zh-CN" altLang="en-US" dirty="0"/>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a:xfrm>
            <a:off x="215775" y="0"/>
            <a:ext cx="8748713" cy="1125538"/>
          </a:xfrm>
        </p:spPr>
        <p:txBody>
          <a:bodyPr/>
          <a:lstStyle/>
          <a:p>
            <a:pPr algn="l" eaLnBrk="1" hangingPunct="1">
              <a:defRPr/>
            </a:pPr>
            <a:r>
              <a:rPr lang="zh-CN" altLang="en-US" sz="2800" dirty="0" smtClean="0">
                <a:ea typeface="黑体" panose="02010609060101010101" pitchFamily="2" charset="-122"/>
              </a:rPr>
              <a:t>例</a:t>
            </a:r>
            <a:r>
              <a:rPr lang="zh-CN" altLang="en-US" sz="2800" dirty="0" smtClean="0">
                <a:latin typeface="宋体" panose="02010600030101010101" pitchFamily="2" charset="-122"/>
                <a:cs typeface="Times New Roman" panose="02020603050405020304" pitchFamily="18" charset="0"/>
              </a:rPr>
              <a:t>子、</a:t>
            </a:r>
            <a:r>
              <a:rPr lang="zh-CN" altLang="en-US" sz="2800" dirty="0" smtClean="0">
                <a:ea typeface="黑体" panose="02010609060101010101" pitchFamily="2" charset="-122"/>
              </a:rPr>
              <a:t>从键盘输入一个星期的某一天（</a:t>
            </a:r>
            <a:r>
              <a:rPr lang="en-US" altLang="zh-CN" sz="2800" dirty="0" smtClean="0">
                <a:latin typeface="宋体" panose="02010600030101010101" pitchFamily="2" charset="-122"/>
                <a:cs typeface="Times New Roman" panose="02020603050405020304" pitchFamily="18" charset="0"/>
              </a:rPr>
              <a:t>0</a:t>
            </a:r>
            <a:r>
              <a:rPr lang="zh-CN" altLang="en-US" sz="2800" dirty="0" smtClean="0">
                <a:ea typeface="黑体" panose="02010609060101010101" pitchFamily="2" charset="-122"/>
              </a:rPr>
              <a:t>：星期天；</a:t>
            </a:r>
            <a:r>
              <a:rPr lang="en-US" altLang="zh-CN" sz="2800" dirty="0" smtClean="0">
                <a:latin typeface="宋体" panose="02010600030101010101" pitchFamily="2" charset="-122"/>
                <a:cs typeface="Times New Roman" panose="02020603050405020304" pitchFamily="18" charset="0"/>
              </a:rPr>
              <a:t>1</a:t>
            </a:r>
            <a:r>
              <a:rPr lang="zh-CN" altLang="en-US" sz="2800" dirty="0" smtClean="0">
                <a:ea typeface="黑体" panose="02010609060101010101" pitchFamily="2" charset="-122"/>
              </a:rPr>
              <a:t>：星期一；</a:t>
            </a:r>
            <a:r>
              <a:rPr lang="en-US" altLang="zh-CN" sz="2800" dirty="0" smtClean="0">
                <a:latin typeface="宋体" panose="02010600030101010101" pitchFamily="2" charset="-122"/>
                <a:cs typeface="Times New Roman" panose="02020603050405020304" pitchFamily="18" charset="0"/>
              </a:rPr>
              <a:t>...</a:t>
            </a:r>
            <a:r>
              <a:rPr lang="zh-CN" altLang="en-US" sz="2800" dirty="0" smtClean="0">
                <a:ea typeface="黑体" panose="02010609060101010101" pitchFamily="2" charset="-122"/>
              </a:rPr>
              <a:t>），然后输出其对应的英语单词</a:t>
            </a:r>
            <a:endParaRPr lang="zh-CN" altLang="en-US" sz="2800" dirty="0" smtClean="0">
              <a:ea typeface="黑体" panose="02010609060101010101" pitchFamily="2" charset="-122"/>
            </a:endParaRPr>
          </a:p>
        </p:txBody>
      </p:sp>
      <p:sp>
        <p:nvSpPr>
          <p:cNvPr id="15363" name="Rectangle 3"/>
          <p:cNvSpPr>
            <a:spLocks noGrp="1" noChangeArrowheads="1"/>
          </p:cNvSpPr>
          <p:nvPr>
            <p:ph type="body" idx="1"/>
          </p:nvPr>
        </p:nvSpPr>
        <p:spPr>
          <a:xfrm>
            <a:off x="250825" y="1196975"/>
            <a:ext cx="8664575" cy="5661025"/>
          </a:xfrm>
        </p:spPr>
        <p:txBody>
          <a:bodyPr/>
          <a:lstStyle/>
          <a:p>
            <a:pPr algn="just" eaLnBrk="1" hangingPunct="1">
              <a:lnSpc>
                <a:spcPct val="80000"/>
              </a:lnSpc>
              <a:buFont typeface="Wingdings" panose="05000000000000000000" pitchFamily="2" charset="2"/>
              <a:buNone/>
              <a:defRPr/>
            </a:pPr>
            <a:r>
              <a:rPr lang="en-US" altLang="zh-CN" sz="2000" dirty="0" smtClean="0">
                <a:cs typeface="Courier New" panose="02070309020205020404" pitchFamily="49" charset="0"/>
              </a:rPr>
              <a:t>#include &lt;</a:t>
            </a:r>
            <a:r>
              <a:rPr lang="en-US" altLang="zh-CN" sz="2000" dirty="0" err="1" smtClean="0">
                <a:cs typeface="Courier New" panose="02070309020205020404" pitchFamily="49" charset="0"/>
              </a:rPr>
              <a:t>iostream</a:t>
            </a:r>
            <a:r>
              <a:rPr lang="en-US" altLang="zh-CN" sz="2000" dirty="0" smtClean="0">
                <a:cs typeface="Courier New" panose="02070309020205020404" pitchFamily="49" charset="0"/>
              </a:rPr>
              <a:t>&gt;</a:t>
            </a:r>
            <a:endParaRPr lang="en-US" altLang="zh-CN" sz="2000" dirty="0" smtClean="0">
              <a:cs typeface="Courier New" panose="02070309020205020404" pitchFamily="49" charset="0"/>
            </a:endParaRPr>
          </a:p>
          <a:p>
            <a:pPr eaLnBrk="1" hangingPunct="1">
              <a:lnSpc>
                <a:spcPct val="80000"/>
              </a:lnSpc>
              <a:buFont typeface="Wingdings" panose="05000000000000000000" pitchFamily="2" charset="2"/>
              <a:buNone/>
              <a:defRPr/>
            </a:pPr>
            <a:r>
              <a:rPr lang="en-US" altLang="zh-CN" sz="2000" dirty="0" smtClean="0">
                <a:cs typeface="Courier New" panose="02070309020205020404" pitchFamily="49" charset="0"/>
              </a:rPr>
              <a:t>using namespace </a:t>
            </a:r>
            <a:r>
              <a:rPr lang="en-US" altLang="zh-CN" sz="2000" dirty="0" err="1" smtClean="0">
                <a:cs typeface="Courier New" panose="02070309020205020404" pitchFamily="49" charset="0"/>
              </a:rPr>
              <a:t>std</a:t>
            </a:r>
            <a:r>
              <a:rPr lang="en-US" altLang="zh-CN" sz="2000" dirty="0" smtClean="0">
                <a:cs typeface="Courier New" panose="02070309020205020404" pitchFamily="49" charset="0"/>
              </a:rPr>
              <a:t>;</a:t>
            </a:r>
            <a:endParaRPr lang="en-US" altLang="zh-CN" sz="2000" dirty="0" smtClean="0">
              <a:cs typeface="Courier New" panose="02070309020205020404" pitchFamily="49" charset="0"/>
            </a:endParaRPr>
          </a:p>
          <a:p>
            <a:pPr eaLnBrk="1" hangingPunct="1">
              <a:lnSpc>
                <a:spcPct val="80000"/>
              </a:lnSpc>
              <a:buFont typeface="Wingdings" panose="05000000000000000000" pitchFamily="2" charset="2"/>
              <a:buNone/>
              <a:defRPr/>
            </a:pPr>
            <a:r>
              <a:rPr lang="en-US" altLang="zh-CN" sz="2000" dirty="0" err="1" smtClean="0">
                <a:cs typeface="Courier New" panose="02070309020205020404" pitchFamily="49" charset="0"/>
              </a:rPr>
              <a:t>int</a:t>
            </a:r>
            <a:r>
              <a:rPr lang="en-US" altLang="zh-CN" sz="2000" dirty="0" smtClean="0">
                <a:cs typeface="Courier New" panose="02070309020205020404" pitchFamily="49" charset="0"/>
              </a:rPr>
              <a:t> main()</a:t>
            </a:r>
            <a:endParaRPr lang="en-US" altLang="zh-CN" sz="2000" dirty="0" smtClean="0">
              <a:cs typeface="Courier New" panose="02070309020205020404" pitchFamily="49" charset="0"/>
            </a:endParaRPr>
          </a:p>
          <a:p>
            <a:pPr eaLnBrk="1" hangingPunct="1">
              <a:lnSpc>
                <a:spcPct val="80000"/>
              </a:lnSpc>
              <a:buFont typeface="Wingdings" panose="05000000000000000000" pitchFamily="2" charset="2"/>
              <a:buNone/>
              <a:defRPr/>
            </a:pPr>
            <a:r>
              <a:rPr lang="en-US" altLang="zh-CN" sz="2000" dirty="0" smtClean="0">
                <a:cs typeface="Courier New" panose="02070309020205020404" pitchFamily="49" charset="0"/>
              </a:rPr>
              <a:t>{ 	</a:t>
            </a:r>
            <a:r>
              <a:rPr lang="en-US" altLang="zh-CN" sz="2000" dirty="0" err="1" smtClean="0">
                <a:cs typeface="Courier New" panose="02070309020205020404" pitchFamily="49" charset="0"/>
              </a:rPr>
              <a:t>int</a:t>
            </a:r>
            <a:r>
              <a:rPr lang="en-US" altLang="zh-CN" sz="2000" dirty="0" smtClean="0">
                <a:cs typeface="Courier New" panose="02070309020205020404" pitchFamily="49" charset="0"/>
              </a:rPr>
              <a:t> day;</a:t>
            </a:r>
            <a:endParaRPr lang="en-US" altLang="zh-CN" sz="2000" dirty="0" smtClean="0">
              <a:cs typeface="Courier New" panose="02070309020205020404" pitchFamily="49" charset="0"/>
            </a:endParaRPr>
          </a:p>
          <a:p>
            <a:pPr eaLnBrk="1" hangingPunct="1">
              <a:lnSpc>
                <a:spcPct val="80000"/>
              </a:lnSpc>
              <a:buFont typeface="Wingdings" panose="05000000000000000000" pitchFamily="2" charset="2"/>
              <a:buNone/>
              <a:defRPr/>
            </a:pPr>
            <a:r>
              <a:rPr lang="en-US" altLang="zh-CN" sz="2000" dirty="0" smtClean="0">
                <a:cs typeface="Courier New" panose="02070309020205020404" pitchFamily="49" charset="0"/>
              </a:rPr>
              <a:t>	</a:t>
            </a:r>
            <a:r>
              <a:rPr lang="en-US" altLang="zh-CN" sz="2000" dirty="0" err="1" smtClean="0">
                <a:cs typeface="Courier New" panose="02070309020205020404" pitchFamily="49" charset="0"/>
              </a:rPr>
              <a:t>cin</a:t>
            </a:r>
            <a:r>
              <a:rPr lang="en-US" altLang="zh-CN" sz="2000" dirty="0" smtClean="0">
                <a:cs typeface="Courier New" panose="02070309020205020404" pitchFamily="49" charset="0"/>
              </a:rPr>
              <a:t> &gt;&gt; day;</a:t>
            </a:r>
            <a:endParaRPr lang="en-US" altLang="zh-CN" sz="2000" dirty="0" smtClean="0">
              <a:cs typeface="Courier New" panose="02070309020205020404" pitchFamily="49" charset="0"/>
            </a:endParaRPr>
          </a:p>
          <a:p>
            <a:pPr eaLnBrk="1" hangingPunct="1">
              <a:lnSpc>
                <a:spcPct val="80000"/>
              </a:lnSpc>
              <a:buFont typeface="Wingdings" panose="05000000000000000000" pitchFamily="2" charset="2"/>
              <a:buNone/>
              <a:defRPr/>
            </a:pPr>
            <a:r>
              <a:rPr lang="en-US" altLang="zh-CN" sz="2000" dirty="0" smtClean="0">
                <a:cs typeface="Courier New" panose="02070309020205020404" pitchFamily="49" charset="0"/>
              </a:rPr>
              <a:t>	switch (day)</a:t>
            </a:r>
            <a:endParaRPr lang="en-US" altLang="zh-CN" sz="2000" dirty="0" smtClean="0">
              <a:cs typeface="Courier New" panose="02070309020205020404" pitchFamily="49" charset="0"/>
            </a:endParaRPr>
          </a:p>
          <a:p>
            <a:pPr eaLnBrk="1" hangingPunct="1">
              <a:lnSpc>
                <a:spcPct val="80000"/>
              </a:lnSpc>
              <a:buFont typeface="Wingdings" panose="05000000000000000000" pitchFamily="2" charset="2"/>
              <a:buNone/>
              <a:defRPr/>
            </a:pPr>
            <a:r>
              <a:rPr lang="en-US" altLang="zh-CN" sz="2000" dirty="0" smtClean="0">
                <a:cs typeface="Courier New" panose="02070309020205020404" pitchFamily="49" charset="0"/>
              </a:rPr>
              <a:t>	{ 	case 0: </a:t>
            </a:r>
            <a:r>
              <a:rPr lang="en-US" altLang="zh-CN" sz="2000" dirty="0" err="1" smtClean="0">
                <a:cs typeface="Courier New" panose="02070309020205020404" pitchFamily="49" charset="0"/>
              </a:rPr>
              <a:t>cout</a:t>
            </a:r>
            <a:r>
              <a:rPr lang="en-US" altLang="zh-CN" sz="2000" dirty="0" smtClean="0">
                <a:cs typeface="Courier New" panose="02070309020205020404" pitchFamily="49" charset="0"/>
              </a:rPr>
              <a:t> &lt;&lt; "Sunday"; break;</a:t>
            </a:r>
            <a:endParaRPr lang="en-US" altLang="zh-CN" sz="2000" dirty="0" smtClean="0">
              <a:cs typeface="Courier New" panose="02070309020205020404" pitchFamily="49" charset="0"/>
            </a:endParaRPr>
          </a:p>
          <a:p>
            <a:pPr eaLnBrk="1" hangingPunct="1">
              <a:lnSpc>
                <a:spcPct val="80000"/>
              </a:lnSpc>
              <a:buFont typeface="Wingdings" panose="05000000000000000000" pitchFamily="2" charset="2"/>
              <a:buNone/>
              <a:defRPr/>
            </a:pPr>
            <a:r>
              <a:rPr lang="en-US" altLang="zh-CN" sz="2000" dirty="0" smtClean="0">
                <a:cs typeface="Courier New" panose="02070309020205020404" pitchFamily="49" charset="0"/>
              </a:rPr>
              <a:t>		case 1: </a:t>
            </a:r>
            <a:r>
              <a:rPr lang="en-US" altLang="zh-CN" sz="2000" dirty="0" err="1" smtClean="0">
                <a:cs typeface="Courier New" panose="02070309020205020404" pitchFamily="49" charset="0"/>
              </a:rPr>
              <a:t>cout</a:t>
            </a:r>
            <a:r>
              <a:rPr lang="en-US" altLang="zh-CN" sz="2000" dirty="0" smtClean="0">
                <a:cs typeface="Courier New" panose="02070309020205020404" pitchFamily="49" charset="0"/>
              </a:rPr>
              <a:t> &lt;&lt; "Monday"; break;</a:t>
            </a:r>
            <a:endParaRPr lang="en-US" altLang="zh-CN" sz="2000" dirty="0" smtClean="0">
              <a:cs typeface="Courier New" panose="02070309020205020404" pitchFamily="49" charset="0"/>
            </a:endParaRPr>
          </a:p>
          <a:p>
            <a:pPr eaLnBrk="1" hangingPunct="1">
              <a:lnSpc>
                <a:spcPct val="80000"/>
              </a:lnSpc>
              <a:buFont typeface="Wingdings" panose="05000000000000000000" pitchFamily="2" charset="2"/>
              <a:buNone/>
              <a:defRPr/>
            </a:pPr>
            <a:r>
              <a:rPr lang="en-US" altLang="zh-CN" sz="2000" dirty="0" smtClean="0">
                <a:cs typeface="Courier New" panose="02070309020205020404" pitchFamily="49" charset="0"/>
              </a:rPr>
              <a:t>		case 2: </a:t>
            </a:r>
            <a:r>
              <a:rPr lang="en-US" altLang="zh-CN" sz="2000" dirty="0" err="1" smtClean="0">
                <a:cs typeface="Courier New" panose="02070309020205020404" pitchFamily="49" charset="0"/>
              </a:rPr>
              <a:t>cout</a:t>
            </a:r>
            <a:r>
              <a:rPr lang="en-US" altLang="zh-CN" sz="2000" dirty="0" smtClean="0">
                <a:cs typeface="Courier New" panose="02070309020205020404" pitchFamily="49" charset="0"/>
              </a:rPr>
              <a:t> &lt;&lt; "Tuesday"; break;</a:t>
            </a:r>
            <a:endParaRPr lang="en-US" altLang="zh-CN" sz="2000" dirty="0" smtClean="0">
              <a:cs typeface="Courier New" panose="02070309020205020404" pitchFamily="49" charset="0"/>
            </a:endParaRPr>
          </a:p>
          <a:p>
            <a:pPr eaLnBrk="1" hangingPunct="1">
              <a:lnSpc>
                <a:spcPct val="80000"/>
              </a:lnSpc>
              <a:buFont typeface="Wingdings" panose="05000000000000000000" pitchFamily="2" charset="2"/>
              <a:buNone/>
              <a:defRPr/>
            </a:pPr>
            <a:r>
              <a:rPr lang="en-US" altLang="zh-CN" sz="2000" dirty="0" smtClean="0">
                <a:cs typeface="Courier New" panose="02070309020205020404" pitchFamily="49" charset="0"/>
              </a:rPr>
              <a:t>		case 3: </a:t>
            </a:r>
            <a:r>
              <a:rPr lang="en-US" altLang="zh-CN" sz="2000" dirty="0" err="1" smtClean="0">
                <a:cs typeface="Courier New" panose="02070309020205020404" pitchFamily="49" charset="0"/>
              </a:rPr>
              <a:t>cout</a:t>
            </a:r>
            <a:r>
              <a:rPr lang="en-US" altLang="zh-CN" sz="2000" dirty="0" smtClean="0">
                <a:cs typeface="Courier New" panose="02070309020205020404" pitchFamily="49" charset="0"/>
              </a:rPr>
              <a:t> &lt;&lt; "Wednesday"; break;</a:t>
            </a:r>
            <a:endParaRPr lang="en-US" altLang="zh-CN" sz="2000" dirty="0" smtClean="0">
              <a:cs typeface="Courier New" panose="02070309020205020404" pitchFamily="49" charset="0"/>
            </a:endParaRPr>
          </a:p>
          <a:p>
            <a:pPr eaLnBrk="1" hangingPunct="1">
              <a:lnSpc>
                <a:spcPct val="80000"/>
              </a:lnSpc>
              <a:buFont typeface="Wingdings" panose="05000000000000000000" pitchFamily="2" charset="2"/>
              <a:buNone/>
              <a:defRPr/>
            </a:pPr>
            <a:r>
              <a:rPr lang="en-US" altLang="zh-CN" sz="2000" dirty="0" smtClean="0">
                <a:cs typeface="Courier New" panose="02070309020205020404" pitchFamily="49" charset="0"/>
              </a:rPr>
              <a:t>		case 4: </a:t>
            </a:r>
            <a:r>
              <a:rPr lang="en-US" altLang="zh-CN" sz="2000" dirty="0" err="1" smtClean="0">
                <a:cs typeface="Courier New" panose="02070309020205020404" pitchFamily="49" charset="0"/>
              </a:rPr>
              <a:t>cout</a:t>
            </a:r>
            <a:r>
              <a:rPr lang="en-US" altLang="zh-CN" sz="2000" dirty="0" smtClean="0">
                <a:cs typeface="Courier New" panose="02070309020205020404" pitchFamily="49" charset="0"/>
              </a:rPr>
              <a:t> &lt;&lt; "Thursday"; break;</a:t>
            </a:r>
            <a:endParaRPr lang="en-US" altLang="zh-CN" sz="2000" dirty="0" smtClean="0">
              <a:cs typeface="Courier New" panose="02070309020205020404" pitchFamily="49" charset="0"/>
            </a:endParaRPr>
          </a:p>
          <a:p>
            <a:pPr eaLnBrk="1" hangingPunct="1">
              <a:lnSpc>
                <a:spcPct val="80000"/>
              </a:lnSpc>
              <a:buFont typeface="Wingdings" panose="05000000000000000000" pitchFamily="2" charset="2"/>
              <a:buNone/>
              <a:defRPr/>
            </a:pPr>
            <a:r>
              <a:rPr lang="en-US" altLang="zh-CN" sz="2000" dirty="0" smtClean="0">
                <a:cs typeface="Courier New" panose="02070309020205020404" pitchFamily="49" charset="0"/>
              </a:rPr>
              <a:t>		case 5: </a:t>
            </a:r>
            <a:r>
              <a:rPr lang="en-US" altLang="zh-CN" sz="2000" dirty="0" err="1" smtClean="0">
                <a:cs typeface="Courier New" panose="02070309020205020404" pitchFamily="49" charset="0"/>
              </a:rPr>
              <a:t>cout</a:t>
            </a:r>
            <a:r>
              <a:rPr lang="en-US" altLang="zh-CN" sz="2000" dirty="0" smtClean="0">
                <a:cs typeface="Courier New" panose="02070309020205020404" pitchFamily="49" charset="0"/>
              </a:rPr>
              <a:t> &lt;&lt; "Friday"; break;</a:t>
            </a:r>
            <a:endParaRPr lang="en-US" altLang="zh-CN" sz="2000" dirty="0" smtClean="0">
              <a:cs typeface="Courier New" panose="02070309020205020404" pitchFamily="49" charset="0"/>
            </a:endParaRPr>
          </a:p>
          <a:p>
            <a:pPr eaLnBrk="1" hangingPunct="1">
              <a:lnSpc>
                <a:spcPct val="80000"/>
              </a:lnSpc>
              <a:buFont typeface="Wingdings" panose="05000000000000000000" pitchFamily="2" charset="2"/>
              <a:buNone/>
              <a:defRPr/>
            </a:pPr>
            <a:r>
              <a:rPr lang="en-US" altLang="zh-CN" sz="2000" dirty="0" smtClean="0">
                <a:cs typeface="Courier New" panose="02070309020205020404" pitchFamily="49" charset="0"/>
              </a:rPr>
              <a:t>		case 6: </a:t>
            </a:r>
            <a:r>
              <a:rPr lang="en-US" altLang="zh-CN" sz="2000" dirty="0" err="1" smtClean="0">
                <a:cs typeface="Courier New" panose="02070309020205020404" pitchFamily="49" charset="0"/>
              </a:rPr>
              <a:t>cout</a:t>
            </a:r>
            <a:r>
              <a:rPr lang="en-US" altLang="zh-CN" sz="2000" dirty="0" smtClean="0">
                <a:cs typeface="Courier New" panose="02070309020205020404" pitchFamily="49" charset="0"/>
              </a:rPr>
              <a:t> &lt;&lt; "Saturday"; break;</a:t>
            </a:r>
            <a:endParaRPr lang="en-US" altLang="zh-CN" sz="2000" dirty="0" smtClean="0">
              <a:cs typeface="Courier New" panose="02070309020205020404" pitchFamily="49" charset="0"/>
            </a:endParaRPr>
          </a:p>
          <a:p>
            <a:pPr eaLnBrk="1" hangingPunct="1">
              <a:lnSpc>
                <a:spcPct val="80000"/>
              </a:lnSpc>
              <a:buFont typeface="Wingdings" panose="05000000000000000000" pitchFamily="2" charset="2"/>
              <a:buNone/>
              <a:defRPr/>
            </a:pPr>
            <a:r>
              <a:rPr lang="en-US" altLang="zh-CN" sz="2000" dirty="0" smtClean="0">
                <a:cs typeface="Courier New" panose="02070309020205020404" pitchFamily="49" charset="0"/>
              </a:rPr>
              <a:t>		default: </a:t>
            </a:r>
            <a:r>
              <a:rPr lang="en-US" altLang="zh-CN" sz="2000" dirty="0" err="1" smtClean="0">
                <a:cs typeface="Courier New" panose="02070309020205020404" pitchFamily="49" charset="0"/>
              </a:rPr>
              <a:t>cout</a:t>
            </a:r>
            <a:r>
              <a:rPr lang="en-US" altLang="zh-CN" sz="2000" dirty="0" smtClean="0">
                <a:cs typeface="Courier New" panose="02070309020205020404" pitchFamily="49" charset="0"/>
              </a:rPr>
              <a:t> &lt;&lt; "Input error";</a:t>
            </a:r>
            <a:endParaRPr lang="en-US" altLang="zh-CN" sz="2000" dirty="0" smtClean="0">
              <a:cs typeface="Courier New" panose="02070309020205020404" pitchFamily="49" charset="0"/>
            </a:endParaRPr>
          </a:p>
          <a:p>
            <a:pPr eaLnBrk="1" hangingPunct="1">
              <a:lnSpc>
                <a:spcPct val="80000"/>
              </a:lnSpc>
              <a:buFont typeface="Wingdings" panose="05000000000000000000" pitchFamily="2" charset="2"/>
              <a:buNone/>
              <a:defRPr/>
            </a:pPr>
            <a:r>
              <a:rPr lang="en-US" altLang="zh-CN" sz="2000" dirty="0" smtClean="0">
                <a:cs typeface="Courier New" panose="02070309020205020404" pitchFamily="49" charset="0"/>
              </a:rPr>
              <a:t>	}</a:t>
            </a:r>
            <a:endParaRPr lang="en-US" altLang="zh-CN" sz="2000" dirty="0" smtClean="0">
              <a:cs typeface="Courier New" panose="02070309020205020404" pitchFamily="49" charset="0"/>
            </a:endParaRPr>
          </a:p>
          <a:p>
            <a:pPr eaLnBrk="1" hangingPunct="1">
              <a:lnSpc>
                <a:spcPct val="80000"/>
              </a:lnSpc>
              <a:buFont typeface="Wingdings" panose="05000000000000000000" pitchFamily="2" charset="2"/>
              <a:buNone/>
              <a:defRPr/>
            </a:pPr>
            <a:r>
              <a:rPr lang="en-US" altLang="zh-CN" sz="2000" dirty="0" smtClean="0">
                <a:cs typeface="Courier New" panose="02070309020205020404" pitchFamily="49" charset="0"/>
              </a:rPr>
              <a:t>	</a:t>
            </a:r>
            <a:r>
              <a:rPr lang="en-US" altLang="zh-CN" sz="2000" dirty="0" err="1" smtClean="0">
                <a:cs typeface="Courier New" panose="02070309020205020404" pitchFamily="49" charset="0"/>
              </a:rPr>
              <a:t>cout</a:t>
            </a:r>
            <a:r>
              <a:rPr lang="en-US" altLang="zh-CN" sz="2000" dirty="0" smtClean="0">
                <a:cs typeface="Courier New" panose="02070309020205020404" pitchFamily="49" charset="0"/>
              </a:rPr>
              <a:t> &lt;&lt; </a:t>
            </a:r>
            <a:r>
              <a:rPr lang="en-US" altLang="zh-CN" sz="2000" dirty="0" err="1" smtClean="0">
                <a:cs typeface="Courier New" panose="02070309020205020404" pitchFamily="49" charset="0"/>
              </a:rPr>
              <a:t>endl</a:t>
            </a:r>
            <a:r>
              <a:rPr lang="en-US" altLang="zh-CN" sz="2000" dirty="0" smtClean="0">
                <a:cs typeface="Courier New" panose="02070309020205020404" pitchFamily="49" charset="0"/>
              </a:rPr>
              <a:t>;</a:t>
            </a:r>
            <a:endParaRPr lang="en-US" altLang="zh-CN" sz="2000" dirty="0" smtClean="0">
              <a:cs typeface="Courier New" panose="02070309020205020404" pitchFamily="49" charset="0"/>
            </a:endParaRPr>
          </a:p>
          <a:p>
            <a:pPr eaLnBrk="1" hangingPunct="1">
              <a:lnSpc>
                <a:spcPct val="80000"/>
              </a:lnSpc>
              <a:buFont typeface="Wingdings" panose="05000000000000000000" pitchFamily="2" charset="2"/>
              <a:buNone/>
              <a:defRPr/>
            </a:pPr>
            <a:r>
              <a:rPr lang="en-US" altLang="zh-CN" sz="2000" dirty="0" smtClean="0">
                <a:cs typeface="Courier New" panose="02070309020205020404" pitchFamily="49" charset="0"/>
              </a:rPr>
              <a:t>	return 0;</a:t>
            </a:r>
            <a:endParaRPr lang="en-US" altLang="zh-CN" sz="2000" dirty="0" smtClean="0">
              <a:cs typeface="Courier New" panose="02070309020205020404" pitchFamily="49" charset="0"/>
            </a:endParaRPr>
          </a:p>
          <a:p>
            <a:pPr eaLnBrk="1" hangingPunct="1">
              <a:lnSpc>
                <a:spcPct val="80000"/>
              </a:lnSpc>
              <a:buFont typeface="Wingdings" panose="05000000000000000000" pitchFamily="2" charset="2"/>
              <a:buNone/>
              <a:defRPr/>
            </a:pPr>
            <a:r>
              <a:rPr lang="en-US" altLang="zh-CN" sz="2000" dirty="0" smtClean="0">
                <a:cs typeface="Courier New" panose="02070309020205020404" pitchFamily="49" charset="0"/>
              </a:rPr>
              <a:t>}</a:t>
            </a:r>
            <a:endParaRPr lang="en-US" altLang="zh-CN" sz="2000" dirty="0" smtClean="0"/>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xfrm>
            <a:off x="685800" y="0"/>
            <a:ext cx="7772400" cy="990600"/>
          </a:xfrm>
        </p:spPr>
        <p:txBody>
          <a:bodyPr/>
          <a:lstStyle/>
          <a:p>
            <a:pPr eaLnBrk="1" hangingPunct="1">
              <a:defRPr/>
            </a:pPr>
            <a:r>
              <a:rPr lang="en-US" altLang="zh-CN" sz="3600" smtClean="0"/>
              <a:t>switch</a:t>
            </a:r>
            <a:r>
              <a:rPr lang="zh-CN" altLang="en-US" sz="3600" smtClean="0"/>
              <a:t>语句中使用</a:t>
            </a:r>
            <a:r>
              <a:rPr lang="en-US" altLang="zh-CN" sz="3600" smtClean="0"/>
              <a:t>break</a:t>
            </a:r>
            <a:r>
              <a:rPr lang="zh-CN" altLang="en-US" sz="3600" smtClean="0"/>
              <a:t>语句</a:t>
            </a:r>
            <a:endParaRPr lang="zh-CN" altLang="en-US" sz="3600" smtClean="0"/>
          </a:p>
        </p:txBody>
      </p:sp>
      <p:sp>
        <p:nvSpPr>
          <p:cNvPr id="21507" name="Rectangle 3"/>
          <p:cNvSpPr>
            <a:spLocks noGrp="1" noChangeArrowheads="1"/>
          </p:cNvSpPr>
          <p:nvPr>
            <p:ph type="body" idx="1"/>
          </p:nvPr>
        </p:nvSpPr>
        <p:spPr>
          <a:xfrm>
            <a:off x="296416" y="1435224"/>
            <a:ext cx="8596064" cy="4874096"/>
          </a:xfrm>
        </p:spPr>
        <p:txBody>
          <a:bodyPr>
            <a:normAutofit/>
          </a:bodyPr>
          <a:lstStyle/>
          <a:p>
            <a:pPr marL="360680" indent="-360680" eaLnBrk="1" hangingPunct="1">
              <a:lnSpc>
                <a:spcPct val="110000"/>
              </a:lnSpc>
              <a:spcBef>
                <a:spcPct val="25000"/>
              </a:spcBef>
              <a:spcAft>
                <a:spcPct val="50000"/>
              </a:spcAft>
              <a:defRPr/>
            </a:pPr>
            <a:r>
              <a:rPr lang="zh-CN" altLang="en-US" sz="2800" dirty="0" smtClean="0"/>
              <a:t>在执行</a:t>
            </a:r>
            <a:r>
              <a:rPr lang="en-US" altLang="zh-CN" sz="2800" dirty="0" smtClean="0"/>
              <a:t>switch</a:t>
            </a:r>
            <a:r>
              <a:rPr lang="zh-CN" altLang="en-US" sz="2800" dirty="0" smtClean="0"/>
              <a:t>语句的某个分支时，需要用</a:t>
            </a:r>
            <a:r>
              <a:rPr lang="en-US" altLang="zh-CN" sz="2800" dirty="0" smtClean="0"/>
              <a:t>break</a:t>
            </a:r>
            <a:r>
              <a:rPr lang="zh-CN" altLang="en-US" sz="2800" dirty="0" smtClean="0"/>
              <a:t>语句结束该分支的执行。</a:t>
            </a:r>
            <a:endParaRPr lang="zh-CN" altLang="en-US" sz="2800" dirty="0" smtClean="0"/>
          </a:p>
          <a:p>
            <a:pPr marL="360680" indent="-360680" eaLnBrk="1" hangingPunct="1">
              <a:lnSpc>
                <a:spcPct val="110000"/>
              </a:lnSpc>
              <a:spcBef>
                <a:spcPct val="25000"/>
              </a:spcBef>
              <a:spcAft>
                <a:spcPct val="50000"/>
              </a:spcAft>
              <a:defRPr/>
            </a:pPr>
            <a:r>
              <a:rPr lang="zh-CN" altLang="en-US" sz="2800" dirty="0" smtClean="0"/>
              <a:t>在</a:t>
            </a:r>
            <a:r>
              <a:rPr lang="en-US" altLang="zh-CN" sz="2800" dirty="0" smtClean="0"/>
              <a:t>switch</a:t>
            </a:r>
            <a:r>
              <a:rPr lang="zh-CN" altLang="en-US" sz="2800" dirty="0" smtClean="0"/>
              <a:t>语句的一个分支的执行中，如果没有</a:t>
            </a:r>
            <a:r>
              <a:rPr lang="en-US" altLang="zh-CN" sz="2800" dirty="0" smtClean="0"/>
              <a:t>break</a:t>
            </a:r>
            <a:r>
              <a:rPr lang="zh-CN" altLang="en-US" sz="2800" dirty="0" smtClean="0"/>
              <a:t>语句（最后一个分支除外），则该分支执行完后，将继续执行紧接着的下一个分支中的语句序列。</a:t>
            </a:r>
            <a:endParaRPr lang="zh-CN" altLang="en-US" sz="2800" dirty="0" smtClean="0"/>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404664"/>
            <a:ext cx="8229600" cy="6264696"/>
          </a:xfrm>
        </p:spPr>
        <p:txBody>
          <a:bodyPr>
            <a:normAutofit fontScale="62500" lnSpcReduction="20000"/>
          </a:bodyPr>
          <a:lstStyle/>
          <a:p>
            <a:pPr marL="0" indent="0">
              <a:buNone/>
            </a:pPr>
            <a:r>
              <a:rPr lang="en-US" altLang="zh-CN" dirty="0"/>
              <a:t>#include &lt;</a:t>
            </a:r>
            <a:r>
              <a:rPr lang="en-US" altLang="zh-CN" dirty="0" err="1"/>
              <a:t>iostream</a:t>
            </a:r>
            <a:r>
              <a:rPr lang="en-US" altLang="zh-CN" dirty="0"/>
              <a:t>&gt;</a:t>
            </a:r>
            <a:endParaRPr lang="en-US" altLang="zh-CN" dirty="0"/>
          </a:p>
          <a:p>
            <a:pPr marL="0" indent="0">
              <a:buNone/>
            </a:pPr>
            <a:r>
              <a:rPr lang="en-US" altLang="zh-CN" dirty="0"/>
              <a:t>using namespace </a:t>
            </a:r>
            <a:r>
              <a:rPr lang="en-US" altLang="zh-CN" dirty="0" err="1"/>
              <a:t>std</a:t>
            </a:r>
            <a:r>
              <a:rPr lang="en-US" altLang="zh-CN" dirty="0"/>
              <a:t>;</a:t>
            </a:r>
            <a:endParaRPr lang="en-US" altLang="zh-CN" dirty="0"/>
          </a:p>
          <a:p>
            <a:pPr marL="0" indent="0">
              <a:buNone/>
            </a:pPr>
            <a:r>
              <a:rPr lang="en-US" altLang="zh-CN" dirty="0" err="1"/>
              <a:t>int</a:t>
            </a:r>
            <a:r>
              <a:rPr lang="en-US" altLang="zh-CN" dirty="0"/>
              <a:t> main()</a:t>
            </a:r>
            <a:endParaRPr lang="en-US" altLang="zh-CN" dirty="0"/>
          </a:p>
          <a:p>
            <a:pPr marL="0" indent="0">
              <a:buNone/>
            </a:pPr>
            <a:r>
              <a:rPr lang="en-US" altLang="zh-CN" dirty="0"/>
              <a:t>{ 	</a:t>
            </a:r>
            <a:r>
              <a:rPr lang="en-US" altLang="zh-CN" dirty="0" err="1"/>
              <a:t>int</a:t>
            </a:r>
            <a:r>
              <a:rPr lang="en-US" altLang="zh-CN" dirty="0"/>
              <a:t> day;</a:t>
            </a:r>
            <a:endParaRPr lang="en-US" altLang="zh-CN" dirty="0"/>
          </a:p>
          <a:p>
            <a:pPr marL="0" indent="0">
              <a:buNone/>
            </a:pPr>
            <a:r>
              <a:rPr lang="en-US" altLang="zh-CN" dirty="0"/>
              <a:t>	</a:t>
            </a:r>
            <a:r>
              <a:rPr lang="en-US" altLang="zh-CN" dirty="0" err="1"/>
              <a:t>cin</a:t>
            </a:r>
            <a:r>
              <a:rPr lang="en-US" altLang="zh-CN" dirty="0"/>
              <a:t> &gt;&gt; day;</a:t>
            </a:r>
            <a:endParaRPr lang="en-US" altLang="zh-CN" dirty="0"/>
          </a:p>
          <a:p>
            <a:pPr marL="0" indent="0">
              <a:buNone/>
            </a:pPr>
            <a:r>
              <a:rPr lang="en-US" altLang="zh-CN" dirty="0"/>
              <a:t>	switch (day)</a:t>
            </a:r>
            <a:endParaRPr lang="en-US" altLang="zh-CN" dirty="0"/>
          </a:p>
          <a:p>
            <a:pPr marL="0" indent="0">
              <a:buNone/>
            </a:pPr>
            <a:r>
              <a:rPr lang="en-US" altLang="zh-CN" dirty="0"/>
              <a:t>	{ 	case 0: </a:t>
            </a:r>
            <a:r>
              <a:rPr lang="en-US" altLang="zh-CN" dirty="0" err="1"/>
              <a:t>cout</a:t>
            </a:r>
            <a:r>
              <a:rPr lang="en-US" altLang="zh-CN" dirty="0"/>
              <a:t> &lt;&lt; "Sunday"; break;</a:t>
            </a:r>
            <a:endParaRPr lang="en-US" altLang="zh-CN" dirty="0"/>
          </a:p>
          <a:p>
            <a:pPr marL="0" indent="0">
              <a:buNone/>
            </a:pPr>
            <a:r>
              <a:rPr lang="en-US" altLang="zh-CN" dirty="0"/>
              <a:t>		case 1: </a:t>
            </a:r>
            <a:r>
              <a:rPr lang="en-US" altLang="zh-CN" dirty="0" err="1"/>
              <a:t>cout</a:t>
            </a:r>
            <a:r>
              <a:rPr lang="en-US" altLang="zh-CN" dirty="0"/>
              <a:t> &lt;&lt; "Monday"; break;</a:t>
            </a:r>
            <a:endParaRPr lang="en-US" altLang="zh-CN" dirty="0"/>
          </a:p>
          <a:p>
            <a:pPr marL="0" indent="0">
              <a:buNone/>
            </a:pPr>
            <a:r>
              <a:rPr lang="en-US" altLang="zh-CN" dirty="0"/>
              <a:t>		case 2: </a:t>
            </a:r>
            <a:r>
              <a:rPr lang="en-US" altLang="zh-CN" dirty="0" err="1"/>
              <a:t>cout</a:t>
            </a:r>
            <a:r>
              <a:rPr lang="en-US" altLang="zh-CN" dirty="0"/>
              <a:t> &lt;&lt; "Tuesday"; </a:t>
            </a:r>
            <a:endParaRPr lang="en-US" altLang="zh-CN" dirty="0"/>
          </a:p>
          <a:p>
            <a:pPr marL="0" indent="0">
              <a:buNone/>
            </a:pPr>
            <a:r>
              <a:rPr lang="en-US" altLang="zh-CN" dirty="0"/>
              <a:t>		case 3: </a:t>
            </a:r>
            <a:r>
              <a:rPr lang="en-US" altLang="zh-CN" dirty="0" err="1"/>
              <a:t>cout</a:t>
            </a:r>
            <a:r>
              <a:rPr lang="en-US" altLang="zh-CN" dirty="0"/>
              <a:t> &lt;&lt; "Wednesday"; break;</a:t>
            </a:r>
            <a:endParaRPr lang="en-US" altLang="zh-CN" dirty="0"/>
          </a:p>
          <a:p>
            <a:pPr marL="0" indent="0">
              <a:buNone/>
            </a:pPr>
            <a:r>
              <a:rPr lang="en-US" altLang="zh-CN" dirty="0"/>
              <a:t>		case 4: </a:t>
            </a:r>
            <a:r>
              <a:rPr lang="en-US" altLang="zh-CN" dirty="0" err="1"/>
              <a:t>cout</a:t>
            </a:r>
            <a:r>
              <a:rPr lang="en-US" altLang="zh-CN" dirty="0"/>
              <a:t> &lt;&lt; "Thursday"; break;</a:t>
            </a:r>
            <a:endParaRPr lang="en-US" altLang="zh-CN" dirty="0"/>
          </a:p>
          <a:p>
            <a:pPr marL="0" indent="0">
              <a:buNone/>
            </a:pPr>
            <a:r>
              <a:rPr lang="en-US" altLang="zh-CN" dirty="0"/>
              <a:t>		case 5: </a:t>
            </a:r>
            <a:r>
              <a:rPr lang="en-US" altLang="zh-CN" dirty="0" err="1"/>
              <a:t>cout</a:t>
            </a:r>
            <a:r>
              <a:rPr lang="en-US" altLang="zh-CN" dirty="0"/>
              <a:t> &lt;&lt; "Friday"; break;</a:t>
            </a:r>
            <a:endParaRPr lang="en-US" altLang="zh-CN" dirty="0"/>
          </a:p>
          <a:p>
            <a:pPr marL="0" indent="0">
              <a:buNone/>
            </a:pPr>
            <a:r>
              <a:rPr lang="en-US" altLang="zh-CN" dirty="0"/>
              <a:t>		case 6: </a:t>
            </a:r>
            <a:r>
              <a:rPr lang="en-US" altLang="zh-CN" dirty="0" err="1"/>
              <a:t>cout</a:t>
            </a:r>
            <a:r>
              <a:rPr lang="en-US" altLang="zh-CN" dirty="0"/>
              <a:t> &lt;&lt; "Saturday"; break;</a:t>
            </a:r>
            <a:endParaRPr lang="en-US" altLang="zh-CN" dirty="0"/>
          </a:p>
          <a:p>
            <a:pPr marL="0" indent="0">
              <a:buNone/>
            </a:pPr>
            <a:r>
              <a:rPr lang="en-US" altLang="zh-CN" dirty="0"/>
              <a:t>		default: </a:t>
            </a:r>
            <a:r>
              <a:rPr lang="en-US" altLang="zh-CN" dirty="0" err="1"/>
              <a:t>cout</a:t>
            </a:r>
            <a:r>
              <a:rPr lang="en-US" altLang="zh-CN" dirty="0"/>
              <a:t> &lt;&lt; "Input error";</a:t>
            </a:r>
            <a:endParaRPr lang="en-US" altLang="zh-CN" dirty="0"/>
          </a:p>
          <a:p>
            <a:pPr marL="0" indent="0">
              <a:buNone/>
            </a:pPr>
            <a:r>
              <a:rPr lang="en-US" altLang="zh-CN" dirty="0"/>
              <a:t>	}</a:t>
            </a:r>
            <a:endParaRPr lang="en-US" altLang="zh-CN" dirty="0"/>
          </a:p>
          <a:p>
            <a:pPr marL="0" indent="0">
              <a:buNone/>
            </a:pPr>
            <a:r>
              <a:rPr lang="en-US" altLang="zh-CN" dirty="0"/>
              <a:t>	</a:t>
            </a:r>
            <a:r>
              <a:rPr lang="en-US" altLang="zh-CN" dirty="0" err="1"/>
              <a:t>cout</a:t>
            </a:r>
            <a:r>
              <a:rPr lang="en-US" altLang="zh-CN" dirty="0"/>
              <a:t> &lt;&lt; </a:t>
            </a:r>
            <a:r>
              <a:rPr lang="en-US" altLang="zh-CN" dirty="0" err="1"/>
              <a:t>endl</a:t>
            </a:r>
            <a:r>
              <a:rPr lang="en-US" altLang="zh-CN" dirty="0"/>
              <a:t>;</a:t>
            </a:r>
            <a:endParaRPr lang="en-US" altLang="zh-CN" dirty="0"/>
          </a:p>
          <a:p>
            <a:pPr marL="0" indent="0">
              <a:buNone/>
            </a:pPr>
            <a:r>
              <a:rPr lang="en-US" altLang="zh-CN" dirty="0"/>
              <a:t>	return 0;</a:t>
            </a:r>
            <a:endParaRPr lang="en-US" altLang="zh-CN" dirty="0"/>
          </a:p>
          <a:p>
            <a:pPr marL="0" indent="0">
              <a:buNone/>
            </a:pPr>
            <a:r>
              <a:rPr lang="en-US" altLang="zh-CN" dirty="0" smtClean="0"/>
              <a:t>}</a:t>
            </a:r>
            <a:endParaRPr lang="en-US" altLang="zh-CN" dirty="0" smtClean="0"/>
          </a:p>
          <a:p>
            <a:r>
              <a:rPr lang="zh-CN" altLang="en-US" dirty="0" smtClean="0"/>
              <a:t>输入：</a:t>
            </a:r>
            <a:r>
              <a:rPr lang="en-US" altLang="zh-CN" dirty="0" smtClean="0"/>
              <a:t>2</a:t>
            </a:r>
            <a:endParaRPr lang="en-US" altLang="zh-CN" dirty="0" smtClean="0"/>
          </a:p>
          <a:p>
            <a:r>
              <a:rPr lang="zh-CN" altLang="en-US" dirty="0" smtClean="0"/>
              <a:t>输出：？</a:t>
            </a:r>
            <a:endParaRPr lang="en-US" altLang="zh-CN" dirty="0"/>
          </a:p>
          <a:p>
            <a:pPr marL="0" indent="0">
              <a:buNone/>
            </a:pPr>
            <a:endParaRPr lang="zh-CN" altLang="en-US" dirty="0"/>
          </a:p>
        </p:txBody>
      </p:sp>
      <p:sp>
        <p:nvSpPr>
          <p:cNvPr id="2" name="TextBox 1"/>
          <p:cNvSpPr txBox="1"/>
          <p:nvPr/>
        </p:nvSpPr>
        <p:spPr>
          <a:xfrm>
            <a:off x="1547664" y="6165304"/>
            <a:ext cx="2526076" cy="341632"/>
          </a:xfrm>
          <a:prstGeom prst="rect">
            <a:avLst/>
          </a:prstGeom>
          <a:solidFill>
            <a:schemeClr val="bg2">
              <a:lumMod val="60000"/>
              <a:lumOff val="40000"/>
            </a:schemeClr>
          </a:solidFill>
        </p:spPr>
        <p:txBody>
          <a:bodyPr wrap="none" rtlCol="0">
            <a:spAutoFit/>
          </a:bodyPr>
          <a:lstStyle/>
          <a:p>
            <a:pPr>
              <a:buNone/>
            </a:pPr>
            <a:r>
              <a:rPr lang="en-US" altLang="zh-CN" dirty="0" err="1" smtClean="0"/>
              <a:t>TuesdayWednesday</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r>
              <a:rPr lang="zh-CN" altLang="en-US" dirty="0" smtClean="0"/>
              <a:t>用</a:t>
            </a:r>
            <a:r>
              <a:rPr lang="en-US" altLang="zh-CN" dirty="0" smtClean="0"/>
              <a:t>break</a:t>
            </a:r>
            <a:r>
              <a:rPr lang="zh-CN" altLang="en-US" dirty="0" smtClean="0"/>
              <a:t>来</a:t>
            </a:r>
            <a:r>
              <a:rPr lang="zh-CN" altLang="en-US" dirty="0" smtClean="0">
                <a:solidFill>
                  <a:srgbClr val="FFC000"/>
                </a:solidFill>
              </a:rPr>
              <a:t>显式地</a:t>
            </a:r>
            <a:r>
              <a:rPr lang="zh-CN" altLang="en-US" dirty="0" smtClean="0"/>
              <a:t>结束分支的执行，这为编程带来了灵活性：</a:t>
            </a:r>
            <a:endParaRPr lang="en-US" altLang="zh-CN" dirty="0" smtClean="0"/>
          </a:p>
          <a:p>
            <a:pPr lvl="1"/>
            <a:r>
              <a:rPr lang="zh-CN" altLang="en-US" dirty="0" smtClean="0"/>
              <a:t>如果几个分支要使用相同的代码，可以把这几个分支写在一起，除了最后一个分支要加</a:t>
            </a:r>
            <a:r>
              <a:rPr lang="en-US" altLang="zh-CN" dirty="0" smtClean="0"/>
              <a:t>break</a:t>
            </a:r>
            <a:r>
              <a:rPr lang="zh-CN" altLang="en-US" dirty="0" smtClean="0"/>
              <a:t>，其它分支不要加</a:t>
            </a:r>
            <a:r>
              <a:rPr lang="en-US" altLang="zh-CN" dirty="0" smtClean="0"/>
              <a:t>break</a:t>
            </a:r>
            <a:r>
              <a:rPr lang="zh-CN" altLang="en-US" dirty="0" smtClean="0"/>
              <a:t>。</a:t>
            </a:r>
            <a:endParaRPr lang="zh-CN" altLang="en-US"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84"/>
            <a:ext cx="8229600" cy="1139825"/>
          </a:xfrm>
        </p:spPr>
        <p:txBody>
          <a:bodyPr/>
          <a:lstStyle/>
          <a:p>
            <a:r>
              <a:rPr lang="zh-CN" altLang="en-US" dirty="0" smtClean="0"/>
              <a:t>例：计算</a:t>
            </a:r>
            <a:r>
              <a:rPr lang="zh-CN" altLang="en-US" dirty="0"/>
              <a:t>某年某月的天数。</a:t>
            </a:r>
            <a:endParaRPr lang="zh-CN" altLang="en-US" dirty="0"/>
          </a:p>
        </p:txBody>
      </p:sp>
      <p:sp>
        <p:nvSpPr>
          <p:cNvPr id="3" name="内容占位符 2"/>
          <p:cNvSpPr>
            <a:spLocks noGrp="1"/>
          </p:cNvSpPr>
          <p:nvPr>
            <p:ph idx="1"/>
          </p:nvPr>
        </p:nvSpPr>
        <p:spPr>
          <a:xfrm>
            <a:off x="107504" y="1124744"/>
            <a:ext cx="8928992" cy="5616624"/>
          </a:xfrm>
        </p:spPr>
        <p:txBody>
          <a:bodyPr>
            <a:normAutofit/>
          </a:bodyPr>
          <a:lstStyle/>
          <a:p>
            <a:pPr marL="0" indent="0" defTabSz="446405">
              <a:lnSpc>
                <a:spcPct val="70000"/>
              </a:lnSpc>
              <a:buNone/>
            </a:pPr>
            <a:r>
              <a:rPr lang="en-US" altLang="zh-CN" sz="1800" dirty="0"/>
              <a:t>#include &lt;</a:t>
            </a:r>
            <a:r>
              <a:rPr lang="en-US" altLang="zh-CN" sz="1800" dirty="0" err="1"/>
              <a:t>iostream</a:t>
            </a:r>
            <a:r>
              <a:rPr lang="en-US" altLang="zh-CN" sz="1800" dirty="0"/>
              <a:t>&gt;</a:t>
            </a:r>
            <a:endParaRPr lang="en-US" altLang="zh-CN" sz="1800" dirty="0"/>
          </a:p>
          <a:p>
            <a:pPr marL="0" indent="0" defTabSz="446405">
              <a:lnSpc>
                <a:spcPct val="70000"/>
              </a:lnSpc>
              <a:buNone/>
            </a:pPr>
            <a:r>
              <a:rPr lang="en-US" altLang="zh-CN" sz="1800" dirty="0"/>
              <a:t>using namespace </a:t>
            </a:r>
            <a:r>
              <a:rPr lang="en-US" altLang="zh-CN" sz="1800" dirty="0" err="1"/>
              <a:t>std</a:t>
            </a:r>
            <a:r>
              <a:rPr lang="en-US" altLang="zh-CN" sz="1800" dirty="0"/>
              <a:t>;</a:t>
            </a:r>
            <a:endParaRPr lang="en-US" altLang="zh-CN" sz="1800" dirty="0"/>
          </a:p>
          <a:p>
            <a:pPr marL="0" indent="0" defTabSz="446405">
              <a:lnSpc>
                <a:spcPct val="70000"/>
              </a:lnSpc>
              <a:buNone/>
            </a:pPr>
            <a:r>
              <a:rPr lang="en-US" altLang="zh-CN" sz="1800" dirty="0" err="1"/>
              <a:t>int</a:t>
            </a:r>
            <a:r>
              <a:rPr lang="en-US" altLang="zh-CN" sz="1800" dirty="0"/>
              <a:t> main()</a:t>
            </a:r>
            <a:endParaRPr lang="en-US" altLang="zh-CN" sz="1800" dirty="0"/>
          </a:p>
          <a:p>
            <a:pPr marL="0" indent="0" defTabSz="446405">
              <a:lnSpc>
                <a:spcPct val="70000"/>
              </a:lnSpc>
              <a:buNone/>
              <a:tabLst>
                <a:tab pos="266700" algn="l"/>
              </a:tabLst>
            </a:pPr>
            <a:r>
              <a:rPr lang="en-US" altLang="zh-CN" sz="1800" dirty="0" smtClean="0"/>
              <a:t>{	</a:t>
            </a:r>
            <a:r>
              <a:rPr lang="en-US" altLang="zh-CN" sz="1800" dirty="0" err="1" smtClean="0"/>
              <a:t>int</a:t>
            </a:r>
            <a:r>
              <a:rPr lang="en-US" altLang="zh-CN" sz="1800" dirty="0" smtClean="0"/>
              <a:t> </a:t>
            </a:r>
            <a:r>
              <a:rPr lang="en-US" altLang="zh-CN" sz="1800" dirty="0" err="1"/>
              <a:t>year,month,days</a:t>
            </a:r>
            <a:r>
              <a:rPr lang="en-US" altLang="zh-CN" sz="1800" dirty="0"/>
              <a:t>;</a:t>
            </a:r>
            <a:endParaRPr lang="en-US" altLang="zh-CN" sz="1800" dirty="0"/>
          </a:p>
          <a:p>
            <a:pPr marL="0" indent="0" defTabSz="446405">
              <a:lnSpc>
                <a:spcPct val="70000"/>
              </a:lnSpc>
              <a:buNone/>
              <a:tabLst>
                <a:tab pos="266700" algn="l"/>
              </a:tabLst>
            </a:pPr>
            <a:r>
              <a:rPr lang="en-US" altLang="zh-CN" sz="1800" dirty="0"/>
              <a:t>	</a:t>
            </a:r>
            <a:r>
              <a:rPr lang="en-US" altLang="zh-CN" sz="1800" dirty="0" err="1"/>
              <a:t>cout</a:t>
            </a:r>
            <a:r>
              <a:rPr lang="en-US" altLang="zh-CN" sz="1800" dirty="0"/>
              <a:t> &lt;&lt; "</a:t>
            </a:r>
            <a:r>
              <a:rPr lang="zh-CN" altLang="en-US" sz="1800" dirty="0"/>
              <a:t>请输入年：</a:t>
            </a:r>
            <a:r>
              <a:rPr lang="en-US" altLang="zh-CN" sz="1800" dirty="0" smtClean="0"/>
              <a:t>";  </a:t>
            </a:r>
            <a:r>
              <a:rPr lang="en-US" altLang="zh-CN" sz="1800" dirty="0" err="1" smtClean="0"/>
              <a:t>cin</a:t>
            </a:r>
            <a:r>
              <a:rPr lang="en-US" altLang="zh-CN" sz="1800" dirty="0" smtClean="0"/>
              <a:t> </a:t>
            </a:r>
            <a:r>
              <a:rPr lang="en-US" altLang="zh-CN" sz="1800" dirty="0"/>
              <a:t>&gt;&gt; </a:t>
            </a:r>
            <a:r>
              <a:rPr lang="en-US" altLang="zh-CN" sz="1800" dirty="0" smtClean="0"/>
              <a:t>year; </a:t>
            </a:r>
            <a:endParaRPr lang="en-US" altLang="zh-CN" sz="1800" dirty="0" smtClean="0"/>
          </a:p>
          <a:p>
            <a:pPr marL="0" indent="0" defTabSz="446405">
              <a:lnSpc>
                <a:spcPct val="70000"/>
              </a:lnSpc>
              <a:buNone/>
              <a:tabLst>
                <a:tab pos="266700" algn="l"/>
              </a:tabLst>
            </a:pPr>
            <a:r>
              <a:rPr lang="en-US" altLang="zh-CN" sz="1800" dirty="0"/>
              <a:t> </a:t>
            </a:r>
            <a:r>
              <a:rPr lang="en-US" altLang="zh-CN" sz="1800" dirty="0" smtClean="0"/>
              <a:t>  </a:t>
            </a:r>
            <a:r>
              <a:rPr lang="en-US" altLang="zh-CN" sz="1800" dirty="0" err="1" smtClean="0"/>
              <a:t>cout</a:t>
            </a:r>
            <a:r>
              <a:rPr lang="en-US" altLang="zh-CN" sz="1800" dirty="0" smtClean="0"/>
              <a:t> </a:t>
            </a:r>
            <a:r>
              <a:rPr lang="en-US" altLang="zh-CN" sz="1800" dirty="0"/>
              <a:t>&lt;&lt; "</a:t>
            </a:r>
            <a:r>
              <a:rPr lang="zh-CN" altLang="en-US" sz="1800" dirty="0"/>
              <a:t>请输入月：</a:t>
            </a:r>
            <a:r>
              <a:rPr lang="en-US" altLang="zh-CN" sz="1800" dirty="0" smtClean="0"/>
              <a:t>";  </a:t>
            </a:r>
            <a:r>
              <a:rPr lang="en-US" altLang="zh-CN" sz="1800" dirty="0" err="1" smtClean="0"/>
              <a:t>cin</a:t>
            </a:r>
            <a:r>
              <a:rPr lang="en-US" altLang="zh-CN" sz="1800" dirty="0" smtClean="0"/>
              <a:t> </a:t>
            </a:r>
            <a:r>
              <a:rPr lang="en-US" altLang="zh-CN" sz="1800" dirty="0"/>
              <a:t>&gt;&gt; month;</a:t>
            </a:r>
            <a:endParaRPr lang="en-US" altLang="zh-CN" sz="1800" dirty="0"/>
          </a:p>
          <a:p>
            <a:pPr marL="0" indent="0" defTabSz="446405">
              <a:lnSpc>
                <a:spcPct val="70000"/>
              </a:lnSpc>
              <a:buNone/>
              <a:tabLst>
                <a:tab pos="266700" algn="l"/>
              </a:tabLst>
            </a:pPr>
            <a:r>
              <a:rPr lang="en-US" altLang="zh-CN" sz="1800" dirty="0"/>
              <a:t>	switch (month)</a:t>
            </a:r>
            <a:endParaRPr lang="en-US" altLang="zh-CN" sz="1800" dirty="0"/>
          </a:p>
          <a:p>
            <a:pPr marL="0" indent="0" defTabSz="446405">
              <a:lnSpc>
                <a:spcPct val="70000"/>
              </a:lnSpc>
              <a:buNone/>
              <a:tabLst>
                <a:tab pos="266700" algn="l"/>
              </a:tabLst>
            </a:pPr>
            <a:r>
              <a:rPr lang="en-US" altLang="zh-CN" sz="1800" dirty="0"/>
              <a:t>	</a:t>
            </a:r>
            <a:r>
              <a:rPr lang="en-US" altLang="zh-CN" sz="1800" dirty="0" smtClean="0"/>
              <a:t>{	case </a:t>
            </a:r>
            <a:r>
              <a:rPr lang="en-US" altLang="zh-CN" sz="1800" dirty="0"/>
              <a:t>1:case 3:case 5:case 7:case 8: case 10:case 12:</a:t>
            </a:r>
            <a:endParaRPr lang="en-US" altLang="zh-CN" sz="1800" dirty="0"/>
          </a:p>
          <a:p>
            <a:pPr marL="0" indent="0" defTabSz="446405">
              <a:lnSpc>
                <a:spcPct val="70000"/>
              </a:lnSpc>
              <a:buNone/>
            </a:pPr>
            <a:r>
              <a:rPr lang="en-US" altLang="zh-CN" sz="1800" dirty="0"/>
              <a:t>	</a:t>
            </a:r>
            <a:r>
              <a:rPr lang="en-US" altLang="zh-CN" sz="1800" dirty="0" smtClean="0"/>
              <a:t>	days </a:t>
            </a:r>
            <a:r>
              <a:rPr lang="en-US" altLang="zh-CN" sz="1800" dirty="0"/>
              <a:t>= 31;</a:t>
            </a:r>
            <a:endParaRPr lang="en-US" altLang="zh-CN" sz="1800" dirty="0"/>
          </a:p>
          <a:p>
            <a:pPr marL="0" indent="0" defTabSz="446405">
              <a:lnSpc>
                <a:spcPct val="70000"/>
              </a:lnSpc>
              <a:buNone/>
            </a:pPr>
            <a:r>
              <a:rPr lang="en-US" altLang="zh-CN" sz="1800" dirty="0"/>
              <a:t>		</a:t>
            </a:r>
            <a:r>
              <a:rPr lang="en-US" altLang="zh-CN" sz="1800" dirty="0" smtClean="0"/>
              <a:t>break</a:t>
            </a:r>
            <a:r>
              <a:rPr lang="en-US" altLang="zh-CN" sz="1800" dirty="0"/>
              <a:t>;</a:t>
            </a:r>
            <a:endParaRPr lang="en-US" altLang="zh-CN" sz="1800" dirty="0"/>
          </a:p>
          <a:p>
            <a:pPr marL="0" indent="0" defTabSz="446405">
              <a:lnSpc>
                <a:spcPct val="70000"/>
              </a:lnSpc>
              <a:buNone/>
            </a:pPr>
            <a:r>
              <a:rPr lang="en-US" altLang="zh-CN" sz="1800" dirty="0"/>
              <a:t>	</a:t>
            </a:r>
            <a:r>
              <a:rPr lang="en-US" altLang="zh-CN" sz="1800" dirty="0" smtClean="0"/>
              <a:t>case </a:t>
            </a:r>
            <a:r>
              <a:rPr lang="en-US" altLang="zh-CN" sz="1800" dirty="0"/>
              <a:t>4:case 6:case 9:case 11:</a:t>
            </a:r>
            <a:endParaRPr lang="en-US" altLang="zh-CN" sz="1800" dirty="0"/>
          </a:p>
          <a:p>
            <a:pPr marL="0" indent="0" defTabSz="446405">
              <a:lnSpc>
                <a:spcPct val="70000"/>
              </a:lnSpc>
              <a:buNone/>
            </a:pPr>
            <a:r>
              <a:rPr lang="en-US" altLang="zh-CN" sz="1800" dirty="0"/>
              <a:t>		days = 30;</a:t>
            </a:r>
            <a:endParaRPr lang="en-US" altLang="zh-CN" sz="1800" dirty="0"/>
          </a:p>
          <a:p>
            <a:pPr marL="0" indent="0" defTabSz="446405">
              <a:lnSpc>
                <a:spcPct val="70000"/>
              </a:lnSpc>
              <a:buNone/>
            </a:pPr>
            <a:r>
              <a:rPr lang="en-US" altLang="zh-CN" sz="1800" dirty="0"/>
              <a:t>		break;</a:t>
            </a:r>
            <a:endParaRPr lang="en-US" altLang="zh-CN" sz="1800" dirty="0"/>
          </a:p>
          <a:p>
            <a:pPr marL="0" indent="0" defTabSz="446405">
              <a:lnSpc>
                <a:spcPct val="70000"/>
              </a:lnSpc>
              <a:buNone/>
            </a:pPr>
            <a:r>
              <a:rPr lang="en-US" altLang="zh-CN" sz="1800" dirty="0"/>
              <a:t>	</a:t>
            </a:r>
            <a:r>
              <a:rPr lang="en-US" altLang="zh-CN" sz="1800" dirty="0" smtClean="0"/>
              <a:t>case </a:t>
            </a:r>
            <a:r>
              <a:rPr lang="en-US" altLang="zh-CN" sz="1800" dirty="0"/>
              <a:t>2:</a:t>
            </a:r>
            <a:endParaRPr lang="en-US" altLang="zh-CN" sz="1800" dirty="0"/>
          </a:p>
          <a:p>
            <a:pPr marL="0" indent="0" defTabSz="446405">
              <a:lnSpc>
                <a:spcPct val="70000"/>
              </a:lnSpc>
              <a:buNone/>
            </a:pPr>
            <a:r>
              <a:rPr lang="en-US" altLang="zh-CN" sz="1800" dirty="0"/>
              <a:t>		if (year%400 == 0 || </a:t>
            </a:r>
            <a:r>
              <a:rPr lang="en-US" altLang="zh-CN" sz="1800" dirty="0" smtClean="0"/>
              <a:t>(year%4 </a:t>
            </a:r>
            <a:r>
              <a:rPr lang="en-US" altLang="zh-CN" sz="1800" dirty="0"/>
              <a:t>== 0 &amp;&amp; year%100 != 0</a:t>
            </a:r>
            <a:r>
              <a:rPr lang="en-US" altLang="zh-CN" sz="1800" dirty="0" smtClean="0"/>
              <a:t>))</a:t>
            </a:r>
            <a:endParaRPr lang="en-US" altLang="zh-CN" sz="1800" dirty="0"/>
          </a:p>
          <a:p>
            <a:pPr marL="0" indent="0" defTabSz="446405">
              <a:lnSpc>
                <a:spcPct val="70000"/>
              </a:lnSpc>
              <a:buNone/>
            </a:pPr>
            <a:r>
              <a:rPr lang="en-US" altLang="zh-CN" sz="1800" dirty="0"/>
              <a:t>			days = 29;</a:t>
            </a:r>
            <a:endParaRPr lang="en-US" altLang="zh-CN" sz="1800" dirty="0"/>
          </a:p>
          <a:p>
            <a:pPr marL="0" indent="0" defTabSz="446405">
              <a:lnSpc>
                <a:spcPct val="70000"/>
              </a:lnSpc>
              <a:buNone/>
            </a:pPr>
            <a:r>
              <a:rPr lang="en-US" altLang="zh-CN" sz="1800" dirty="0"/>
              <a:t>		else</a:t>
            </a:r>
            <a:endParaRPr lang="en-US" altLang="zh-CN" sz="1800" dirty="0"/>
          </a:p>
          <a:p>
            <a:pPr marL="0" indent="0" defTabSz="446405">
              <a:lnSpc>
                <a:spcPct val="70000"/>
              </a:lnSpc>
              <a:buNone/>
            </a:pPr>
            <a:r>
              <a:rPr lang="en-US" altLang="zh-CN" sz="1800" dirty="0"/>
              <a:t>			days = 28;</a:t>
            </a:r>
            <a:endParaRPr lang="en-US" altLang="zh-CN" sz="1800" dirty="0"/>
          </a:p>
          <a:p>
            <a:pPr marL="0" indent="0" defTabSz="446405">
              <a:lnSpc>
                <a:spcPct val="70000"/>
              </a:lnSpc>
              <a:buNone/>
              <a:tabLst>
                <a:tab pos="266700" algn="l"/>
              </a:tabLst>
            </a:pPr>
            <a:r>
              <a:rPr lang="en-US" altLang="zh-CN" sz="1800" dirty="0" smtClean="0"/>
              <a:t>	}</a:t>
            </a:r>
            <a:endParaRPr lang="en-US" altLang="zh-CN" sz="1800" dirty="0"/>
          </a:p>
          <a:p>
            <a:pPr marL="0" indent="0" defTabSz="446405">
              <a:lnSpc>
                <a:spcPct val="70000"/>
              </a:lnSpc>
              <a:buNone/>
              <a:tabLst>
                <a:tab pos="266700" algn="l"/>
              </a:tabLst>
            </a:pPr>
            <a:r>
              <a:rPr lang="en-US" altLang="zh-CN" sz="1800" dirty="0"/>
              <a:t>	</a:t>
            </a:r>
            <a:r>
              <a:rPr lang="en-US" altLang="zh-CN" sz="1800" dirty="0" err="1"/>
              <a:t>cout</a:t>
            </a:r>
            <a:r>
              <a:rPr lang="en-US" altLang="zh-CN" sz="1800" dirty="0"/>
              <a:t> &lt;&lt; year &lt;&lt; "</a:t>
            </a:r>
            <a:r>
              <a:rPr lang="zh-CN" altLang="en-US" sz="1800" dirty="0"/>
              <a:t>年</a:t>
            </a:r>
            <a:r>
              <a:rPr lang="en-US" altLang="zh-CN" sz="1800" dirty="0"/>
              <a:t>" &lt;&lt; month &lt;&lt; "</a:t>
            </a:r>
            <a:r>
              <a:rPr lang="zh-CN" altLang="en-US" sz="1800" dirty="0"/>
              <a:t>月的天数是：</a:t>
            </a:r>
            <a:r>
              <a:rPr lang="en-US" altLang="zh-CN" sz="1800" dirty="0"/>
              <a:t>" &lt;&lt; days &lt;&lt; </a:t>
            </a:r>
            <a:r>
              <a:rPr lang="en-US" altLang="zh-CN" sz="1800" dirty="0" err="1"/>
              <a:t>endl</a:t>
            </a:r>
            <a:r>
              <a:rPr lang="en-US" altLang="zh-CN" sz="1800" dirty="0"/>
              <a:t>;</a:t>
            </a:r>
            <a:endParaRPr lang="en-US" altLang="zh-CN" sz="1800" dirty="0"/>
          </a:p>
          <a:p>
            <a:pPr marL="0" indent="0" defTabSz="446405">
              <a:lnSpc>
                <a:spcPct val="70000"/>
              </a:lnSpc>
              <a:buNone/>
              <a:tabLst>
                <a:tab pos="266700" algn="l"/>
              </a:tabLst>
            </a:pPr>
            <a:r>
              <a:rPr lang="en-US" altLang="zh-CN" sz="1800" dirty="0"/>
              <a:t>	return 0;</a:t>
            </a:r>
            <a:endParaRPr lang="en-US" altLang="zh-CN" sz="1800" dirty="0"/>
          </a:p>
          <a:p>
            <a:pPr marL="0" indent="0" defTabSz="446405">
              <a:lnSpc>
                <a:spcPct val="70000"/>
              </a:lnSpc>
              <a:buNone/>
            </a:pPr>
            <a:r>
              <a:rPr lang="en-US" altLang="zh-CN" sz="1800" dirty="0" smtClean="0"/>
              <a:t>}</a:t>
            </a:r>
            <a:endParaRPr lang="en-US" altLang="zh-CN" sz="1800" dirty="0"/>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xfrm>
            <a:off x="685800" y="115888"/>
            <a:ext cx="7772400" cy="838200"/>
          </a:xfrm>
        </p:spPr>
        <p:txBody>
          <a:bodyPr/>
          <a:lstStyle/>
          <a:p>
            <a:pPr eaLnBrk="1" hangingPunct="1">
              <a:defRPr/>
            </a:pPr>
            <a:r>
              <a:rPr lang="zh-CN" altLang="en-US" dirty="0" smtClean="0"/>
              <a:t>循环（重复）执行 </a:t>
            </a:r>
            <a:endParaRPr lang="zh-CN" altLang="en-US" dirty="0" smtClean="0"/>
          </a:p>
        </p:txBody>
      </p:sp>
      <p:sp>
        <p:nvSpPr>
          <p:cNvPr id="16387" name="Rectangle 3"/>
          <p:cNvSpPr>
            <a:spLocks noGrp="1" noChangeArrowheads="1"/>
          </p:cNvSpPr>
          <p:nvPr>
            <p:ph type="body" idx="1"/>
          </p:nvPr>
        </p:nvSpPr>
        <p:spPr>
          <a:xfrm>
            <a:off x="250825" y="1484437"/>
            <a:ext cx="8713788" cy="5040907"/>
          </a:xfrm>
        </p:spPr>
        <p:txBody>
          <a:bodyPr>
            <a:normAutofit/>
          </a:bodyPr>
          <a:lstStyle/>
          <a:p>
            <a:pPr eaLnBrk="1" hangingPunct="1">
              <a:defRPr/>
            </a:pPr>
            <a:r>
              <a:rPr lang="zh-CN" altLang="en-US" dirty="0" smtClean="0"/>
              <a:t>如何编程计算</a:t>
            </a:r>
            <a:r>
              <a:rPr lang="en-US" altLang="zh-CN" dirty="0" smtClean="0"/>
              <a:t>n!</a:t>
            </a:r>
            <a:r>
              <a:rPr lang="zh-CN" altLang="en-US" dirty="0" smtClean="0"/>
              <a:t> ？</a:t>
            </a:r>
            <a:endParaRPr lang="zh-CN" altLang="en-US" dirty="0" smtClean="0"/>
          </a:p>
          <a:p>
            <a:pPr lvl="1" eaLnBrk="1" hangingPunct="1">
              <a:defRPr/>
            </a:pPr>
            <a:r>
              <a:rPr lang="en-US" altLang="zh-CN" dirty="0" smtClean="0"/>
              <a:t>n!=n*(n-1)*(n-2)*</a:t>
            </a:r>
            <a:r>
              <a:rPr lang="en-US" altLang="zh-CN" dirty="0" smtClean="0">
                <a:solidFill>
                  <a:schemeClr val="tx2"/>
                </a:solidFill>
              </a:rPr>
              <a:t>...</a:t>
            </a:r>
            <a:r>
              <a:rPr lang="en-US" altLang="zh-CN" dirty="0" smtClean="0"/>
              <a:t>*2*1</a:t>
            </a:r>
            <a:endParaRPr lang="en-US" altLang="zh-CN" dirty="0" smtClean="0"/>
          </a:p>
          <a:p>
            <a:pPr lvl="2" eaLnBrk="1" hangingPunct="1">
              <a:defRPr/>
            </a:pPr>
            <a:r>
              <a:rPr lang="zh-CN" altLang="en-US" dirty="0" smtClean="0"/>
              <a:t>表达式中不允许有</a:t>
            </a:r>
            <a:r>
              <a:rPr lang="zh-CN" altLang="en-US" dirty="0" smtClean="0">
                <a:latin typeface="Arial" panose="020B0604020202020204"/>
              </a:rPr>
              <a:t>“</a:t>
            </a:r>
            <a:r>
              <a:rPr lang="en-US" altLang="zh-CN" dirty="0" smtClean="0">
                <a:solidFill>
                  <a:schemeClr val="folHlink"/>
                </a:solidFill>
              </a:rPr>
              <a:t>...</a:t>
            </a:r>
            <a:r>
              <a:rPr lang="zh-CN" altLang="en-US" dirty="0" smtClean="0"/>
              <a:t>”</a:t>
            </a:r>
            <a:endParaRPr lang="en-US" altLang="zh-CN" dirty="0" smtClean="0">
              <a:latin typeface="Arial" panose="020B0604020202020204"/>
            </a:endParaRPr>
          </a:p>
          <a:p>
            <a:pPr lvl="2" eaLnBrk="1" hangingPunct="1">
              <a:defRPr/>
            </a:pPr>
            <a:r>
              <a:rPr lang="zh-CN" altLang="en-US" dirty="0" smtClean="0">
                <a:latin typeface="Arial" panose="020B0604020202020204"/>
              </a:rPr>
              <a:t>没有简单的计算公式</a:t>
            </a:r>
            <a:endParaRPr lang="en-US" altLang="zh-CN" dirty="0" smtClean="0"/>
          </a:p>
          <a:p>
            <a:pPr eaLnBrk="1" hangingPunct="1">
              <a:defRPr/>
            </a:pPr>
            <a:r>
              <a:rPr lang="zh-CN" altLang="en-US" dirty="0"/>
              <a:t>如何</a:t>
            </a:r>
            <a:r>
              <a:rPr lang="zh-CN" altLang="en-US" dirty="0" smtClean="0"/>
              <a:t>编程计算整数</a:t>
            </a:r>
            <a:r>
              <a:rPr lang="en-US" altLang="zh-CN" dirty="0" smtClean="0"/>
              <a:t>n</a:t>
            </a:r>
            <a:r>
              <a:rPr lang="zh-CN" altLang="en-US" dirty="0" smtClean="0"/>
              <a:t>的所有因子？</a:t>
            </a:r>
            <a:endParaRPr lang="zh-CN" altLang="en-US" dirty="0" smtClean="0"/>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计算机问题求解的基本方法</a:t>
            </a:r>
            <a:endParaRPr lang="zh-CN" altLang="en-US" dirty="0"/>
          </a:p>
        </p:txBody>
      </p:sp>
      <p:sp>
        <p:nvSpPr>
          <p:cNvPr id="3" name="内容占位符 2"/>
          <p:cNvSpPr>
            <a:spLocks noGrp="1"/>
          </p:cNvSpPr>
          <p:nvPr>
            <p:ph idx="1"/>
          </p:nvPr>
        </p:nvSpPr>
        <p:spPr>
          <a:xfrm>
            <a:off x="457200" y="1600200"/>
            <a:ext cx="8229600" cy="4853135"/>
          </a:xfrm>
        </p:spPr>
        <p:txBody>
          <a:bodyPr>
            <a:normAutofit/>
          </a:bodyPr>
          <a:lstStyle/>
          <a:p>
            <a:pPr eaLnBrk="1" hangingPunct="1"/>
            <a:r>
              <a:rPr lang="zh-CN" altLang="en-US" dirty="0" smtClean="0">
                <a:solidFill>
                  <a:srgbClr val="FFC000"/>
                </a:solidFill>
              </a:rPr>
              <a:t>迭代法</a:t>
            </a:r>
            <a:endParaRPr lang="en-US" altLang="zh-CN" dirty="0" smtClean="0"/>
          </a:p>
          <a:p>
            <a:pPr lvl="1" eaLnBrk="1" hangingPunct="1"/>
            <a:r>
              <a:rPr lang="zh-CN" altLang="en-US" dirty="0" smtClean="0"/>
              <a:t>对待</a:t>
            </a:r>
            <a:r>
              <a:rPr lang="zh-CN" altLang="en-US" dirty="0"/>
              <a:t>解问题先指定一个近似的初始解，然后按照某种规则基于这个初始解计算出下一个</a:t>
            </a:r>
            <a:r>
              <a:rPr lang="zh-CN" altLang="en-US" dirty="0" smtClean="0"/>
              <a:t>近似解；基于</a:t>
            </a:r>
            <a:r>
              <a:rPr lang="zh-CN" altLang="en-US" dirty="0"/>
              <a:t>下一个近似解计算出再下一个</a:t>
            </a:r>
            <a:r>
              <a:rPr lang="zh-CN" altLang="en-US" dirty="0" smtClean="0"/>
              <a:t>近似解；</a:t>
            </a:r>
            <a:r>
              <a:rPr lang="en-US" altLang="zh-CN" dirty="0" smtClean="0"/>
              <a:t>......</a:t>
            </a:r>
            <a:r>
              <a:rPr lang="zh-CN" altLang="en-US" dirty="0" smtClean="0"/>
              <a:t>，这样逐步向目标逼近，直到</a:t>
            </a:r>
            <a:r>
              <a:rPr lang="zh-CN" altLang="en-US" dirty="0"/>
              <a:t>某个条件满足后得到最终解</a:t>
            </a:r>
            <a:r>
              <a:rPr lang="zh-CN" altLang="en-US" dirty="0" smtClean="0"/>
              <a:t>。</a:t>
            </a:r>
            <a:endParaRPr lang="en-US" altLang="zh-CN" dirty="0" smtClean="0"/>
          </a:p>
          <a:p>
            <a:pPr eaLnBrk="1" hangingPunct="1"/>
            <a:r>
              <a:rPr lang="zh-CN" altLang="en-US" dirty="0" smtClean="0">
                <a:solidFill>
                  <a:srgbClr val="FFC000"/>
                </a:solidFill>
              </a:rPr>
              <a:t>穷举法</a:t>
            </a:r>
            <a:endParaRPr lang="en-US" altLang="zh-CN" dirty="0" smtClean="0"/>
          </a:p>
          <a:p>
            <a:pPr lvl="1" eaLnBrk="1" hangingPunct="1"/>
            <a:r>
              <a:rPr lang="zh-CN" altLang="en-US" dirty="0"/>
              <a:t>对“所有可能”的解逐一去验证它是否满足指定的条件，满足条件则它是一个解，否则它不是解</a:t>
            </a:r>
            <a:r>
              <a:rPr lang="zh-CN" altLang="en-US" dirty="0" smtClean="0"/>
              <a:t>。</a:t>
            </a:r>
            <a:endParaRPr lang="en-US" altLang="zh-CN" dirty="0" smtClean="0"/>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Rectangle 3"/>
          <p:cNvSpPr>
            <a:spLocks noGrp="1" noChangeArrowheads="1"/>
          </p:cNvSpPr>
          <p:nvPr>
            <p:ph type="body" idx="1"/>
          </p:nvPr>
        </p:nvSpPr>
        <p:spPr>
          <a:xfrm>
            <a:off x="250825" y="476672"/>
            <a:ext cx="8713788" cy="5976664"/>
          </a:xfrm>
        </p:spPr>
        <p:txBody>
          <a:bodyPr>
            <a:normAutofit lnSpcReduction="10000"/>
          </a:bodyPr>
          <a:lstStyle/>
          <a:p>
            <a:pPr eaLnBrk="1" hangingPunct="1">
              <a:lnSpc>
                <a:spcPct val="120000"/>
              </a:lnSpc>
              <a:defRPr/>
            </a:pPr>
            <a:r>
              <a:rPr lang="zh-CN" altLang="en-US" dirty="0" smtClean="0"/>
              <a:t>计算机</a:t>
            </a:r>
            <a:r>
              <a:rPr lang="zh-CN" altLang="en-US" dirty="0"/>
              <a:t>问题求解的迭代法和穷举</a:t>
            </a:r>
            <a:r>
              <a:rPr lang="zh-CN" altLang="en-US" dirty="0" smtClean="0"/>
              <a:t>法常常通过</a:t>
            </a:r>
            <a:r>
              <a:rPr lang="zh-CN" altLang="en-US" dirty="0" smtClean="0">
                <a:solidFill>
                  <a:srgbClr val="FFC000"/>
                </a:solidFill>
              </a:rPr>
              <a:t>循环</a:t>
            </a:r>
            <a:r>
              <a:rPr lang="zh-CN" altLang="en-US" dirty="0">
                <a:solidFill>
                  <a:srgbClr val="FFC000"/>
                </a:solidFill>
              </a:rPr>
              <a:t>（重复）</a:t>
            </a:r>
            <a:r>
              <a:rPr lang="zh-CN" altLang="en-US" dirty="0" smtClean="0"/>
              <a:t>操作来</a:t>
            </a:r>
            <a:r>
              <a:rPr lang="zh-CN" altLang="en-US" dirty="0"/>
              <a:t>实现：</a:t>
            </a:r>
            <a:endParaRPr lang="zh-CN" altLang="en-US" dirty="0"/>
          </a:p>
          <a:p>
            <a:pPr lvl="1" eaLnBrk="1" hangingPunct="1">
              <a:lnSpc>
                <a:spcPct val="120000"/>
              </a:lnSpc>
              <a:defRPr/>
            </a:pPr>
            <a:r>
              <a:rPr lang="zh-CN" altLang="en-US" dirty="0" smtClean="0"/>
              <a:t>对相同的操作重复执行多次，每一次操作的数据有所不同。</a:t>
            </a:r>
            <a:endParaRPr lang="en-US" altLang="zh-CN" dirty="0" smtClean="0"/>
          </a:p>
          <a:p>
            <a:pPr eaLnBrk="1" hangingPunct="1">
              <a:defRPr/>
            </a:pPr>
            <a:r>
              <a:rPr lang="zh-CN" altLang="en-US" dirty="0"/>
              <a:t>求</a:t>
            </a:r>
            <a:r>
              <a:rPr lang="en-US" altLang="zh-CN" dirty="0" smtClean="0"/>
              <a:t>n!</a:t>
            </a:r>
            <a:endParaRPr lang="zh-CN" altLang="en-US" dirty="0" smtClean="0"/>
          </a:p>
          <a:p>
            <a:pPr lvl="1" eaLnBrk="1" hangingPunct="1">
              <a:defRPr/>
            </a:pPr>
            <a:r>
              <a:rPr lang="en-US" altLang="zh-CN" dirty="0" smtClean="0"/>
              <a:t>f=1</a:t>
            </a:r>
            <a:r>
              <a:rPr lang="zh-CN" altLang="en-US" dirty="0" smtClean="0"/>
              <a:t>，对</a:t>
            </a:r>
            <a:r>
              <a:rPr lang="en-US" altLang="zh-CN" dirty="0" err="1" smtClean="0"/>
              <a:t>i</a:t>
            </a:r>
            <a:r>
              <a:rPr lang="en-US" altLang="zh-CN" dirty="0" smtClean="0"/>
              <a:t>=2~n</a:t>
            </a:r>
            <a:r>
              <a:rPr lang="zh-CN" altLang="en-US" dirty="0" smtClean="0"/>
              <a:t>，重复执行下面的操作：</a:t>
            </a:r>
            <a:endParaRPr lang="en-US" altLang="zh-CN" dirty="0" smtClean="0"/>
          </a:p>
          <a:p>
            <a:pPr lvl="2" eaLnBrk="1" hangingPunct="1">
              <a:defRPr/>
            </a:pPr>
            <a:r>
              <a:rPr lang="en-US" altLang="zh-CN" dirty="0" smtClean="0"/>
              <a:t>f = f*</a:t>
            </a:r>
            <a:r>
              <a:rPr lang="en-US" altLang="zh-CN" dirty="0" err="1" smtClean="0"/>
              <a:t>i</a:t>
            </a:r>
            <a:r>
              <a:rPr lang="en-US" altLang="zh-CN" dirty="0" smtClean="0"/>
              <a:t>;</a:t>
            </a:r>
            <a:r>
              <a:rPr lang="zh-CN" altLang="en-US" dirty="0" smtClean="0"/>
              <a:t>（或，</a:t>
            </a:r>
            <a:r>
              <a:rPr lang="en-US" altLang="zh-CN" dirty="0" smtClean="0"/>
              <a:t>f *= </a:t>
            </a:r>
            <a:r>
              <a:rPr lang="en-US" altLang="zh-CN" dirty="0" err="1" smtClean="0"/>
              <a:t>i</a:t>
            </a:r>
            <a:r>
              <a:rPr lang="en-US" altLang="zh-CN" dirty="0" smtClean="0"/>
              <a:t>;</a:t>
            </a:r>
            <a:r>
              <a:rPr lang="zh-CN" altLang="en-US" dirty="0" smtClean="0"/>
              <a:t>）</a:t>
            </a:r>
            <a:endParaRPr lang="en-US" altLang="zh-CN" dirty="0" smtClean="0"/>
          </a:p>
          <a:p>
            <a:pPr lvl="1" eaLnBrk="1" hangingPunct="1">
              <a:defRPr/>
            </a:pPr>
            <a:r>
              <a:rPr lang="en-US" altLang="zh-CN" dirty="0" err="1" smtClean="0"/>
              <a:t>cout</a:t>
            </a:r>
            <a:r>
              <a:rPr lang="en-US" altLang="zh-CN" dirty="0" smtClean="0"/>
              <a:t> &lt;&lt; f &lt;&lt; </a:t>
            </a:r>
            <a:r>
              <a:rPr lang="en-US" altLang="zh-CN" dirty="0" err="1" smtClean="0"/>
              <a:t>endl</a:t>
            </a:r>
            <a:r>
              <a:rPr lang="en-US" altLang="zh-CN" dirty="0" smtClean="0"/>
              <a:t>;</a:t>
            </a:r>
            <a:endParaRPr lang="en-US" altLang="zh-CN" dirty="0" smtClean="0"/>
          </a:p>
          <a:p>
            <a:pPr eaLnBrk="1" hangingPunct="1">
              <a:defRPr/>
            </a:pPr>
            <a:r>
              <a:rPr lang="zh-CN" altLang="en-US" dirty="0" smtClean="0"/>
              <a:t>求</a:t>
            </a:r>
            <a:r>
              <a:rPr lang="en-US" altLang="zh-CN" dirty="0" smtClean="0"/>
              <a:t>n</a:t>
            </a:r>
            <a:r>
              <a:rPr lang="zh-CN" altLang="en-US" dirty="0"/>
              <a:t>的所有因子</a:t>
            </a:r>
            <a:endParaRPr lang="en-US" altLang="zh-CN" dirty="0" smtClean="0"/>
          </a:p>
          <a:p>
            <a:pPr lvl="1" eaLnBrk="1" hangingPunct="1">
              <a:defRPr/>
            </a:pPr>
            <a:r>
              <a:rPr lang="en-US" altLang="zh-CN" dirty="0" err="1" smtClean="0"/>
              <a:t>cout</a:t>
            </a:r>
            <a:r>
              <a:rPr lang="en-US" altLang="zh-CN" dirty="0" smtClean="0"/>
              <a:t> &lt;&lt; 1 &lt;&lt; ',' &lt;&lt; n;</a:t>
            </a:r>
            <a:endParaRPr lang="en-US" altLang="zh-CN" dirty="0" smtClean="0"/>
          </a:p>
          <a:p>
            <a:pPr lvl="1" eaLnBrk="1" hangingPunct="1">
              <a:defRPr/>
            </a:pPr>
            <a:r>
              <a:rPr lang="zh-CN" altLang="en-US" dirty="0" smtClean="0"/>
              <a:t>对</a:t>
            </a:r>
            <a:r>
              <a:rPr lang="en-US" altLang="zh-CN" dirty="0" err="1" smtClean="0"/>
              <a:t>i</a:t>
            </a:r>
            <a:r>
              <a:rPr lang="en-US" altLang="zh-CN" dirty="0" smtClean="0"/>
              <a:t>=2~n-1</a:t>
            </a:r>
            <a:r>
              <a:rPr lang="zh-CN" altLang="en-US" dirty="0" smtClean="0"/>
              <a:t>，重复执行下面的操作：</a:t>
            </a:r>
            <a:endParaRPr lang="en-US" altLang="zh-CN" dirty="0" smtClean="0"/>
          </a:p>
          <a:p>
            <a:pPr lvl="2" eaLnBrk="1" hangingPunct="1">
              <a:defRPr/>
            </a:pPr>
            <a:r>
              <a:rPr lang="en-US" altLang="zh-CN" dirty="0" smtClean="0"/>
              <a:t>if (</a:t>
            </a:r>
            <a:r>
              <a:rPr lang="en-US" altLang="zh-CN" dirty="0" err="1" smtClean="0"/>
              <a:t>n%i</a:t>
            </a:r>
            <a:r>
              <a:rPr lang="en-US" altLang="zh-CN" dirty="0" smtClean="0"/>
              <a:t> == 0) </a:t>
            </a:r>
            <a:r>
              <a:rPr lang="en-US" altLang="zh-CN" dirty="0" err="1" smtClean="0"/>
              <a:t>cout</a:t>
            </a:r>
            <a:r>
              <a:rPr lang="en-US" altLang="zh-CN" dirty="0" smtClean="0"/>
              <a:t> &lt;&lt; ',' &lt;&lt; </a:t>
            </a:r>
            <a:r>
              <a:rPr lang="en-US" altLang="zh-CN" dirty="0" err="1" smtClean="0"/>
              <a:t>i</a:t>
            </a:r>
            <a:r>
              <a:rPr lang="en-US" altLang="zh-CN" dirty="0" smtClean="0"/>
              <a:t> &lt;&lt; </a:t>
            </a:r>
            <a:r>
              <a:rPr lang="en-US" altLang="zh-CN" dirty="0" err="1" smtClean="0"/>
              <a:t>endl</a:t>
            </a:r>
            <a:r>
              <a:rPr lang="en-US" altLang="zh-CN" dirty="0" smtClean="0"/>
              <a:t>;</a:t>
            </a:r>
            <a:endParaRPr lang="zh-CN" altLang="en-US" dirty="0" smtClean="0"/>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循环的基本要素</a:t>
            </a:r>
            <a:endParaRPr lang="zh-CN" altLang="en-US" dirty="0"/>
          </a:p>
        </p:txBody>
      </p:sp>
      <p:sp>
        <p:nvSpPr>
          <p:cNvPr id="3" name="内容占位符 2"/>
          <p:cNvSpPr>
            <a:spLocks noGrp="1"/>
          </p:cNvSpPr>
          <p:nvPr>
            <p:ph idx="1"/>
          </p:nvPr>
        </p:nvSpPr>
        <p:spPr/>
        <p:txBody>
          <a:bodyPr/>
          <a:lstStyle/>
          <a:p>
            <a:pPr eaLnBrk="1" hangingPunct="1">
              <a:lnSpc>
                <a:spcPct val="90000"/>
              </a:lnSpc>
              <a:defRPr/>
            </a:pPr>
            <a:r>
              <a:rPr lang="zh-CN" altLang="en-US" dirty="0" smtClean="0"/>
              <a:t>循环一般</a:t>
            </a:r>
            <a:r>
              <a:rPr lang="zh-CN" altLang="en-US" dirty="0"/>
              <a:t>由四个部分组成：</a:t>
            </a:r>
            <a:endParaRPr lang="zh-CN" altLang="en-US" dirty="0"/>
          </a:p>
          <a:p>
            <a:pPr lvl="1" eaLnBrk="1" hangingPunct="1">
              <a:lnSpc>
                <a:spcPct val="90000"/>
              </a:lnSpc>
              <a:defRPr/>
            </a:pPr>
            <a:r>
              <a:rPr lang="zh-CN" altLang="en-US" dirty="0">
                <a:solidFill>
                  <a:srgbClr val="FFC000"/>
                </a:solidFill>
              </a:rPr>
              <a:t>循环初始化</a:t>
            </a:r>
            <a:r>
              <a:rPr lang="zh-CN" altLang="en-US" dirty="0"/>
              <a:t>：为重复执行的语句提供初始数据</a:t>
            </a:r>
            <a:endParaRPr lang="zh-CN" altLang="en-US" dirty="0"/>
          </a:p>
          <a:p>
            <a:pPr lvl="1" eaLnBrk="1" hangingPunct="1">
              <a:lnSpc>
                <a:spcPct val="90000"/>
              </a:lnSpc>
              <a:defRPr/>
            </a:pPr>
            <a:r>
              <a:rPr lang="zh-CN" altLang="en-US" dirty="0">
                <a:solidFill>
                  <a:srgbClr val="FFC000"/>
                </a:solidFill>
              </a:rPr>
              <a:t>循环条件</a:t>
            </a:r>
            <a:r>
              <a:rPr lang="zh-CN" altLang="en-US" dirty="0"/>
              <a:t>：描述重复操作需要满足的条件</a:t>
            </a:r>
            <a:endParaRPr lang="zh-CN" altLang="en-US" dirty="0"/>
          </a:p>
          <a:p>
            <a:pPr lvl="1" eaLnBrk="1" hangingPunct="1">
              <a:lnSpc>
                <a:spcPct val="90000"/>
              </a:lnSpc>
              <a:defRPr/>
            </a:pPr>
            <a:r>
              <a:rPr lang="zh-CN" altLang="en-US" dirty="0">
                <a:solidFill>
                  <a:srgbClr val="FFC000"/>
                </a:solidFill>
              </a:rPr>
              <a:t>循环体</a:t>
            </a:r>
            <a:r>
              <a:rPr lang="zh-CN" altLang="en-US" dirty="0"/>
              <a:t>：描述要重复执行的操作</a:t>
            </a:r>
            <a:endParaRPr lang="zh-CN" altLang="en-US" dirty="0"/>
          </a:p>
          <a:p>
            <a:pPr lvl="1" eaLnBrk="1" hangingPunct="1">
              <a:lnSpc>
                <a:spcPct val="90000"/>
              </a:lnSpc>
              <a:defRPr/>
            </a:pPr>
            <a:r>
              <a:rPr lang="zh-CN" altLang="en-US" dirty="0">
                <a:solidFill>
                  <a:srgbClr val="FFC000"/>
                </a:solidFill>
              </a:rPr>
              <a:t>下一次循环准备</a:t>
            </a:r>
            <a:r>
              <a:rPr lang="zh-CN" altLang="en-US" dirty="0"/>
              <a:t>：为下一次循环更新数据（它常常会隐式地包含在循环体中），</a:t>
            </a:r>
            <a:r>
              <a:rPr lang="zh-CN" altLang="en-US" dirty="0" smtClean="0"/>
              <a:t>包括：</a:t>
            </a:r>
            <a:endParaRPr lang="en-US" altLang="zh-CN" dirty="0" smtClean="0"/>
          </a:p>
          <a:p>
            <a:pPr lvl="2" eaLnBrk="1" hangingPunct="1">
              <a:lnSpc>
                <a:spcPct val="90000"/>
              </a:lnSpc>
              <a:defRPr/>
            </a:pPr>
            <a:r>
              <a:rPr lang="zh-CN" altLang="en-US" dirty="0"/>
              <a:t>重复操作需要的数据</a:t>
            </a:r>
            <a:endParaRPr lang="en-US" altLang="zh-CN" dirty="0" smtClean="0"/>
          </a:p>
          <a:p>
            <a:pPr lvl="2" eaLnBrk="1" hangingPunct="1">
              <a:lnSpc>
                <a:spcPct val="90000"/>
              </a:lnSpc>
              <a:defRPr/>
            </a:pPr>
            <a:r>
              <a:rPr lang="zh-CN" altLang="en-US" dirty="0" smtClean="0"/>
              <a:t>循环</a:t>
            </a:r>
            <a:r>
              <a:rPr lang="zh-CN" altLang="en-US" dirty="0"/>
              <a:t>条件判断所需要的</a:t>
            </a:r>
            <a:r>
              <a:rPr lang="zh-CN" altLang="en-US" dirty="0" smtClean="0"/>
              <a:t>数据</a:t>
            </a:r>
            <a:endParaRPr lang="zh-CN" altLang="en-US" dirty="0"/>
          </a:p>
          <a:p>
            <a:endParaRPr lang="zh-CN" altLang="en-US" dirty="0"/>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490" name="Rectangle 2"/>
          <p:cNvSpPr>
            <a:spLocks noGrp="1" noChangeArrowheads="1"/>
          </p:cNvSpPr>
          <p:nvPr>
            <p:ph type="title"/>
          </p:nvPr>
        </p:nvSpPr>
        <p:spPr>
          <a:xfrm>
            <a:off x="457200" y="44624"/>
            <a:ext cx="8229600" cy="1139825"/>
          </a:xfrm>
        </p:spPr>
        <p:txBody>
          <a:bodyPr/>
          <a:lstStyle/>
          <a:p>
            <a:pPr eaLnBrk="1" hangingPunct="1">
              <a:defRPr/>
            </a:pPr>
            <a:r>
              <a:rPr lang="zh-CN" altLang="en-US" dirty="0" smtClean="0"/>
              <a:t>循环语句</a:t>
            </a:r>
            <a:endParaRPr lang="zh-CN" altLang="zh-CN" dirty="0" smtClean="0"/>
          </a:p>
        </p:txBody>
      </p:sp>
      <p:sp>
        <p:nvSpPr>
          <p:cNvPr id="191491" name="Rectangle 3"/>
          <p:cNvSpPr>
            <a:spLocks noGrp="1" noChangeArrowheads="1"/>
          </p:cNvSpPr>
          <p:nvPr>
            <p:ph type="body" idx="1"/>
          </p:nvPr>
        </p:nvSpPr>
        <p:spPr>
          <a:xfrm>
            <a:off x="457200" y="1340768"/>
            <a:ext cx="8229600" cy="5184576"/>
          </a:xfrm>
        </p:spPr>
        <p:txBody>
          <a:bodyPr>
            <a:normAutofit/>
          </a:bodyPr>
          <a:lstStyle/>
          <a:p>
            <a:pPr eaLnBrk="1" hangingPunct="1">
              <a:lnSpc>
                <a:spcPct val="90000"/>
              </a:lnSpc>
              <a:defRPr/>
            </a:pPr>
            <a:r>
              <a:rPr lang="en-US" altLang="zh-CN" dirty="0" smtClean="0"/>
              <a:t>C++</a:t>
            </a:r>
            <a:r>
              <a:rPr lang="zh-CN" altLang="en-US" dirty="0" smtClean="0"/>
              <a:t>提供了三种实现重复操作的语句（称为</a:t>
            </a:r>
            <a:r>
              <a:rPr lang="zh-CN" altLang="en-US" dirty="0" smtClean="0">
                <a:solidFill>
                  <a:srgbClr val="FFC000"/>
                </a:solidFill>
              </a:rPr>
              <a:t>循环语句</a:t>
            </a:r>
            <a:r>
              <a:rPr lang="zh-CN" altLang="en-US" dirty="0" smtClean="0"/>
              <a:t>）：</a:t>
            </a:r>
            <a:endParaRPr lang="zh-CN" altLang="en-US" dirty="0" smtClean="0"/>
          </a:p>
          <a:p>
            <a:pPr lvl="1" eaLnBrk="1" hangingPunct="1">
              <a:lnSpc>
                <a:spcPct val="90000"/>
              </a:lnSpc>
              <a:defRPr/>
            </a:pPr>
            <a:r>
              <a:rPr lang="en-US" altLang="zh-CN" dirty="0" smtClean="0"/>
              <a:t>while</a:t>
            </a:r>
            <a:r>
              <a:rPr lang="zh-CN" altLang="en-US" dirty="0" smtClean="0"/>
              <a:t>语句</a:t>
            </a:r>
            <a:endParaRPr lang="zh-CN" altLang="en-US" dirty="0" smtClean="0"/>
          </a:p>
          <a:p>
            <a:pPr lvl="1" eaLnBrk="1" hangingPunct="1">
              <a:lnSpc>
                <a:spcPct val="90000"/>
              </a:lnSpc>
              <a:defRPr/>
            </a:pPr>
            <a:r>
              <a:rPr lang="en-US" altLang="zh-CN" dirty="0" smtClean="0"/>
              <a:t>do-while</a:t>
            </a:r>
            <a:r>
              <a:rPr lang="zh-CN" altLang="en-US" dirty="0" smtClean="0"/>
              <a:t>语句</a:t>
            </a:r>
            <a:endParaRPr lang="zh-CN" altLang="en-US" dirty="0" smtClean="0"/>
          </a:p>
          <a:p>
            <a:pPr lvl="1" eaLnBrk="1" hangingPunct="1">
              <a:lnSpc>
                <a:spcPct val="90000"/>
              </a:lnSpc>
              <a:defRPr/>
            </a:pPr>
            <a:r>
              <a:rPr lang="en-US" altLang="zh-CN" dirty="0" smtClean="0"/>
              <a:t>for</a:t>
            </a:r>
            <a:r>
              <a:rPr lang="zh-CN" altLang="en-US" dirty="0" smtClean="0"/>
              <a:t>语句</a:t>
            </a:r>
            <a:endParaRPr lang="en-US" altLang="zh-CN" dirty="0" smtClean="0"/>
          </a:p>
          <a:p>
            <a:pPr eaLnBrk="1" hangingPunct="1">
              <a:lnSpc>
                <a:spcPct val="90000"/>
              </a:lnSpc>
              <a:defRPr/>
            </a:pPr>
            <a:r>
              <a:rPr lang="zh-CN" altLang="en-US" dirty="0" smtClean="0"/>
              <a:t>语法上，循环语句属于</a:t>
            </a:r>
            <a:r>
              <a:rPr lang="zh-CN" altLang="en-US" dirty="0"/>
              <a:t>结构</a:t>
            </a:r>
            <a:r>
              <a:rPr lang="zh-CN" altLang="en-US" dirty="0" smtClean="0"/>
              <a:t>语句。</a:t>
            </a:r>
            <a:endParaRPr lang="zh-CN" altLang="en-US" dirty="0" smtClean="0"/>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a:xfrm>
            <a:off x="827088" y="86395"/>
            <a:ext cx="7489825" cy="822325"/>
          </a:xfrm>
        </p:spPr>
        <p:txBody>
          <a:bodyPr/>
          <a:lstStyle/>
          <a:p>
            <a:pPr eaLnBrk="1" hangingPunct="1">
              <a:defRPr/>
            </a:pPr>
            <a:r>
              <a:rPr lang="en-US" altLang="zh-CN" dirty="0" smtClean="0"/>
              <a:t>while </a:t>
            </a:r>
            <a:r>
              <a:rPr lang="zh-CN" altLang="en-US" dirty="0" smtClean="0"/>
              <a:t>语句</a:t>
            </a:r>
            <a:endParaRPr lang="zh-CN" altLang="en-US" dirty="0" smtClean="0"/>
          </a:p>
        </p:txBody>
      </p:sp>
      <p:sp>
        <p:nvSpPr>
          <p:cNvPr id="19459" name="Rectangle 3"/>
          <p:cNvSpPr>
            <a:spLocks noGrp="1" noChangeArrowheads="1"/>
          </p:cNvSpPr>
          <p:nvPr>
            <p:ph type="body" idx="1"/>
          </p:nvPr>
        </p:nvSpPr>
        <p:spPr>
          <a:xfrm>
            <a:off x="228600" y="1340768"/>
            <a:ext cx="8686800" cy="2254182"/>
          </a:xfrm>
        </p:spPr>
        <p:txBody>
          <a:bodyPr>
            <a:normAutofit lnSpcReduction="10000"/>
          </a:bodyPr>
          <a:lstStyle/>
          <a:p>
            <a:pPr algn="just" eaLnBrk="1" hangingPunct="1">
              <a:lnSpc>
                <a:spcPct val="80000"/>
              </a:lnSpc>
              <a:defRPr/>
            </a:pPr>
            <a:r>
              <a:rPr lang="zh-CN" altLang="en-US" sz="2400" dirty="0" smtClean="0"/>
              <a:t>格式：</a:t>
            </a:r>
            <a:endParaRPr lang="zh-CN" altLang="en-US" sz="2400" dirty="0" smtClean="0"/>
          </a:p>
          <a:p>
            <a:pPr algn="just" eaLnBrk="1" hangingPunct="1">
              <a:buFont typeface="Wingdings" panose="05000000000000000000" pitchFamily="2" charset="2"/>
              <a:buNone/>
              <a:defRPr/>
            </a:pPr>
            <a:r>
              <a:rPr lang="zh-CN" altLang="en-US" sz="2400" dirty="0" smtClean="0"/>
              <a:t>		</a:t>
            </a:r>
            <a:r>
              <a:rPr lang="en-US" altLang="zh-CN" sz="2400" b="1" dirty="0" smtClean="0">
                <a:solidFill>
                  <a:srgbClr val="FFC000"/>
                </a:solidFill>
              </a:rPr>
              <a:t>while (</a:t>
            </a:r>
            <a:r>
              <a:rPr lang="en-US" altLang="zh-CN" sz="2400" dirty="0" smtClean="0"/>
              <a:t>&lt;</a:t>
            </a:r>
            <a:r>
              <a:rPr lang="zh-CN" altLang="en-US" sz="2400" dirty="0" smtClean="0"/>
              <a:t>表达式</a:t>
            </a:r>
            <a:r>
              <a:rPr lang="en-US" altLang="zh-CN" sz="2400" dirty="0" smtClean="0"/>
              <a:t>&gt;</a:t>
            </a:r>
            <a:r>
              <a:rPr lang="en-US" altLang="zh-CN" sz="2400" b="1" dirty="0" smtClean="0">
                <a:solidFill>
                  <a:srgbClr val="FFC000"/>
                </a:solidFill>
              </a:rPr>
              <a:t>) </a:t>
            </a:r>
            <a:r>
              <a:rPr lang="en-US" altLang="zh-CN" sz="2400" dirty="0" smtClean="0"/>
              <a:t>&lt;</a:t>
            </a:r>
            <a:r>
              <a:rPr lang="zh-CN" altLang="en-US" sz="2400" dirty="0" smtClean="0"/>
              <a:t>语句</a:t>
            </a:r>
            <a:r>
              <a:rPr lang="en-US" altLang="zh-CN" sz="2400" dirty="0" smtClean="0"/>
              <a:t>&gt;</a:t>
            </a:r>
            <a:endParaRPr lang="en-US" altLang="zh-CN" sz="2000" dirty="0" smtClean="0"/>
          </a:p>
          <a:p>
            <a:pPr lvl="1" algn="just" eaLnBrk="1" hangingPunct="1">
              <a:defRPr/>
            </a:pPr>
            <a:r>
              <a:rPr lang="en-US" altLang="zh-CN" sz="2000" dirty="0" smtClean="0"/>
              <a:t>&lt;</a:t>
            </a:r>
            <a:r>
              <a:rPr lang="zh-CN" altLang="en-US" sz="2000" dirty="0" smtClean="0"/>
              <a:t>表达式</a:t>
            </a:r>
            <a:r>
              <a:rPr lang="en-US" altLang="zh-CN" sz="2000" dirty="0" smtClean="0"/>
              <a:t>&gt;</a:t>
            </a:r>
            <a:r>
              <a:rPr lang="zh-CN" altLang="en-US" sz="2000" dirty="0"/>
              <a:t>表示循环</a:t>
            </a:r>
            <a:r>
              <a:rPr lang="zh-CN" altLang="en-US" sz="2000" dirty="0" smtClean="0"/>
              <a:t>条件</a:t>
            </a:r>
            <a:r>
              <a:rPr lang="zh-CN" altLang="en-US" sz="2000" dirty="0"/>
              <a:t>，</a:t>
            </a:r>
            <a:r>
              <a:rPr lang="zh-CN" altLang="en-US" sz="2000" dirty="0" smtClean="0"/>
              <a:t>可以为任意表达式，一般为关系或逻辑表达式</a:t>
            </a:r>
            <a:endParaRPr lang="en-US" altLang="zh-CN" sz="2000" dirty="0" smtClean="0"/>
          </a:p>
          <a:p>
            <a:pPr lvl="1" algn="just" eaLnBrk="1" hangingPunct="1">
              <a:defRPr/>
            </a:pPr>
            <a:r>
              <a:rPr lang="en-US" altLang="zh-CN" sz="2000" dirty="0" smtClean="0"/>
              <a:t>&lt;</a:t>
            </a:r>
            <a:r>
              <a:rPr lang="zh-CN" altLang="en-US" sz="2000" dirty="0" smtClean="0"/>
              <a:t>语句</a:t>
            </a:r>
            <a:r>
              <a:rPr lang="en-US" altLang="zh-CN" sz="2000" dirty="0" smtClean="0"/>
              <a:t>&gt;</a:t>
            </a:r>
            <a:r>
              <a:rPr lang="zh-CN" altLang="en-US" sz="2000" dirty="0" smtClean="0"/>
              <a:t>为循环体，可以是任意的一个</a:t>
            </a:r>
            <a:r>
              <a:rPr lang="en-US" altLang="zh-CN" sz="2000" dirty="0" smtClean="0"/>
              <a:t>C++</a:t>
            </a:r>
            <a:r>
              <a:rPr lang="zh-CN" altLang="en-US" sz="2000" dirty="0" smtClean="0"/>
              <a:t>语句（包括结构语句）</a:t>
            </a:r>
            <a:endParaRPr lang="en-US" altLang="zh-CN" sz="2000" dirty="0" smtClean="0"/>
          </a:p>
          <a:p>
            <a:pPr algn="just" eaLnBrk="1" hangingPunct="1">
              <a:defRPr/>
            </a:pPr>
            <a:r>
              <a:rPr lang="zh-CN" altLang="en-US" sz="2400" dirty="0" smtClean="0"/>
              <a:t>含义：</a:t>
            </a:r>
            <a:endParaRPr lang="en-US" altLang="zh-CN" sz="2400" dirty="0" smtClean="0"/>
          </a:p>
        </p:txBody>
      </p:sp>
      <p:pic>
        <p:nvPicPr>
          <p:cNvPr id="2" name="图片 1"/>
          <p:cNvPicPr>
            <a:picLocks noChangeAspect="1"/>
          </p:cNvPicPr>
          <p:nvPr/>
        </p:nvPicPr>
        <p:blipFill>
          <a:blip r:embed="rId1"/>
          <a:stretch>
            <a:fillRect/>
          </a:stretch>
        </p:blipFill>
        <p:spPr>
          <a:xfrm>
            <a:off x="2357437" y="3686894"/>
            <a:ext cx="4429125" cy="2838450"/>
          </a:xfrm>
          <a:prstGeom prst="rect">
            <a:avLst/>
          </a:prstGeom>
        </p:spPr>
      </p:pic>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a:xfrm>
            <a:off x="457200" y="115888"/>
            <a:ext cx="8229600" cy="936625"/>
          </a:xfrm>
        </p:spPr>
        <p:txBody>
          <a:bodyPr/>
          <a:lstStyle/>
          <a:p>
            <a:pPr eaLnBrk="1" hangingPunct="1">
              <a:defRPr/>
            </a:pPr>
            <a:r>
              <a:rPr lang="zh-CN" altLang="en-US" sz="5400" smtClean="0"/>
              <a:t>用</a:t>
            </a:r>
            <a:r>
              <a:rPr lang="en-US" altLang="zh-CN" sz="5400" smtClean="0"/>
              <a:t>while</a:t>
            </a:r>
            <a:r>
              <a:rPr lang="zh-CN" altLang="en-US" sz="5400" smtClean="0"/>
              <a:t>语句求</a:t>
            </a:r>
            <a:r>
              <a:rPr lang="en-US" altLang="zh-CN" sz="5400" smtClean="0"/>
              <a:t>n!</a:t>
            </a:r>
            <a:endParaRPr lang="en-US" altLang="zh-CN" smtClean="0"/>
          </a:p>
        </p:txBody>
      </p:sp>
      <p:sp>
        <p:nvSpPr>
          <p:cNvPr id="46083" name="Rectangle 3"/>
          <p:cNvSpPr>
            <a:spLocks noGrp="1" noChangeArrowheads="1"/>
          </p:cNvSpPr>
          <p:nvPr>
            <p:ph type="body" idx="1"/>
          </p:nvPr>
        </p:nvSpPr>
        <p:spPr>
          <a:xfrm>
            <a:off x="250825" y="1341438"/>
            <a:ext cx="8642350" cy="5256212"/>
          </a:xfrm>
        </p:spPr>
        <p:txBody>
          <a:bodyPr/>
          <a:lstStyle/>
          <a:p>
            <a:pPr eaLnBrk="1" hangingPunct="1">
              <a:lnSpc>
                <a:spcPct val="80000"/>
              </a:lnSpc>
              <a:buFont typeface="Wingdings" panose="05000000000000000000" pitchFamily="2" charset="2"/>
              <a:buNone/>
              <a:defRPr/>
            </a:pPr>
            <a:r>
              <a:rPr lang="en-US" altLang="zh-CN" sz="2400" dirty="0" smtClean="0">
                <a:cs typeface="Courier New" panose="02070309020205020404" pitchFamily="49" charset="0"/>
              </a:rPr>
              <a:t>#include &lt;</a:t>
            </a:r>
            <a:r>
              <a:rPr lang="en-US" altLang="zh-CN" sz="2400" dirty="0" err="1" smtClean="0">
                <a:cs typeface="Courier New" panose="02070309020205020404" pitchFamily="49" charset="0"/>
              </a:rPr>
              <a:t>iostream</a:t>
            </a:r>
            <a:r>
              <a:rPr lang="en-US" altLang="zh-CN" sz="2400" dirty="0" smtClean="0">
                <a:cs typeface="Courier New" panose="02070309020205020404" pitchFamily="49" charset="0"/>
              </a:rPr>
              <a:t>&gt;</a:t>
            </a:r>
            <a:endParaRPr lang="en-US" altLang="zh-CN" sz="2400" dirty="0" smtClean="0">
              <a:cs typeface="Courier New" panose="02070309020205020404" pitchFamily="49" charset="0"/>
            </a:endParaRPr>
          </a:p>
          <a:p>
            <a:pPr eaLnBrk="1" hangingPunct="1">
              <a:lnSpc>
                <a:spcPct val="80000"/>
              </a:lnSpc>
              <a:buFont typeface="Wingdings" panose="05000000000000000000" pitchFamily="2" charset="2"/>
              <a:buNone/>
              <a:defRPr/>
            </a:pPr>
            <a:r>
              <a:rPr lang="en-US" altLang="zh-CN" sz="2400" dirty="0" smtClean="0">
                <a:cs typeface="Courier New" panose="02070309020205020404" pitchFamily="49" charset="0"/>
              </a:rPr>
              <a:t>using namespace </a:t>
            </a:r>
            <a:r>
              <a:rPr lang="en-US" altLang="zh-CN" sz="2400" dirty="0" err="1" smtClean="0">
                <a:cs typeface="Courier New" panose="02070309020205020404" pitchFamily="49" charset="0"/>
              </a:rPr>
              <a:t>std</a:t>
            </a:r>
            <a:r>
              <a:rPr lang="en-US" altLang="zh-CN" sz="2400" dirty="0" smtClean="0">
                <a:cs typeface="Courier New" panose="02070309020205020404" pitchFamily="49" charset="0"/>
              </a:rPr>
              <a:t>;</a:t>
            </a:r>
            <a:endParaRPr lang="en-US" altLang="zh-CN" sz="2400" dirty="0" smtClean="0">
              <a:cs typeface="Courier New" panose="02070309020205020404" pitchFamily="49" charset="0"/>
            </a:endParaRPr>
          </a:p>
          <a:p>
            <a:pPr eaLnBrk="1" hangingPunct="1">
              <a:lnSpc>
                <a:spcPct val="80000"/>
              </a:lnSpc>
              <a:buFont typeface="Wingdings" panose="05000000000000000000" pitchFamily="2" charset="2"/>
              <a:buNone/>
              <a:defRPr/>
            </a:pPr>
            <a:r>
              <a:rPr lang="en-US" altLang="zh-CN" sz="2400" dirty="0" err="1" smtClean="0">
                <a:cs typeface="Courier New" panose="02070309020205020404" pitchFamily="49" charset="0"/>
              </a:rPr>
              <a:t>int</a:t>
            </a:r>
            <a:r>
              <a:rPr lang="en-US" altLang="zh-CN" sz="2400" dirty="0" smtClean="0">
                <a:cs typeface="Courier New" panose="02070309020205020404" pitchFamily="49" charset="0"/>
              </a:rPr>
              <a:t> main()</a:t>
            </a:r>
            <a:endParaRPr lang="en-US" altLang="zh-CN" sz="2400" dirty="0" smtClean="0">
              <a:cs typeface="Courier New" panose="02070309020205020404" pitchFamily="49" charset="0"/>
            </a:endParaRPr>
          </a:p>
          <a:p>
            <a:pPr eaLnBrk="1" hangingPunct="1">
              <a:lnSpc>
                <a:spcPct val="80000"/>
              </a:lnSpc>
              <a:buFont typeface="Wingdings" panose="05000000000000000000" pitchFamily="2" charset="2"/>
              <a:buNone/>
              <a:defRPr/>
            </a:pPr>
            <a:r>
              <a:rPr lang="en-US" altLang="zh-CN" sz="2400" dirty="0" smtClean="0">
                <a:cs typeface="Courier New" panose="02070309020205020404" pitchFamily="49" charset="0"/>
              </a:rPr>
              <a:t>{	</a:t>
            </a:r>
            <a:r>
              <a:rPr lang="en-US" altLang="zh-CN" sz="2400" dirty="0" err="1" smtClean="0">
                <a:cs typeface="Courier New" panose="02070309020205020404" pitchFamily="49" charset="0"/>
              </a:rPr>
              <a:t>int</a:t>
            </a:r>
            <a:r>
              <a:rPr lang="en-US" altLang="zh-CN" sz="2400" dirty="0" smtClean="0">
                <a:cs typeface="Courier New" panose="02070309020205020404" pitchFamily="49" charset="0"/>
              </a:rPr>
              <a:t> n;</a:t>
            </a:r>
            <a:endParaRPr lang="en-US" altLang="zh-CN" sz="2400" dirty="0" smtClean="0">
              <a:cs typeface="Courier New" panose="02070309020205020404" pitchFamily="49" charset="0"/>
            </a:endParaRPr>
          </a:p>
          <a:p>
            <a:pPr eaLnBrk="1" hangingPunct="1">
              <a:lnSpc>
                <a:spcPct val="80000"/>
              </a:lnSpc>
              <a:buFont typeface="Wingdings" panose="05000000000000000000" pitchFamily="2" charset="2"/>
              <a:buNone/>
              <a:defRPr/>
            </a:pPr>
            <a:r>
              <a:rPr lang="en-US" altLang="zh-CN" sz="2400" dirty="0" smtClean="0">
                <a:cs typeface="Courier New" panose="02070309020205020404" pitchFamily="49" charset="0"/>
              </a:rPr>
              <a:t>	</a:t>
            </a:r>
            <a:r>
              <a:rPr lang="en-US" altLang="zh-CN" sz="2400" dirty="0" err="1" smtClean="0">
                <a:cs typeface="Courier New" panose="02070309020205020404" pitchFamily="49" charset="0"/>
              </a:rPr>
              <a:t>cin</a:t>
            </a:r>
            <a:r>
              <a:rPr lang="en-US" altLang="zh-CN" sz="2400" dirty="0" smtClean="0">
                <a:cs typeface="Courier New" panose="02070309020205020404" pitchFamily="49" charset="0"/>
              </a:rPr>
              <a:t> &gt;&gt; n;</a:t>
            </a:r>
            <a:endParaRPr lang="en-US" altLang="zh-CN" sz="2400" dirty="0" smtClean="0">
              <a:cs typeface="Courier New" panose="02070309020205020404" pitchFamily="49" charset="0"/>
            </a:endParaRPr>
          </a:p>
          <a:p>
            <a:pPr eaLnBrk="1" hangingPunct="1">
              <a:lnSpc>
                <a:spcPct val="80000"/>
              </a:lnSpc>
              <a:buFont typeface="Wingdings" panose="05000000000000000000" pitchFamily="2" charset="2"/>
              <a:buNone/>
              <a:defRPr/>
            </a:pPr>
            <a:r>
              <a:rPr lang="en-US" altLang="zh-CN" sz="2400" dirty="0" smtClean="0">
                <a:cs typeface="Courier New" panose="02070309020205020404" pitchFamily="49" charset="0"/>
              </a:rPr>
              <a:t>	</a:t>
            </a:r>
            <a:r>
              <a:rPr lang="en-US" altLang="zh-CN" sz="2400" dirty="0" err="1" smtClean="0">
                <a:cs typeface="Courier New" panose="02070309020205020404" pitchFamily="49" charset="0"/>
              </a:rPr>
              <a:t>int</a:t>
            </a:r>
            <a:r>
              <a:rPr lang="en-US" altLang="zh-CN" sz="2400" dirty="0" smtClean="0">
                <a:cs typeface="Courier New" panose="02070309020205020404" pitchFamily="49" charset="0"/>
              </a:rPr>
              <a:t> </a:t>
            </a:r>
            <a:r>
              <a:rPr lang="en-US" altLang="zh-CN" sz="2400" dirty="0" err="1" smtClean="0">
                <a:cs typeface="Courier New" panose="02070309020205020404" pitchFamily="49" charset="0"/>
              </a:rPr>
              <a:t>i</a:t>
            </a:r>
            <a:r>
              <a:rPr lang="en-US" altLang="zh-CN" sz="2400" dirty="0" smtClean="0">
                <a:cs typeface="Courier New" panose="02070309020205020404" pitchFamily="49" charset="0"/>
              </a:rPr>
              <a:t>=2,f=1; //</a:t>
            </a:r>
            <a:r>
              <a:rPr lang="zh-CN" altLang="en-US" sz="2400" dirty="0" smtClean="0"/>
              <a:t>循环初始化</a:t>
            </a:r>
            <a:endParaRPr lang="zh-CN" altLang="en-US" sz="2400" dirty="0" smtClean="0">
              <a:cs typeface="Courier New" panose="02070309020205020404" pitchFamily="49" charset="0"/>
            </a:endParaRPr>
          </a:p>
          <a:p>
            <a:pPr eaLnBrk="1" hangingPunct="1">
              <a:lnSpc>
                <a:spcPct val="80000"/>
              </a:lnSpc>
              <a:buFont typeface="Wingdings" panose="05000000000000000000" pitchFamily="2" charset="2"/>
              <a:buNone/>
              <a:defRPr/>
            </a:pPr>
            <a:r>
              <a:rPr lang="zh-CN" altLang="en-US" sz="2400" dirty="0" smtClean="0">
                <a:cs typeface="Courier New" panose="02070309020205020404" pitchFamily="49" charset="0"/>
              </a:rPr>
              <a:t>	</a:t>
            </a:r>
            <a:r>
              <a:rPr lang="en-US" altLang="zh-CN" sz="2400" dirty="0" smtClean="0">
                <a:cs typeface="Courier New" panose="02070309020205020404" pitchFamily="49" charset="0"/>
              </a:rPr>
              <a:t>while (</a:t>
            </a:r>
            <a:r>
              <a:rPr lang="en-US" altLang="zh-CN" sz="2400" dirty="0" err="1" smtClean="0">
                <a:cs typeface="Courier New" panose="02070309020205020404" pitchFamily="49" charset="0"/>
              </a:rPr>
              <a:t>i</a:t>
            </a:r>
            <a:r>
              <a:rPr lang="en-US" altLang="zh-CN" sz="2400" dirty="0" smtClean="0">
                <a:cs typeface="Courier New" panose="02070309020205020404" pitchFamily="49" charset="0"/>
              </a:rPr>
              <a:t> &lt;= n) //</a:t>
            </a:r>
            <a:r>
              <a:rPr lang="zh-CN" altLang="en-US" sz="2400" dirty="0" smtClean="0"/>
              <a:t>循环条件</a:t>
            </a:r>
            <a:endParaRPr lang="zh-CN" altLang="en-US" sz="2400" dirty="0" smtClean="0"/>
          </a:p>
          <a:p>
            <a:pPr eaLnBrk="1" hangingPunct="1">
              <a:lnSpc>
                <a:spcPct val="80000"/>
              </a:lnSpc>
              <a:buFont typeface="Wingdings" panose="05000000000000000000" pitchFamily="2" charset="2"/>
              <a:buNone/>
              <a:defRPr/>
            </a:pPr>
            <a:r>
              <a:rPr lang="zh-CN" altLang="en-US" sz="2400" dirty="0" smtClean="0">
                <a:cs typeface="Courier New" panose="02070309020205020404" pitchFamily="49" charset="0"/>
              </a:rPr>
              <a:t>	</a:t>
            </a:r>
            <a:r>
              <a:rPr lang="en-US" altLang="zh-CN" sz="2400" dirty="0" smtClean="0">
                <a:cs typeface="Courier New" panose="02070309020205020404" pitchFamily="49" charset="0"/>
              </a:rPr>
              <a:t>{	f *= </a:t>
            </a:r>
            <a:r>
              <a:rPr lang="en-US" altLang="zh-CN" sz="2400" dirty="0" err="1" smtClean="0">
                <a:cs typeface="Courier New" panose="02070309020205020404" pitchFamily="49" charset="0"/>
              </a:rPr>
              <a:t>i</a:t>
            </a:r>
            <a:r>
              <a:rPr lang="en-US" altLang="zh-CN" sz="2400" dirty="0" smtClean="0">
                <a:cs typeface="Courier New" panose="02070309020205020404" pitchFamily="49" charset="0"/>
              </a:rPr>
              <a:t>; //</a:t>
            </a:r>
            <a:r>
              <a:rPr lang="zh-CN" altLang="en-US" sz="2400" dirty="0" smtClean="0">
                <a:cs typeface="Courier New" panose="02070309020205020404" pitchFamily="49" charset="0"/>
              </a:rPr>
              <a:t>重复操作</a:t>
            </a:r>
            <a:endParaRPr lang="en-US" altLang="zh-CN" sz="2400" dirty="0" smtClean="0">
              <a:cs typeface="Courier New" panose="02070309020205020404" pitchFamily="49" charset="0"/>
            </a:endParaRPr>
          </a:p>
          <a:p>
            <a:pPr eaLnBrk="1" hangingPunct="1">
              <a:lnSpc>
                <a:spcPct val="80000"/>
              </a:lnSpc>
              <a:buFont typeface="Wingdings" panose="05000000000000000000" pitchFamily="2" charset="2"/>
              <a:buNone/>
              <a:defRPr/>
            </a:pPr>
            <a:r>
              <a:rPr lang="en-US" altLang="zh-CN" sz="2400" dirty="0" smtClean="0">
                <a:cs typeface="Courier New" panose="02070309020205020404" pitchFamily="49" charset="0"/>
              </a:rPr>
              <a:t>		</a:t>
            </a:r>
            <a:r>
              <a:rPr lang="en-US" altLang="zh-CN" sz="2400" dirty="0" err="1" smtClean="0">
                <a:cs typeface="Courier New" panose="02070309020205020404" pitchFamily="49" charset="0"/>
              </a:rPr>
              <a:t>i</a:t>
            </a:r>
            <a:r>
              <a:rPr lang="en-US" altLang="zh-CN" sz="2400" dirty="0" smtClean="0">
                <a:cs typeface="Courier New" panose="02070309020205020404" pitchFamily="49" charset="0"/>
              </a:rPr>
              <a:t>++; //</a:t>
            </a:r>
            <a:r>
              <a:rPr lang="zh-CN" altLang="en-US" sz="2400" dirty="0" smtClean="0"/>
              <a:t>下一次循环准备</a:t>
            </a:r>
            <a:endParaRPr lang="zh-CN" altLang="en-US" sz="2400" dirty="0" smtClean="0">
              <a:cs typeface="Courier New" panose="02070309020205020404" pitchFamily="49" charset="0"/>
            </a:endParaRPr>
          </a:p>
          <a:p>
            <a:pPr eaLnBrk="1" hangingPunct="1">
              <a:lnSpc>
                <a:spcPct val="80000"/>
              </a:lnSpc>
              <a:buFont typeface="Wingdings" panose="05000000000000000000" pitchFamily="2" charset="2"/>
              <a:buNone/>
              <a:defRPr/>
            </a:pPr>
            <a:r>
              <a:rPr lang="zh-CN" altLang="en-US" sz="2400" dirty="0" smtClean="0">
                <a:cs typeface="Courier New" panose="02070309020205020404" pitchFamily="49" charset="0"/>
              </a:rPr>
              <a:t>	</a:t>
            </a:r>
            <a:r>
              <a:rPr lang="en-US" altLang="zh-CN" sz="2400" dirty="0" smtClean="0">
                <a:cs typeface="Courier New" panose="02070309020205020404" pitchFamily="49" charset="0"/>
              </a:rPr>
              <a:t>} //</a:t>
            </a:r>
            <a:r>
              <a:rPr lang="zh-CN" altLang="en-US" sz="2400" dirty="0" smtClean="0">
                <a:cs typeface="Courier New" panose="02070309020205020404" pitchFamily="49" charset="0"/>
              </a:rPr>
              <a:t>循环体</a:t>
            </a:r>
            <a:endParaRPr lang="zh-CN" altLang="en-US" sz="2400" dirty="0" smtClean="0">
              <a:cs typeface="Courier New" panose="02070309020205020404" pitchFamily="49" charset="0"/>
            </a:endParaRPr>
          </a:p>
          <a:p>
            <a:pPr eaLnBrk="1" hangingPunct="1">
              <a:lnSpc>
                <a:spcPct val="80000"/>
              </a:lnSpc>
              <a:buFont typeface="Wingdings" panose="05000000000000000000" pitchFamily="2" charset="2"/>
              <a:buNone/>
              <a:defRPr/>
            </a:pPr>
            <a:r>
              <a:rPr lang="zh-CN" altLang="en-US" sz="2400" dirty="0" smtClean="0">
                <a:cs typeface="Courier New" panose="02070309020205020404" pitchFamily="49" charset="0"/>
              </a:rPr>
              <a:t>	</a:t>
            </a:r>
            <a:r>
              <a:rPr lang="en-US" altLang="zh-CN" sz="2400" dirty="0" err="1" smtClean="0">
                <a:cs typeface="Courier New" panose="02070309020205020404" pitchFamily="49" charset="0"/>
              </a:rPr>
              <a:t>cout</a:t>
            </a:r>
            <a:r>
              <a:rPr lang="en-US" altLang="zh-CN" sz="2400" dirty="0" smtClean="0">
                <a:cs typeface="Courier New" panose="02070309020205020404" pitchFamily="49" charset="0"/>
              </a:rPr>
              <a:t> &lt;&lt; "factorial of " &lt;&lt; n &lt;&lt; " = " &lt;&lt; f &lt;&lt; </a:t>
            </a:r>
            <a:r>
              <a:rPr lang="en-US" altLang="zh-CN" sz="2400" dirty="0" err="1" smtClean="0">
                <a:cs typeface="Courier New" panose="02070309020205020404" pitchFamily="49" charset="0"/>
              </a:rPr>
              <a:t>endl</a:t>
            </a:r>
            <a:r>
              <a:rPr lang="en-US" altLang="zh-CN" sz="2400" dirty="0" smtClean="0">
                <a:cs typeface="Courier New" panose="02070309020205020404" pitchFamily="49" charset="0"/>
              </a:rPr>
              <a:t>;</a:t>
            </a:r>
            <a:endParaRPr lang="en-US" altLang="zh-CN" sz="2400" dirty="0" smtClean="0">
              <a:cs typeface="Courier New" panose="02070309020205020404" pitchFamily="49" charset="0"/>
            </a:endParaRPr>
          </a:p>
          <a:p>
            <a:pPr eaLnBrk="1" hangingPunct="1">
              <a:lnSpc>
                <a:spcPct val="80000"/>
              </a:lnSpc>
              <a:buFont typeface="Wingdings" panose="05000000000000000000" pitchFamily="2" charset="2"/>
              <a:buNone/>
              <a:defRPr/>
            </a:pPr>
            <a:r>
              <a:rPr lang="en-US" altLang="zh-CN" sz="2400" dirty="0" smtClean="0">
                <a:cs typeface="Courier New" panose="02070309020205020404" pitchFamily="49" charset="0"/>
              </a:rPr>
              <a:t>	return 0;</a:t>
            </a:r>
            <a:endParaRPr lang="en-US" altLang="zh-CN" sz="2400" dirty="0" smtClean="0">
              <a:cs typeface="Courier New" panose="02070309020205020404" pitchFamily="49" charset="0"/>
            </a:endParaRPr>
          </a:p>
          <a:p>
            <a:pPr eaLnBrk="1" hangingPunct="1">
              <a:lnSpc>
                <a:spcPct val="80000"/>
              </a:lnSpc>
              <a:buFont typeface="Wingdings" panose="05000000000000000000" pitchFamily="2" charset="2"/>
              <a:buNone/>
              <a:defRPr/>
            </a:pPr>
            <a:r>
              <a:rPr lang="en-US" altLang="zh-CN" sz="2400" dirty="0" smtClean="0">
                <a:cs typeface="Courier New" panose="02070309020205020404" pitchFamily="49" charset="0"/>
              </a:rPr>
              <a:t>}</a:t>
            </a:r>
            <a:endParaRPr lang="en-US" altLang="zh-CN" sz="2400" dirty="0" smtClean="0">
              <a:cs typeface="Courier New" panose="02070309020205020404" pitchFamily="49" charset="0"/>
            </a:endParaRPr>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a:xfrm>
            <a:off x="609600" y="0"/>
            <a:ext cx="7772400" cy="1143000"/>
          </a:xfrm>
        </p:spPr>
        <p:txBody>
          <a:bodyPr/>
          <a:lstStyle/>
          <a:p>
            <a:pPr eaLnBrk="1" hangingPunct="1">
              <a:defRPr/>
            </a:pPr>
            <a:r>
              <a:rPr lang="en-US" altLang="zh-CN" smtClean="0"/>
              <a:t>do-while </a:t>
            </a:r>
            <a:r>
              <a:rPr lang="zh-CN" altLang="en-US" smtClean="0"/>
              <a:t>语句</a:t>
            </a:r>
            <a:endParaRPr lang="zh-CN" altLang="en-US" smtClean="0"/>
          </a:p>
        </p:txBody>
      </p:sp>
      <p:sp>
        <p:nvSpPr>
          <p:cNvPr id="20483" name="Rectangle 3"/>
          <p:cNvSpPr>
            <a:spLocks noGrp="1" noChangeArrowheads="1"/>
          </p:cNvSpPr>
          <p:nvPr>
            <p:ph type="body" idx="1"/>
          </p:nvPr>
        </p:nvSpPr>
        <p:spPr>
          <a:xfrm>
            <a:off x="250825" y="1412429"/>
            <a:ext cx="8588375" cy="2448619"/>
          </a:xfrm>
        </p:spPr>
        <p:txBody>
          <a:bodyPr>
            <a:normAutofit/>
          </a:bodyPr>
          <a:lstStyle/>
          <a:p>
            <a:pPr algn="just" eaLnBrk="1" hangingPunct="1">
              <a:lnSpc>
                <a:spcPct val="90000"/>
              </a:lnSpc>
              <a:defRPr/>
            </a:pPr>
            <a:r>
              <a:rPr lang="zh-CN" altLang="en-US" sz="2800" dirty="0" smtClean="0"/>
              <a:t>格式：</a:t>
            </a:r>
            <a:endParaRPr lang="zh-CN" altLang="en-US" sz="2800" dirty="0" smtClean="0"/>
          </a:p>
          <a:p>
            <a:pPr marL="457200" lvl="1" indent="0" eaLnBrk="1" hangingPunct="1">
              <a:lnSpc>
                <a:spcPct val="90000"/>
              </a:lnSpc>
              <a:buFontTx/>
              <a:buNone/>
              <a:defRPr/>
            </a:pPr>
            <a:r>
              <a:rPr lang="en-US" altLang="zh-CN" sz="2400" b="1" dirty="0" smtClean="0">
                <a:latin typeface="Courier New" panose="02070309020205020404" pitchFamily="49" charset="0"/>
              </a:rPr>
              <a:t> </a:t>
            </a:r>
            <a:r>
              <a:rPr lang="en-US" altLang="zh-CN" sz="2400" b="1" dirty="0" smtClean="0">
                <a:solidFill>
                  <a:srgbClr val="FFC000"/>
                </a:solidFill>
              </a:rPr>
              <a:t>do</a:t>
            </a:r>
            <a:r>
              <a:rPr lang="en-US" altLang="zh-CN" sz="2400" b="1" dirty="0" smtClean="0"/>
              <a:t> </a:t>
            </a:r>
            <a:r>
              <a:rPr lang="en-US" altLang="zh-CN" sz="2400" dirty="0" smtClean="0"/>
              <a:t>&lt;</a:t>
            </a:r>
            <a:r>
              <a:rPr lang="zh-CN" altLang="en-US" sz="2400" dirty="0" smtClean="0"/>
              <a:t>语句</a:t>
            </a:r>
            <a:r>
              <a:rPr lang="en-US" altLang="zh-CN" sz="2400" dirty="0" smtClean="0"/>
              <a:t>&gt;</a:t>
            </a:r>
            <a:r>
              <a:rPr lang="en-US" altLang="zh-CN" sz="2400" b="1" dirty="0" smtClean="0"/>
              <a:t> </a:t>
            </a:r>
            <a:r>
              <a:rPr lang="en-US" altLang="zh-CN" sz="2400" b="1" dirty="0" smtClean="0">
                <a:solidFill>
                  <a:srgbClr val="FFC000"/>
                </a:solidFill>
              </a:rPr>
              <a:t>while</a:t>
            </a:r>
            <a:r>
              <a:rPr lang="en-US" altLang="zh-CN" sz="2400" b="1" dirty="0" smtClean="0"/>
              <a:t> </a:t>
            </a:r>
            <a:r>
              <a:rPr lang="en-US" altLang="zh-CN" sz="2400" b="1" dirty="0" smtClean="0">
                <a:solidFill>
                  <a:srgbClr val="FFC000"/>
                </a:solidFill>
              </a:rPr>
              <a:t>(</a:t>
            </a:r>
            <a:r>
              <a:rPr lang="en-US" altLang="zh-CN" sz="2400" dirty="0" smtClean="0"/>
              <a:t>&lt;</a:t>
            </a:r>
            <a:r>
              <a:rPr lang="zh-CN" altLang="en-US" sz="2400" dirty="0" smtClean="0"/>
              <a:t>表达式</a:t>
            </a:r>
            <a:r>
              <a:rPr lang="en-US" altLang="zh-CN" sz="2400" dirty="0" smtClean="0"/>
              <a:t>&gt;</a:t>
            </a:r>
            <a:r>
              <a:rPr lang="en-US" altLang="zh-CN" sz="2400" b="1" dirty="0" smtClean="0">
                <a:solidFill>
                  <a:srgbClr val="FFC000"/>
                </a:solidFill>
              </a:rPr>
              <a:t>);</a:t>
            </a:r>
            <a:endParaRPr lang="en-US" altLang="zh-CN" sz="2400" b="1" dirty="0" smtClean="0">
              <a:solidFill>
                <a:srgbClr val="FFC000"/>
              </a:solidFill>
            </a:endParaRPr>
          </a:p>
          <a:p>
            <a:pPr marL="622300" lvl="1" indent="-342900" eaLnBrk="1" hangingPunct="1">
              <a:buClr>
                <a:schemeClr val="hlink"/>
              </a:buClr>
              <a:buSzPct val="60000"/>
              <a:defRPr/>
            </a:pPr>
            <a:r>
              <a:rPr lang="en-US" altLang="zh-CN" sz="2000" dirty="0" smtClean="0"/>
              <a:t>&lt;</a:t>
            </a:r>
            <a:r>
              <a:rPr lang="zh-CN" altLang="en-US" sz="2000" dirty="0"/>
              <a:t>表达式</a:t>
            </a:r>
            <a:r>
              <a:rPr lang="en-US" altLang="zh-CN" sz="2000" dirty="0" smtClean="0"/>
              <a:t>&gt;</a:t>
            </a:r>
            <a:r>
              <a:rPr lang="zh-CN" altLang="en-US" sz="2000" dirty="0"/>
              <a:t>表示循环条件，可以为任意表达式，一般</a:t>
            </a:r>
            <a:r>
              <a:rPr lang="zh-CN" altLang="en-US" sz="2000" dirty="0" smtClean="0"/>
              <a:t>为关系或逻辑表达式</a:t>
            </a:r>
            <a:endParaRPr lang="en-US" altLang="zh-CN" sz="2000" dirty="0" smtClean="0"/>
          </a:p>
          <a:p>
            <a:pPr marL="622300" lvl="1" indent="-342900" eaLnBrk="1" hangingPunct="1">
              <a:buClr>
                <a:schemeClr val="hlink"/>
              </a:buClr>
              <a:buSzPct val="60000"/>
              <a:defRPr/>
            </a:pPr>
            <a:r>
              <a:rPr lang="en-US" altLang="zh-CN" sz="2000" dirty="0" smtClean="0"/>
              <a:t>&lt;</a:t>
            </a:r>
            <a:r>
              <a:rPr lang="zh-CN" altLang="en-US" sz="2000" dirty="0"/>
              <a:t>语句</a:t>
            </a:r>
            <a:r>
              <a:rPr lang="en-US" altLang="zh-CN" sz="2000" dirty="0" smtClean="0"/>
              <a:t>&gt;</a:t>
            </a:r>
            <a:r>
              <a:rPr lang="zh-CN" altLang="en-US" sz="2000" dirty="0"/>
              <a:t>循环体，可以是</a:t>
            </a:r>
            <a:r>
              <a:rPr lang="zh-CN" altLang="en-US" sz="2000" dirty="0" smtClean="0"/>
              <a:t>任意的一个</a:t>
            </a:r>
            <a:r>
              <a:rPr lang="en-US" altLang="zh-CN" sz="2000" dirty="0" smtClean="0"/>
              <a:t>C++</a:t>
            </a:r>
            <a:r>
              <a:rPr lang="zh-CN" altLang="en-US" sz="2000" dirty="0"/>
              <a:t>语句（包括结构语句） </a:t>
            </a:r>
            <a:endParaRPr lang="en-US" altLang="zh-CN" sz="2000" dirty="0"/>
          </a:p>
          <a:p>
            <a:pPr eaLnBrk="1" hangingPunct="1">
              <a:lnSpc>
                <a:spcPct val="90000"/>
              </a:lnSpc>
              <a:defRPr/>
            </a:pPr>
            <a:r>
              <a:rPr lang="zh-CN" altLang="en-US" sz="2800" dirty="0" smtClean="0"/>
              <a:t>含义：</a:t>
            </a:r>
            <a:endParaRPr lang="en-US" altLang="zh-CN" sz="2800" dirty="0" smtClean="0"/>
          </a:p>
        </p:txBody>
      </p:sp>
      <p:pic>
        <p:nvPicPr>
          <p:cNvPr id="2" name="图片 1"/>
          <p:cNvPicPr>
            <a:picLocks noChangeAspect="1"/>
          </p:cNvPicPr>
          <p:nvPr/>
        </p:nvPicPr>
        <p:blipFill>
          <a:blip r:embed="rId1"/>
          <a:stretch>
            <a:fillRect/>
          </a:stretch>
        </p:blipFill>
        <p:spPr>
          <a:xfrm>
            <a:off x="2352675" y="3777952"/>
            <a:ext cx="4438650" cy="2819400"/>
          </a:xfrm>
          <a:prstGeom prst="rect">
            <a:avLst/>
          </a:prstGeom>
        </p:spPr>
      </p:pic>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title"/>
          </p:nvPr>
        </p:nvSpPr>
        <p:spPr>
          <a:xfrm>
            <a:off x="457200" y="115888"/>
            <a:ext cx="8229600" cy="936625"/>
          </a:xfrm>
        </p:spPr>
        <p:txBody>
          <a:bodyPr/>
          <a:lstStyle/>
          <a:p>
            <a:pPr eaLnBrk="1" hangingPunct="1">
              <a:defRPr/>
            </a:pPr>
            <a:r>
              <a:rPr lang="zh-CN" altLang="en-US" sz="5400" smtClean="0"/>
              <a:t>用</a:t>
            </a:r>
            <a:r>
              <a:rPr lang="en-US" altLang="zh-CN" sz="5400" smtClean="0"/>
              <a:t>do-while</a:t>
            </a:r>
            <a:r>
              <a:rPr lang="zh-CN" altLang="en-US" sz="5400" smtClean="0"/>
              <a:t>语句求</a:t>
            </a:r>
            <a:r>
              <a:rPr lang="en-US" altLang="zh-CN" sz="5400" smtClean="0"/>
              <a:t>n!</a:t>
            </a:r>
            <a:endParaRPr lang="en-US" altLang="zh-CN" sz="5400" smtClean="0"/>
          </a:p>
        </p:txBody>
      </p:sp>
      <p:sp>
        <p:nvSpPr>
          <p:cNvPr id="47107" name="Rectangle 3"/>
          <p:cNvSpPr>
            <a:spLocks noGrp="1" noChangeArrowheads="1"/>
          </p:cNvSpPr>
          <p:nvPr>
            <p:ph type="body" idx="1"/>
          </p:nvPr>
        </p:nvSpPr>
        <p:spPr>
          <a:xfrm>
            <a:off x="250825" y="1341438"/>
            <a:ext cx="8713788" cy="5297487"/>
          </a:xfrm>
        </p:spPr>
        <p:txBody>
          <a:bodyPr>
            <a:normAutofit lnSpcReduction="10000"/>
          </a:bodyPr>
          <a:lstStyle/>
          <a:p>
            <a:pPr eaLnBrk="1" hangingPunct="1">
              <a:lnSpc>
                <a:spcPct val="90000"/>
              </a:lnSpc>
              <a:buFont typeface="Wingdings" panose="05000000000000000000" pitchFamily="2" charset="2"/>
              <a:buNone/>
              <a:defRPr/>
            </a:pPr>
            <a:r>
              <a:rPr lang="en-US" altLang="zh-CN" sz="2400" dirty="0" smtClean="0">
                <a:cs typeface="Courier New" panose="02070309020205020404" pitchFamily="49" charset="0"/>
              </a:rPr>
              <a:t>#include &lt;</a:t>
            </a:r>
            <a:r>
              <a:rPr lang="en-US" altLang="zh-CN" sz="2400" dirty="0" err="1" smtClean="0">
                <a:cs typeface="Courier New" panose="02070309020205020404" pitchFamily="49" charset="0"/>
              </a:rPr>
              <a:t>iostream</a:t>
            </a:r>
            <a:r>
              <a:rPr lang="en-US" altLang="zh-CN" sz="2400" dirty="0" smtClean="0">
                <a:cs typeface="Courier New" panose="02070309020205020404" pitchFamily="49" charset="0"/>
              </a:rPr>
              <a:t>&gt;</a:t>
            </a:r>
            <a:endParaRPr lang="en-US" altLang="zh-CN" sz="2400" dirty="0" smtClean="0">
              <a:cs typeface="Courier New" panose="02070309020205020404" pitchFamily="49" charset="0"/>
            </a:endParaRPr>
          </a:p>
          <a:p>
            <a:pPr eaLnBrk="1" hangingPunct="1">
              <a:lnSpc>
                <a:spcPct val="90000"/>
              </a:lnSpc>
              <a:buFont typeface="Wingdings" panose="05000000000000000000" pitchFamily="2" charset="2"/>
              <a:buNone/>
              <a:defRPr/>
            </a:pPr>
            <a:r>
              <a:rPr lang="en-US" altLang="zh-CN" sz="2400" dirty="0" smtClean="0">
                <a:cs typeface="Courier New" panose="02070309020205020404" pitchFamily="49" charset="0"/>
              </a:rPr>
              <a:t>using namespace </a:t>
            </a:r>
            <a:r>
              <a:rPr lang="en-US" altLang="zh-CN" sz="2400" dirty="0" err="1" smtClean="0">
                <a:cs typeface="Courier New" panose="02070309020205020404" pitchFamily="49" charset="0"/>
              </a:rPr>
              <a:t>std</a:t>
            </a:r>
            <a:r>
              <a:rPr lang="en-US" altLang="zh-CN" sz="2400" dirty="0" smtClean="0">
                <a:cs typeface="Courier New" panose="02070309020205020404" pitchFamily="49" charset="0"/>
              </a:rPr>
              <a:t>;</a:t>
            </a:r>
            <a:endParaRPr lang="en-US" altLang="zh-CN" sz="2400" dirty="0" smtClean="0">
              <a:cs typeface="Courier New" panose="02070309020205020404" pitchFamily="49" charset="0"/>
            </a:endParaRPr>
          </a:p>
          <a:p>
            <a:pPr eaLnBrk="1" hangingPunct="1">
              <a:lnSpc>
                <a:spcPct val="90000"/>
              </a:lnSpc>
              <a:buFont typeface="Wingdings" panose="05000000000000000000" pitchFamily="2" charset="2"/>
              <a:buNone/>
              <a:defRPr/>
            </a:pPr>
            <a:r>
              <a:rPr lang="en-US" altLang="zh-CN" sz="2400" dirty="0" err="1" smtClean="0">
                <a:cs typeface="Courier New" panose="02070309020205020404" pitchFamily="49" charset="0"/>
              </a:rPr>
              <a:t>int</a:t>
            </a:r>
            <a:r>
              <a:rPr lang="en-US" altLang="zh-CN" sz="2400" dirty="0" smtClean="0">
                <a:cs typeface="Courier New" panose="02070309020205020404" pitchFamily="49" charset="0"/>
              </a:rPr>
              <a:t> main()</a:t>
            </a:r>
            <a:endParaRPr lang="en-US" altLang="zh-CN" sz="2400" dirty="0" smtClean="0">
              <a:cs typeface="Courier New" panose="02070309020205020404" pitchFamily="49" charset="0"/>
            </a:endParaRPr>
          </a:p>
          <a:p>
            <a:pPr eaLnBrk="1" hangingPunct="1">
              <a:lnSpc>
                <a:spcPct val="90000"/>
              </a:lnSpc>
              <a:buFont typeface="Wingdings" panose="05000000000000000000" pitchFamily="2" charset="2"/>
              <a:buNone/>
              <a:defRPr/>
            </a:pPr>
            <a:r>
              <a:rPr lang="en-US" altLang="zh-CN" sz="2400" dirty="0" smtClean="0">
                <a:cs typeface="Courier New" panose="02070309020205020404" pitchFamily="49" charset="0"/>
              </a:rPr>
              <a:t>{	</a:t>
            </a:r>
            <a:r>
              <a:rPr lang="en-US" altLang="zh-CN" sz="2400" dirty="0" err="1" smtClean="0">
                <a:cs typeface="Courier New" panose="02070309020205020404" pitchFamily="49" charset="0"/>
              </a:rPr>
              <a:t>int</a:t>
            </a:r>
            <a:r>
              <a:rPr lang="en-US" altLang="zh-CN" sz="2400" dirty="0" smtClean="0">
                <a:cs typeface="Courier New" panose="02070309020205020404" pitchFamily="49" charset="0"/>
              </a:rPr>
              <a:t> n;</a:t>
            </a:r>
            <a:endParaRPr lang="en-US" altLang="zh-CN" sz="2400" dirty="0" smtClean="0">
              <a:cs typeface="Courier New" panose="02070309020205020404" pitchFamily="49" charset="0"/>
            </a:endParaRPr>
          </a:p>
          <a:p>
            <a:pPr eaLnBrk="1" hangingPunct="1">
              <a:lnSpc>
                <a:spcPct val="90000"/>
              </a:lnSpc>
              <a:buFont typeface="Wingdings" panose="05000000000000000000" pitchFamily="2" charset="2"/>
              <a:buNone/>
              <a:defRPr/>
            </a:pPr>
            <a:r>
              <a:rPr lang="en-US" altLang="zh-CN" sz="2400" dirty="0" smtClean="0">
                <a:cs typeface="Courier New" panose="02070309020205020404" pitchFamily="49" charset="0"/>
              </a:rPr>
              <a:t>	</a:t>
            </a:r>
            <a:r>
              <a:rPr lang="en-US" altLang="zh-CN" sz="2400" dirty="0" err="1" smtClean="0">
                <a:cs typeface="Courier New" panose="02070309020205020404" pitchFamily="49" charset="0"/>
              </a:rPr>
              <a:t>cin</a:t>
            </a:r>
            <a:r>
              <a:rPr lang="en-US" altLang="zh-CN" sz="2400" dirty="0" smtClean="0">
                <a:cs typeface="Courier New" panose="02070309020205020404" pitchFamily="49" charset="0"/>
              </a:rPr>
              <a:t> &gt;&gt; n;</a:t>
            </a:r>
            <a:endParaRPr lang="en-US" altLang="zh-CN" sz="2400" dirty="0" smtClean="0">
              <a:cs typeface="Courier New" panose="02070309020205020404" pitchFamily="49" charset="0"/>
            </a:endParaRPr>
          </a:p>
          <a:p>
            <a:pPr eaLnBrk="1" hangingPunct="1">
              <a:lnSpc>
                <a:spcPct val="90000"/>
              </a:lnSpc>
              <a:buFont typeface="Wingdings" panose="05000000000000000000" pitchFamily="2" charset="2"/>
              <a:buNone/>
              <a:defRPr/>
            </a:pPr>
            <a:r>
              <a:rPr lang="en-US" altLang="zh-CN" sz="2400" dirty="0" smtClean="0">
                <a:cs typeface="Courier New" panose="02070309020205020404" pitchFamily="49" charset="0"/>
              </a:rPr>
              <a:t>	</a:t>
            </a:r>
            <a:r>
              <a:rPr lang="en-US" altLang="zh-CN" sz="2400" dirty="0" err="1" smtClean="0">
                <a:cs typeface="Courier New" panose="02070309020205020404" pitchFamily="49" charset="0"/>
              </a:rPr>
              <a:t>int</a:t>
            </a:r>
            <a:r>
              <a:rPr lang="en-US" altLang="zh-CN" sz="2400" dirty="0" smtClean="0">
                <a:cs typeface="Courier New" panose="02070309020205020404" pitchFamily="49" charset="0"/>
              </a:rPr>
              <a:t> </a:t>
            </a:r>
            <a:r>
              <a:rPr lang="en-US" altLang="zh-CN" sz="2400" dirty="0" err="1" smtClean="0">
                <a:cs typeface="Courier New" panose="02070309020205020404" pitchFamily="49" charset="0"/>
              </a:rPr>
              <a:t>i</a:t>
            </a:r>
            <a:r>
              <a:rPr lang="en-US" altLang="zh-CN" sz="2400" dirty="0" smtClean="0">
                <a:cs typeface="Courier New" panose="02070309020205020404" pitchFamily="49" charset="0"/>
              </a:rPr>
              <a:t>=1,f=1; //</a:t>
            </a:r>
            <a:r>
              <a:rPr lang="zh-CN" altLang="en-US" sz="2400" dirty="0" smtClean="0"/>
              <a:t>循环初始化</a:t>
            </a:r>
            <a:endParaRPr lang="zh-CN" altLang="en-US" sz="2400" dirty="0" smtClean="0">
              <a:cs typeface="Courier New" panose="02070309020205020404" pitchFamily="49" charset="0"/>
            </a:endParaRPr>
          </a:p>
          <a:p>
            <a:pPr eaLnBrk="1" hangingPunct="1">
              <a:lnSpc>
                <a:spcPct val="90000"/>
              </a:lnSpc>
              <a:buFont typeface="Wingdings" panose="05000000000000000000" pitchFamily="2" charset="2"/>
              <a:buNone/>
              <a:defRPr/>
            </a:pPr>
            <a:r>
              <a:rPr lang="zh-CN" altLang="en-US" sz="2400" dirty="0" smtClean="0">
                <a:cs typeface="Courier New" panose="02070309020205020404" pitchFamily="49" charset="0"/>
              </a:rPr>
              <a:t>	</a:t>
            </a:r>
            <a:r>
              <a:rPr lang="en-US" altLang="zh-CN" sz="2400" dirty="0" smtClean="0">
                <a:cs typeface="Courier New" panose="02070309020205020404" pitchFamily="49" charset="0"/>
              </a:rPr>
              <a:t>do //</a:t>
            </a:r>
            <a:r>
              <a:rPr lang="zh-CN" altLang="en-US" sz="2400" dirty="0" smtClean="0">
                <a:cs typeface="Courier New" panose="02070309020205020404" pitchFamily="49" charset="0"/>
              </a:rPr>
              <a:t>循环体</a:t>
            </a:r>
            <a:endParaRPr lang="zh-CN" altLang="en-US" sz="2400" dirty="0" smtClean="0">
              <a:cs typeface="Courier New" panose="02070309020205020404" pitchFamily="49" charset="0"/>
            </a:endParaRPr>
          </a:p>
          <a:p>
            <a:pPr eaLnBrk="1" hangingPunct="1">
              <a:lnSpc>
                <a:spcPct val="90000"/>
              </a:lnSpc>
              <a:buFont typeface="Wingdings" panose="05000000000000000000" pitchFamily="2" charset="2"/>
              <a:buNone/>
              <a:defRPr/>
            </a:pPr>
            <a:r>
              <a:rPr lang="zh-CN" altLang="en-US" sz="2400" dirty="0" smtClean="0">
                <a:cs typeface="Courier New" panose="02070309020205020404" pitchFamily="49" charset="0"/>
              </a:rPr>
              <a:t>	</a:t>
            </a:r>
            <a:r>
              <a:rPr lang="en-US" altLang="zh-CN" sz="2400" dirty="0" smtClean="0">
                <a:cs typeface="Courier New" panose="02070309020205020404" pitchFamily="49" charset="0"/>
              </a:rPr>
              <a:t>{	f *= </a:t>
            </a:r>
            <a:r>
              <a:rPr lang="en-US" altLang="zh-CN" sz="2400" dirty="0" err="1" smtClean="0">
                <a:cs typeface="Courier New" panose="02070309020205020404" pitchFamily="49" charset="0"/>
              </a:rPr>
              <a:t>i</a:t>
            </a:r>
            <a:r>
              <a:rPr lang="en-US" altLang="zh-CN" sz="2400" dirty="0" smtClean="0">
                <a:cs typeface="Courier New" panose="02070309020205020404" pitchFamily="49" charset="0"/>
              </a:rPr>
              <a:t>; //</a:t>
            </a:r>
            <a:r>
              <a:rPr lang="zh-CN" altLang="en-US" sz="2400" dirty="0" smtClean="0">
                <a:cs typeface="Courier New" panose="02070309020205020404" pitchFamily="49" charset="0"/>
              </a:rPr>
              <a:t>重复操作</a:t>
            </a:r>
            <a:endParaRPr lang="en-US" altLang="zh-CN" sz="2400" dirty="0" smtClean="0">
              <a:cs typeface="Courier New" panose="02070309020205020404" pitchFamily="49" charset="0"/>
            </a:endParaRPr>
          </a:p>
          <a:p>
            <a:pPr eaLnBrk="1" hangingPunct="1">
              <a:lnSpc>
                <a:spcPct val="90000"/>
              </a:lnSpc>
              <a:buFont typeface="Wingdings" panose="05000000000000000000" pitchFamily="2" charset="2"/>
              <a:buNone/>
              <a:defRPr/>
            </a:pPr>
            <a:r>
              <a:rPr lang="en-US" altLang="zh-CN" sz="2400" dirty="0" smtClean="0">
                <a:cs typeface="Courier New" panose="02070309020205020404" pitchFamily="49" charset="0"/>
              </a:rPr>
              <a:t>		</a:t>
            </a:r>
            <a:r>
              <a:rPr lang="en-US" altLang="zh-CN" sz="2400" dirty="0" err="1" smtClean="0">
                <a:cs typeface="Courier New" panose="02070309020205020404" pitchFamily="49" charset="0"/>
              </a:rPr>
              <a:t>i</a:t>
            </a:r>
            <a:r>
              <a:rPr lang="en-US" altLang="zh-CN" sz="2400" dirty="0" smtClean="0">
                <a:cs typeface="Courier New" panose="02070309020205020404" pitchFamily="49" charset="0"/>
              </a:rPr>
              <a:t>++; //</a:t>
            </a:r>
            <a:r>
              <a:rPr lang="zh-CN" altLang="en-US" sz="2400" dirty="0" smtClean="0"/>
              <a:t>下一次循环的准备</a:t>
            </a:r>
            <a:endParaRPr lang="zh-CN" altLang="en-US" sz="2400" dirty="0" smtClean="0">
              <a:cs typeface="Courier New" panose="02070309020205020404" pitchFamily="49" charset="0"/>
            </a:endParaRPr>
          </a:p>
          <a:p>
            <a:pPr eaLnBrk="1" hangingPunct="1">
              <a:lnSpc>
                <a:spcPct val="90000"/>
              </a:lnSpc>
              <a:buFont typeface="Wingdings" panose="05000000000000000000" pitchFamily="2" charset="2"/>
              <a:buNone/>
              <a:defRPr/>
            </a:pPr>
            <a:r>
              <a:rPr lang="zh-CN" altLang="en-US" sz="2400" dirty="0" smtClean="0">
                <a:cs typeface="Courier New" panose="02070309020205020404" pitchFamily="49" charset="0"/>
              </a:rPr>
              <a:t>	</a:t>
            </a:r>
            <a:r>
              <a:rPr lang="en-US" altLang="zh-CN" sz="2400" dirty="0" smtClean="0">
                <a:cs typeface="Courier New" panose="02070309020205020404" pitchFamily="49" charset="0"/>
              </a:rPr>
              <a:t>} while (</a:t>
            </a:r>
            <a:r>
              <a:rPr lang="en-US" altLang="zh-CN" sz="2400" dirty="0" err="1" smtClean="0">
                <a:cs typeface="Courier New" panose="02070309020205020404" pitchFamily="49" charset="0"/>
              </a:rPr>
              <a:t>i</a:t>
            </a:r>
            <a:r>
              <a:rPr lang="en-US" altLang="zh-CN" sz="2400" dirty="0" smtClean="0">
                <a:cs typeface="Courier New" panose="02070309020205020404" pitchFamily="49" charset="0"/>
              </a:rPr>
              <a:t> &lt;= n); //</a:t>
            </a:r>
            <a:r>
              <a:rPr lang="zh-CN" altLang="en-US" sz="2400" dirty="0" smtClean="0"/>
              <a:t>循环条件</a:t>
            </a:r>
            <a:endParaRPr lang="zh-CN" altLang="en-US" sz="2400" dirty="0" smtClean="0">
              <a:cs typeface="Courier New" panose="02070309020205020404" pitchFamily="49" charset="0"/>
            </a:endParaRPr>
          </a:p>
          <a:p>
            <a:pPr eaLnBrk="1" hangingPunct="1">
              <a:lnSpc>
                <a:spcPct val="90000"/>
              </a:lnSpc>
              <a:buFont typeface="Wingdings" panose="05000000000000000000" pitchFamily="2" charset="2"/>
              <a:buNone/>
              <a:defRPr/>
            </a:pPr>
            <a:r>
              <a:rPr lang="zh-CN" altLang="en-US" sz="2400" dirty="0" smtClean="0">
                <a:cs typeface="Courier New" panose="02070309020205020404" pitchFamily="49" charset="0"/>
              </a:rPr>
              <a:t>	</a:t>
            </a:r>
            <a:r>
              <a:rPr lang="en-US" altLang="zh-CN" sz="2400" dirty="0" err="1" smtClean="0">
                <a:cs typeface="Courier New" panose="02070309020205020404" pitchFamily="49" charset="0"/>
              </a:rPr>
              <a:t>cout</a:t>
            </a:r>
            <a:r>
              <a:rPr lang="en-US" altLang="zh-CN" sz="2400" dirty="0" smtClean="0">
                <a:cs typeface="Courier New" panose="02070309020205020404" pitchFamily="49" charset="0"/>
              </a:rPr>
              <a:t> &lt;&lt; "factorial of " &lt;&lt; n &lt;&lt; " = " &lt;&lt; f &lt;&lt; </a:t>
            </a:r>
            <a:r>
              <a:rPr lang="en-US" altLang="zh-CN" sz="2400" dirty="0" err="1" smtClean="0">
                <a:cs typeface="Courier New" panose="02070309020205020404" pitchFamily="49" charset="0"/>
              </a:rPr>
              <a:t>endl</a:t>
            </a:r>
            <a:r>
              <a:rPr lang="en-US" altLang="zh-CN" sz="2400" dirty="0" smtClean="0">
                <a:cs typeface="Courier New" panose="02070309020205020404" pitchFamily="49" charset="0"/>
              </a:rPr>
              <a:t>;</a:t>
            </a:r>
            <a:endParaRPr lang="en-US" altLang="zh-CN" sz="2400" dirty="0" smtClean="0">
              <a:cs typeface="Courier New" panose="02070309020205020404" pitchFamily="49" charset="0"/>
            </a:endParaRPr>
          </a:p>
          <a:p>
            <a:pPr eaLnBrk="1" hangingPunct="1">
              <a:lnSpc>
                <a:spcPct val="90000"/>
              </a:lnSpc>
              <a:buFont typeface="Wingdings" panose="05000000000000000000" pitchFamily="2" charset="2"/>
              <a:buNone/>
              <a:defRPr/>
            </a:pPr>
            <a:r>
              <a:rPr lang="en-US" altLang="zh-CN" sz="2400" dirty="0" smtClean="0">
                <a:cs typeface="Courier New" panose="02070309020205020404" pitchFamily="49" charset="0"/>
              </a:rPr>
              <a:t>	return 0;</a:t>
            </a:r>
            <a:endParaRPr lang="en-US" altLang="zh-CN" sz="2400" dirty="0" smtClean="0">
              <a:cs typeface="Courier New" panose="02070309020205020404" pitchFamily="49" charset="0"/>
            </a:endParaRPr>
          </a:p>
          <a:p>
            <a:pPr eaLnBrk="1" hangingPunct="1">
              <a:lnSpc>
                <a:spcPct val="90000"/>
              </a:lnSpc>
              <a:buFont typeface="Wingdings" panose="05000000000000000000" pitchFamily="2" charset="2"/>
              <a:buNone/>
              <a:defRPr/>
            </a:pPr>
            <a:r>
              <a:rPr lang="en-US" altLang="zh-CN" sz="2400" dirty="0" smtClean="0">
                <a:cs typeface="Courier New" panose="02070309020205020404" pitchFamily="49" charset="0"/>
              </a:rPr>
              <a:t>}</a:t>
            </a:r>
            <a:endParaRPr lang="en-US" altLang="zh-CN" sz="2400" dirty="0" smtClean="0">
              <a:cs typeface="Courier New" panose="02070309020205020404" pitchFamily="49" charset="0"/>
            </a:endParaRPr>
          </a:p>
          <a:p>
            <a:pPr eaLnBrk="1" hangingPunct="1">
              <a:lnSpc>
                <a:spcPct val="90000"/>
              </a:lnSpc>
              <a:defRPr/>
            </a:pPr>
            <a:r>
              <a:rPr lang="zh-CN" altLang="en-US" sz="2400" dirty="0" smtClean="0">
                <a:solidFill>
                  <a:srgbClr val="FFC000"/>
                </a:solidFill>
                <a:cs typeface="Courier New" panose="02070309020205020404" pitchFamily="49" charset="0"/>
              </a:rPr>
              <a:t>为什么</a:t>
            </a:r>
            <a:r>
              <a:rPr lang="en-US" altLang="zh-CN" sz="2400" dirty="0" err="1" smtClean="0">
                <a:solidFill>
                  <a:srgbClr val="FFC000"/>
                </a:solidFill>
                <a:cs typeface="Courier New" panose="02070309020205020404" pitchFamily="49" charset="0"/>
              </a:rPr>
              <a:t>i</a:t>
            </a:r>
            <a:r>
              <a:rPr lang="zh-CN" altLang="en-US" sz="2400" dirty="0" smtClean="0">
                <a:solidFill>
                  <a:srgbClr val="FFC000"/>
                </a:solidFill>
                <a:cs typeface="Courier New" panose="02070309020205020404" pitchFamily="49" charset="0"/>
              </a:rPr>
              <a:t>从</a:t>
            </a:r>
            <a:r>
              <a:rPr lang="en-US" altLang="zh-CN" sz="2400" dirty="0" smtClean="0">
                <a:solidFill>
                  <a:srgbClr val="FFC000"/>
                </a:solidFill>
                <a:cs typeface="Courier New" panose="02070309020205020404" pitchFamily="49" charset="0"/>
              </a:rPr>
              <a:t>1</a:t>
            </a:r>
            <a:r>
              <a:rPr lang="zh-CN" altLang="en-US" sz="2400" dirty="0" smtClean="0">
                <a:solidFill>
                  <a:srgbClr val="FFC000"/>
                </a:solidFill>
                <a:cs typeface="Courier New" panose="02070309020205020404" pitchFamily="49" charset="0"/>
              </a:rPr>
              <a:t>而不是</a:t>
            </a:r>
            <a:r>
              <a:rPr lang="en-US" altLang="zh-CN" sz="2400" dirty="0" smtClean="0">
                <a:solidFill>
                  <a:srgbClr val="FFC000"/>
                </a:solidFill>
                <a:cs typeface="Courier New" panose="02070309020205020404" pitchFamily="49" charset="0"/>
              </a:rPr>
              <a:t>2</a:t>
            </a:r>
            <a:r>
              <a:rPr lang="zh-CN" altLang="en-US" sz="2400" dirty="0" smtClean="0">
                <a:solidFill>
                  <a:srgbClr val="FFC000"/>
                </a:solidFill>
                <a:cs typeface="Courier New" panose="02070309020205020404" pitchFamily="49" charset="0"/>
              </a:rPr>
              <a:t>开始？</a:t>
            </a:r>
            <a:endParaRPr lang="en-US" altLang="zh-CN" dirty="0" smtClean="0">
              <a:solidFill>
                <a:srgbClr val="FFC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7107">
                                            <p:txEl>
                                              <p:pRg st="13" end="13"/>
                                            </p:txEl>
                                          </p:spTgt>
                                        </p:tgtEl>
                                        <p:attrNameLst>
                                          <p:attrName>style.visibility</p:attrName>
                                        </p:attrNameLst>
                                      </p:cBhvr>
                                      <p:to>
                                        <p:strVal val="visible"/>
                                      </p:to>
                                    </p:set>
                                    <p:anim calcmode="lin" valueType="num">
                                      <p:cBhvr additive="base">
                                        <p:cTn id="7" dur="500" fill="hold"/>
                                        <p:tgtEl>
                                          <p:spTgt spid="47107">
                                            <p:txEl>
                                              <p:pRg st="13" end="13"/>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7107">
                                            <p:txEl>
                                              <p:pRg st="13" end="1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ChangeArrowheads="1"/>
          </p:cNvSpPr>
          <p:nvPr>
            <p:ph type="title" idx="4294967295"/>
          </p:nvPr>
        </p:nvSpPr>
        <p:spPr>
          <a:xfrm>
            <a:off x="754063" y="115888"/>
            <a:ext cx="7489825" cy="608012"/>
          </a:xfrm>
        </p:spPr>
        <p:txBody>
          <a:bodyPr/>
          <a:lstStyle/>
          <a:p>
            <a:pPr eaLnBrk="1" hangingPunct="1">
              <a:defRPr/>
            </a:pPr>
            <a:r>
              <a:rPr lang="en-US" altLang="zh-CN" smtClean="0"/>
              <a:t>for </a:t>
            </a:r>
            <a:r>
              <a:rPr lang="zh-CN" altLang="en-US" smtClean="0"/>
              <a:t>语句</a:t>
            </a:r>
            <a:endParaRPr lang="zh-CN" altLang="en-US" smtClean="0"/>
          </a:p>
        </p:txBody>
      </p:sp>
      <p:sp>
        <p:nvSpPr>
          <p:cNvPr id="5" name="Rectangle 3"/>
          <p:cNvSpPr txBox="1">
            <a:spLocks noChangeArrowheads="1"/>
          </p:cNvSpPr>
          <p:nvPr/>
        </p:nvSpPr>
        <p:spPr>
          <a:xfrm>
            <a:off x="179388" y="1052512"/>
            <a:ext cx="8785100" cy="2952552"/>
          </a:xfrm>
          <a:prstGeom prst="rect">
            <a:avLst/>
          </a:prstGeom>
        </p:spPr>
        <p:txBody>
          <a:bodyPr>
            <a:normAutofit fontScale="92500" lnSpcReduction="20000"/>
          </a:bodyPr>
          <a:lstStyle>
            <a:lvl1pPr marL="342900" indent="-342900" algn="l" rtl="0" eaLnBrk="0" fontAlgn="base" hangingPunct="0">
              <a:spcBef>
                <a:spcPct val="20000"/>
              </a:spcBef>
              <a:spcAft>
                <a:spcPct val="0"/>
              </a:spcAft>
              <a:buClr>
                <a:schemeClr val="hlink"/>
              </a:buClr>
              <a:buSzPct val="60000"/>
              <a:buFont typeface="Wingdings" panose="05000000000000000000" pitchFamily="2" charset="2"/>
              <a:buChar char="n"/>
              <a:defRPr sz="3200">
                <a:solidFill>
                  <a:schemeClr val="tx1"/>
                </a:solidFill>
                <a:effectLst>
                  <a:outerShdw blurRad="38100" dist="38100" dir="2700000" algn="tl">
                    <a:srgbClr val="000000"/>
                  </a:outerShdw>
                </a:effectLst>
                <a:latin typeface="+mn-lt"/>
                <a:ea typeface="+mn-ea"/>
                <a:cs typeface="+mn-cs"/>
              </a:defRPr>
            </a:lvl1pPr>
            <a:lvl2pPr marL="742950" indent="-285750" algn="l" rtl="0" eaLnBrk="0" fontAlgn="base" hangingPunct="0">
              <a:spcBef>
                <a:spcPct val="20000"/>
              </a:spcBef>
              <a:spcAft>
                <a:spcPct val="0"/>
              </a:spcAft>
              <a:buClr>
                <a:schemeClr val="tx1"/>
              </a:buClr>
              <a:buChar char="•"/>
              <a:defRPr sz="2800">
                <a:solidFill>
                  <a:schemeClr val="tx1"/>
                </a:solidFill>
                <a:effectLst>
                  <a:outerShdw blurRad="38100" dist="38100" dir="2700000" algn="tl">
                    <a:srgbClr val="000000"/>
                  </a:outerShdw>
                </a:effectLst>
                <a:latin typeface="+mn-lt"/>
                <a:ea typeface="+mn-ea"/>
              </a:defRPr>
            </a:lvl2pPr>
            <a:lvl3pPr marL="1143000" indent="-228600" algn="l" rtl="0" eaLnBrk="0" fontAlgn="base" hangingPunct="0">
              <a:spcBef>
                <a:spcPct val="20000"/>
              </a:spcBef>
              <a:spcAft>
                <a:spcPct val="0"/>
              </a:spcAft>
              <a:buClr>
                <a:schemeClr val="accent2"/>
              </a:buClr>
              <a:buSzPct val="60000"/>
              <a:buFont typeface="Wingdings" panose="05000000000000000000" pitchFamily="2" charset="2"/>
              <a:buChar char="n"/>
              <a:defRPr sz="2400">
                <a:solidFill>
                  <a:schemeClr val="tx1"/>
                </a:solidFill>
                <a:effectLst>
                  <a:outerShdw blurRad="38100" dist="38100" dir="2700000" algn="tl">
                    <a:srgbClr val="000000"/>
                  </a:outerShdw>
                </a:effectLst>
                <a:latin typeface="+mn-lt"/>
                <a:ea typeface="+mn-ea"/>
              </a:defRPr>
            </a:lvl3pPr>
            <a:lvl4pPr marL="1600200" indent="-228600" algn="l" rtl="0" eaLnBrk="0" fontAlgn="base" hangingPunct="0">
              <a:spcBef>
                <a:spcPct val="20000"/>
              </a:spcBef>
              <a:spcAft>
                <a:spcPct val="0"/>
              </a:spcAft>
              <a:buClr>
                <a:schemeClr val="tx2"/>
              </a:buClr>
              <a:buChar char="•"/>
              <a:defRPr sz="2000">
                <a:solidFill>
                  <a:schemeClr val="tx1"/>
                </a:solidFill>
                <a:effectLst>
                  <a:outerShdw blurRad="38100" dist="38100" dir="2700000" algn="tl">
                    <a:srgbClr val="000000"/>
                  </a:outerShdw>
                </a:effectLst>
                <a:latin typeface="+mn-lt"/>
                <a:ea typeface="+mn-ea"/>
              </a:defRPr>
            </a:lvl4pPr>
            <a:lvl5pPr marL="20574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effectLst>
                  <a:outerShdw blurRad="38100" dist="38100" dir="2700000" algn="tl">
                    <a:srgbClr val="000000"/>
                  </a:outerShdw>
                </a:effectLst>
                <a:latin typeface="+mn-lt"/>
                <a:ea typeface="+mn-ea"/>
              </a:defRPr>
            </a:lvl5pPr>
            <a:lvl6pPr marL="2514600" indent="-228600" algn="l" rtl="0" fontAlgn="base">
              <a:spcBef>
                <a:spcPct val="20000"/>
              </a:spcBef>
              <a:spcAft>
                <a:spcPct val="0"/>
              </a:spcAft>
              <a:buClr>
                <a:schemeClr val="folHlink"/>
              </a:buClr>
              <a:buSzPct val="60000"/>
              <a:buFont typeface="Wingdings" panose="05000000000000000000" pitchFamily="2" charset="2"/>
              <a:buChar char="n"/>
              <a:defRPr sz="2000">
                <a:solidFill>
                  <a:schemeClr val="tx1"/>
                </a:solidFill>
                <a:effectLst>
                  <a:outerShdw blurRad="38100" dist="38100" dir="2700000" algn="tl">
                    <a:srgbClr val="000000"/>
                  </a:outerShdw>
                </a:effectLst>
                <a:latin typeface="+mn-lt"/>
                <a:ea typeface="+mn-ea"/>
              </a:defRPr>
            </a:lvl6pPr>
            <a:lvl7pPr marL="2971800" indent="-228600" algn="l" rtl="0" fontAlgn="base">
              <a:spcBef>
                <a:spcPct val="20000"/>
              </a:spcBef>
              <a:spcAft>
                <a:spcPct val="0"/>
              </a:spcAft>
              <a:buClr>
                <a:schemeClr val="folHlink"/>
              </a:buClr>
              <a:buSzPct val="60000"/>
              <a:buFont typeface="Wingdings" panose="05000000000000000000" pitchFamily="2" charset="2"/>
              <a:buChar char="n"/>
              <a:defRPr sz="2000">
                <a:solidFill>
                  <a:schemeClr val="tx1"/>
                </a:solidFill>
                <a:effectLst>
                  <a:outerShdw blurRad="38100" dist="38100" dir="2700000" algn="tl">
                    <a:srgbClr val="000000"/>
                  </a:outerShdw>
                </a:effectLst>
                <a:latin typeface="+mn-lt"/>
                <a:ea typeface="+mn-ea"/>
              </a:defRPr>
            </a:lvl7pPr>
            <a:lvl8pPr marL="3429000" indent="-228600" algn="l" rtl="0" fontAlgn="base">
              <a:spcBef>
                <a:spcPct val="20000"/>
              </a:spcBef>
              <a:spcAft>
                <a:spcPct val="0"/>
              </a:spcAft>
              <a:buClr>
                <a:schemeClr val="folHlink"/>
              </a:buClr>
              <a:buSzPct val="60000"/>
              <a:buFont typeface="Wingdings" panose="05000000000000000000" pitchFamily="2" charset="2"/>
              <a:buChar char="n"/>
              <a:defRPr sz="2000">
                <a:solidFill>
                  <a:schemeClr val="tx1"/>
                </a:solidFill>
                <a:effectLst>
                  <a:outerShdw blurRad="38100" dist="38100" dir="2700000" algn="tl">
                    <a:srgbClr val="000000"/>
                  </a:outerShdw>
                </a:effectLst>
                <a:latin typeface="+mn-lt"/>
                <a:ea typeface="+mn-ea"/>
              </a:defRPr>
            </a:lvl8pPr>
            <a:lvl9pPr marL="3886200" indent="-228600" algn="l" rtl="0" fontAlgn="base">
              <a:spcBef>
                <a:spcPct val="20000"/>
              </a:spcBef>
              <a:spcAft>
                <a:spcPct val="0"/>
              </a:spcAft>
              <a:buClr>
                <a:schemeClr val="folHlink"/>
              </a:buClr>
              <a:buSzPct val="60000"/>
              <a:buFont typeface="Wingdings" panose="05000000000000000000" pitchFamily="2" charset="2"/>
              <a:buChar char="n"/>
              <a:defRPr sz="2000">
                <a:solidFill>
                  <a:schemeClr val="tx1"/>
                </a:solidFill>
                <a:effectLst>
                  <a:outerShdw blurRad="38100" dist="38100" dir="2700000" algn="tl">
                    <a:srgbClr val="000000"/>
                  </a:outerShdw>
                </a:effectLst>
                <a:latin typeface="+mn-lt"/>
                <a:ea typeface="+mn-ea"/>
              </a:defRPr>
            </a:lvl9pPr>
          </a:lstStyle>
          <a:p>
            <a:pPr algn="just" eaLnBrk="1" hangingPunct="1">
              <a:defRPr/>
            </a:pPr>
            <a:r>
              <a:rPr lang="zh-CN" altLang="en-US" sz="2800" kern="0" dirty="0" smtClean="0"/>
              <a:t>格式：</a:t>
            </a:r>
            <a:endParaRPr lang="zh-CN" altLang="en-US" sz="2800" kern="0" dirty="0"/>
          </a:p>
          <a:p>
            <a:pPr marL="457200" lvl="1" indent="0" algn="just" eaLnBrk="1" hangingPunct="1">
              <a:lnSpc>
                <a:spcPct val="110000"/>
              </a:lnSpc>
              <a:buFontTx/>
              <a:buNone/>
              <a:defRPr/>
            </a:pPr>
            <a:r>
              <a:rPr lang="en-US" altLang="zh-CN" sz="2400" b="1" kern="0" dirty="0" smtClean="0">
                <a:solidFill>
                  <a:srgbClr val="FFC000"/>
                </a:solidFill>
              </a:rPr>
              <a:t>for </a:t>
            </a:r>
            <a:r>
              <a:rPr lang="en-US" altLang="zh-CN" sz="2400" b="1" kern="0" dirty="0">
                <a:solidFill>
                  <a:srgbClr val="FFC000"/>
                </a:solidFill>
              </a:rPr>
              <a:t>(</a:t>
            </a:r>
            <a:r>
              <a:rPr lang="en-US" altLang="zh-CN" sz="2400" kern="0" dirty="0"/>
              <a:t>&lt;</a:t>
            </a:r>
            <a:r>
              <a:rPr lang="zh-CN" altLang="en-US" sz="2400" kern="0" dirty="0"/>
              <a:t>表达式</a:t>
            </a:r>
            <a:r>
              <a:rPr lang="en-US" altLang="zh-CN" sz="2400" kern="0" dirty="0"/>
              <a:t>1&gt;</a:t>
            </a:r>
            <a:r>
              <a:rPr lang="en-US" altLang="zh-CN" sz="2400" b="1" kern="0" dirty="0">
                <a:solidFill>
                  <a:srgbClr val="FFC000"/>
                </a:solidFill>
              </a:rPr>
              <a:t>;</a:t>
            </a:r>
            <a:r>
              <a:rPr lang="en-US" altLang="zh-CN" sz="2400" kern="0" dirty="0"/>
              <a:t>&lt;</a:t>
            </a:r>
            <a:r>
              <a:rPr lang="zh-CN" altLang="en-US" sz="2400" kern="0" dirty="0"/>
              <a:t>表达式</a:t>
            </a:r>
            <a:r>
              <a:rPr lang="en-US" altLang="zh-CN" sz="2400" kern="0" dirty="0"/>
              <a:t>2&gt;</a:t>
            </a:r>
            <a:r>
              <a:rPr lang="en-US" altLang="zh-CN" sz="2400" b="1" kern="0" dirty="0">
                <a:solidFill>
                  <a:srgbClr val="FFC000"/>
                </a:solidFill>
              </a:rPr>
              <a:t>;</a:t>
            </a:r>
            <a:r>
              <a:rPr lang="en-US" altLang="zh-CN" sz="2400" kern="0" dirty="0"/>
              <a:t>&lt;</a:t>
            </a:r>
            <a:r>
              <a:rPr lang="zh-CN" altLang="en-US" sz="2400" kern="0" dirty="0"/>
              <a:t>表达式</a:t>
            </a:r>
            <a:r>
              <a:rPr lang="en-US" altLang="zh-CN" sz="2400" kern="0" dirty="0"/>
              <a:t>3&gt;</a:t>
            </a:r>
            <a:r>
              <a:rPr lang="en-US" altLang="zh-CN" sz="2400" b="1" kern="0" dirty="0">
                <a:solidFill>
                  <a:srgbClr val="FFC000"/>
                </a:solidFill>
              </a:rPr>
              <a:t>)</a:t>
            </a:r>
            <a:r>
              <a:rPr lang="en-US" altLang="zh-CN" sz="2400" kern="0" dirty="0"/>
              <a:t> &lt;</a:t>
            </a:r>
            <a:r>
              <a:rPr lang="zh-CN" altLang="en-US" sz="2400" kern="0" dirty="0"/>
              <a:t>语句</a:t>
            </a:r>
            <a:r>
              <a:rPr lang="en-US" altLang="zh-CN" sz="2400" kern="0" dirty="0"/>
              <a:t>&gt;</a:t>
            </a:r>
            <a:endParaRPr lang="en-US" altLang="zh-CN" sz="2400" kern="0" dirty="0"/>
          </a:p>
          <a:p>
            <a:pPr marL="622300" lvl="1" indent="-342900" eaLnBrk="1" hangingPunct="1">
              <a:lnSpc>
                <a:spcPct val="110000"/>
              </a:lnSpc>
              <a:buClr>
                <a:schemeClr val="hlink"/>
              </a:buClr>
              <a:buSzPct val="60000"/>
              <a:defRPr/>
            </a:pPr>
            <a:r>
              <a:rPr lang="en-US" altLang="zh-CN" sz="2000" kern="0" dirty="0" smtClean="0"/>
              <a:t>&lt;</a:t>
            </a:r>
            <a:r>
              <a:rPr lang="zh-CN" altLang="en-US" sz="2000" kern="0" dirty="0"/>
              <a:t>表达式</a:t>
            </a:r>
            <a:r>
              <a:rPr lang="en-US" altLang="zh-CN" sz="2000" kern="0" dirty="0"/>
              <a:t>1</a:t>
            </a:r>
            <a:r>
              <a:rPr lang="en-US" altLang="zh-CN" sz="2000" kern="0" dirty="0" smtClean="0"/>
              <a:t>&gt;</a:t>
            </a:r>
            <a:r>
              <a:rPr lang="zh-CN" altLang="en-US" sz="2000" kern="0" dirty="0"/>
              <a:t>为任意</a:t>
            </a:r>
            <a:r>
              <a:rPr lang="zh-CN" altLang="en-US" sz="2000" kern="0" dirty="0" smtClean="0"/>
              <a:t>表达式</a:t>
            </a:r>
            <a:r>
              <a:rPr lang="zh-CN" altLang="en-US" sz="2000" kern="0" dirty="0"/>
              <a:t>，一般为</a:t>
            </a:r>
            <a:r>
              <a:rPr lang="zh-CN" altLang="en-US" sz="2000" kern="0" dirty="0">
                <a:solidFill>
                  <a:srgbClr val="FFC000"/>
                </a:solidFill>
              </a:rPr>
              <a:t>赋值</a:t>
            </a:r>
            <a:r>
              <a:rPr lang="zh-CN" altLang="en-US" sz="2000" kern="0" dirty="0" smtClean="0">
                <a:solidFill>
                  <a:srgbClr val="FFC000"/>
                </a:solidFill>
              </a:rPr>
              <a:t>表达式</a:t>
            </a:r>
            <a:r>
              <a:rPr lang="zh-CN" altLang="en-US" sz="2000" dirty="0"/>
              <a:t>，</a:t>
            </a:r>
            <a:r>
              <a:rPr lang="zh-CN" altLang="en-US" sz="2000" kern="0" dirty="0" smtClean="0"/>
              <a:t>表示</a:t>
            </a:r>
            <a:r>
              <a:rPr lang="zh-CN" altLang="en-US" sz="2000" kern="0" dirty="0"/>
              <a:t>循环初始化</a:t>
            </a:r>
            <a:endParaRPr lang="en-US" altLang="zh-CN" sz="2000" kern="0" dirty="0" smtClean="0"/>
          </a:p>
          <a:p>
            <a:pPr marL="622300" lvl="1" indent="-342900" eaLnBrk="1" hangingPunct="1">
              <a:lnSpc>
                <a:spcPct val="110000"/>
              </a:lnSpc>
              <a:buClr>
                <a:schemeClr val="hlink"/>
              </a:buClr>
              <a:buSzPct val="60000"/>
              <a:defRPr/>
            </a:pPr>
            <a:r>
              <a:rPr lang="en-US" altLang="zh-CN" sz="2000" kern="0" dirty="0" smtClean="0"/>
              <a:t>&lt;</a:t>
            </a:r>
            <a:r>
              <a:rPr lang="zh-CN" altLang="en-US" sz="2000" kern="0" dirty="0"/>
              <a:t>表达式</a:t>
            </a:r>
            <a:r>
              <a:rPr lang="en-US" altLang="zh-CN" sz="2000" kern="0" dirty="0"/>
              <a:t>2</a:t>
            </a:r>
            <a:r>
              <a:rPr lang="en-US" altLang="zh-CN" sz="2000" kern="0" dirty="0" smtClean="0"/>
              <a:t>&gt;</a:t>
            </a:r>
            <a:r>
              <a:rPr lang="zh-CN" altLang="en-US" sz="2000" kern="0" dirty="0"/>
              <a:t>为任意</a:t>
            </a:r>
            <a:r>
              <a:rPr lang="zh-CN" altLang="en-US" sz="2000" kern="0" dirty="0" smtClean="0"/>
              <a:t>表达式</a:t>
            </a:r>
            <a:r>
              <a:rPr lang="zh-CN" altLang="en-US" sz="2000" kern="0" dirty="0"/>
              <a:t>，一般为</a:t>
            </a:r>
            <a:r>
              <a:rPr lang="zh-CN" altLang="en-US" sz="2000" kern="0" dirty="0">
                <a:solidFill>
                  <a:srgbClr val="FFC000"/>
                </a:solidFill>
              </a:rPr>
              <a:t>关系或</a:t>
            </a:r>
            <a:r>
              <a:rPr lang="zh-CN" altLang="en-US" sz="2000" kern="0" dirty="0" smtClean="0">
                <a:solidFill>
                  <a:srgbClr val="FFC000"/>
                </a:solidFill>
              </a:rPr>
              <a:t>逻辑表达式</a:t>
            </a:r>
            <a:r>
              <a:rPr lang="zh-CN" altLang="en-US" sz="2000" kern="0" dirty="0"/>
              <a:t>，</a:t>
            </a:r>
            <a:r>
              <a:rPr lang="zh-CN" altLang="en-US" sz="2000" kern="0" dirty="0" smtClean="0"/>
              <a:t>表示</a:t>
            </a:r>
            <a:r>
              <a:rPr lang="zh-CN" altLang="en-US" sz="2000" kern="0" dirty="0"/>
              <a:t>循环条件</a:t>
            </a:r>
            <a:endParaRPr lang="en-US" altLang="zh-CN" sz="2000" kern="0" dirty="0" smtClean="0"/>
          </a:p>
          <a:p>
            <a:pPr marL="622300" lvl="1" indent="-342900" eaLnBrk="1" hangingPunct="1">
              <a:lnSpc>
                <a:spcPct val="110000"/>
              </a:lnSpc>
              <a:buClr>
                <a:schemeClr val="hlink"/>
              </a:buClr>
              <a:buSzPct val="60000"/>
              <a:defRPr/>
            </a:pPr>
            <a:r>
              <a:rPr lang="en-US" altLang="zh-CN" sz="2000" kern="0" dirty="0" smtClean="0"/>
              <a:t>&lt;</a:t>
            </a:r>
            <a:r>
              <a:rPr lang="zh-CN" altLang="en-US" sz="2000" kern="0" dirty="0"/>
              <a:t>表达式</a:t>
            </a:r>
            <a:r>
              <a:rPr lang="en-US" altLang="zh-CN" sz="2000" kern="0" dirty="0"/>
              <a:t>3</a:t>
            </a:r>
            <a:r>
              <a:rPr lang="en-US" altLang="zh-CN" sz="2000" kern="0" dirty="0" smtClean="0"/>
              <a:t>&gt;</a:t>
            </a:r>
            <a:r>
              <a:rPr lang="zh-CN" altLang="en-US" sz="2000" kern="0" dirty="0"/>
              <a:t>为任意表达式</a:t>
            </a:r>
            <a:r>
              <a:rPr lang="zh-CN" altLang="en-US" sz="2000" kern="0" dirty="0" smtClean="0"/>
              <a:t>，</a:t>
            </a:r>
            <a:r>
              <a:rPr lang="zh-CN" altLang="en-US" sz="2000" kern="0" dirty="0"/>
              <a:t>一般为</a:t>
            </a:r>
            <a:r>
              <a:rPr lang="zh-CN" altLang="en-US" sz="2000" kern="0" dirty="0">
                <a:solidFill>
                  <a:srgbClr val="FFC000"/>
                </a:solidFill>
              </a:rPr>
              <a:t>自增</a:t>
            </a:r>
            <a:r>
              <a:rPr lang="en-US" altLang="zh-CN" sz="2000" kern="0" dirty="0">
                <a:solidFill>
                  <a:srgbClr val="FFC000"/>
                </a:solidFill>
              </a:rPr>
              <a:t>/</a:t>
            </a:r>
            <a:r>
              <a:rPr lang="zh-CN" altLang="en-US" sz="2000" kern="0" dirty="0">
                <a:solidFill>
                  <a:srgbClr val="FFC000"/>
                </a:solidFill>
              </a:rPr>
              <a:t>自减的</a:t>
            </a:r>
            <a:r>
              <a:rPr lang="zh-CN" altLang="en-US" sz="2000" kern="0" dirty="0" smtClean="0">
                <a:solidFill>
                  <a:srgbClr val="FFC000"/>
                </a:solidFill>
              </a:rPr>
              <a:t>算术表达式</a:t>
            </a:r>
            <a:r>
              <a:rPr lang="zh-CN" altLang="en-US" sz="2000" kern="0" dirty="0" smtClean="0"/>
              <a:t>，表示</a:t>
            </a:r>
            <a:r>
              <a:rPr lang="zh-CN" altLang="en-US" sz="2000" kern="0" dirty="0"/>
              <a:t>下一次循环的</a:t>
            </a:r>
            <a:r>
              <a:rPr lang="zh-CN" altLang="en-US" sz="2000" kern="0" dirty="0" smtClean="0"/>
              <a:t>准备</a:t>
            </a:r>
            <a:endParaRPr lang="en-US" altLang="zh-CN" sz="2000" kern="0" dirty="0" smtClean="0"/>
          </a:p>
          <a:p>
            <a:pPr marL="622300" lvl="1" indent="-342900" eaLnBrk="1" hangingPunct="1">
              <a:lnSpc>
                <a:spcPct val="110000"/>
              </a:lnSpc>
              <a:buClr>
                <a:schemeClr val="hlink"/>
              </a:buClr>
              <a:buSzPct val="60000"/>
              <a:defRPr/>
            </a:pPr>
            <a:r>
              <a:rPr lang="en-US" altLang="zh-CN" sz="2000" kern="0" dirty="0" smtClean="0"/>
              <a:t>&lt;</a:t>
            </a:r>
            <a:r>
              <a:rPr lang="zh-CN" altLang="en-US" sz="2000" kern="0" dirty="0"/>
              <a:t>语句</a:t>
            </a:r>
            <a:r>
              <a:rPr lang="en-US" altLang="zh-CN" sz="2000" kern="0" dirty="0" smtClean="0"/>
              <a:t>&gt;</a:t>
            </a:r>
            <a:r>
              <a:rPr lang="zh-CN" altLang="en-US" sz="2000" kern="0" dirty="0" smtClean="0"/>
              <a:t>可以</a:t>
            </a:r>
            <a:r>
              <a:rPr lang="zh-CN" altLang="en-US" sz="2000" dirty="0" smtClean="0"/>
              <a:t>是</a:t>
            </a:r>
            <a:r>
              <a:rPr lang="zh-CN" altLang="en-US" sz="2000" dirty="0"/>
              <a:t>任意</a:t>
            </a:r>
            <a:r>
              <a:rPr lang="zh-CN" altLang="en-US" sz="2000" dirty="0" smtClean="0"/>
              <a:t>一个</a:t>
            </a:r>
            <a:r>
              <a:rPr lang="en-US" altLang="zh-CN" sz="2000" dirty="0" smtClean="0"/>
              <a:t>C++</a:t>
            </a:r>
            <a:r>
              <a:rPr lang="zh-CN" altLang="en-US" sz="2000" dirty="0" smtClean="0"/>
              <a:t>语句</a:t>
            </a:r>
            <a:r>
              <a:rPr lang="zh-CN" altLang="en-US" sz="2000" dirty="0"/>
              <a:t>（包括结构语句</a:t>
            </a:r>
            <a:r>
              <a:rPr lang="zh-CN" altLang="en-US" sz="2000" dirty="0" smtClean="0"/>
              <a:t>），表示循环体</a:t>
            </a:r>
            <a:endParaRPr lang="en-US" altLang="zh-CN" sz="2000" kern="0" dirty="0" smtClean="0"/>
          </a:p>
          <a:p>
            <a:pPr marL="222250" eaLnBrk="1" hangingPunct="1">
              <a:lnSpc>
                <a:spcPct val="110000"/>
              </a:lnSpc>
              <a:defRPr/>
            </a:pPr>
            <a:r>
              <a:rPr lang="zh-CN" altLang="en-US" sz="2800" kern="0" dirty="0" smtClean="0"/>
              <a:t>含义：</a:t>
            </a:r>
            <a:endParaRPr lang="zh-CN" altLang="en-US" sz="2800" kern="0" dirty="0"/>
          </a:p>
        </p:txBody>
      </p:sp>
      <p:pic>
        <p:nvPicPr>
          <p:cNvPr id="2" name="图片 1"/>
          <p:cNvPicPr>
            <a:picLocks noChangeAspect="1"/>
          </p:cNvPicPr>
          <p:nvPr/>
        </p:nvPicPr>
        <p:blipFill>
          <a:blip r:embed="rId1"/>
          <a:stretch>
            <a:fillRect/>
          </a:stretch>
        </p:blipFill>
        <p:spPr>
          <a:xfrm>
            <a:off x="2483768" y="3555082"/>
            <a:ext cx="4223129" cy="3258294"/>
          </a:xfrm>
          <a:prstGeom prst="rect">
            <a:avLst/>
          </a:prstGeom>
        </p:spPr>
      </p:pic>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9" name="Rectangle 3"/>
          <p:cNvSpPr>
            <a:spLocks noGrp="1" noChangeArrowheads="1"/>
          </p:cNvSpPr>
          <p:nvPr>
            <p:ph type="body" idx="1"/>
          </p:nvPr>
        </p:nvSpPr>
        <p:spPr>
          <a:xfrm>
            <a:off x="323850" y="1196975"/>
            <a:ext cx="8640763" cy="5400675"/>
          </a:xfrm>
        </p:spPr>
        <p:txBody>
          <a:bodyPr>
            <a:normAutofit fontScale="92500" lnSpcReduction="10000"/>
          </a:bodyPr>
          <a:lstStyle/>
          <a:p>
            <a:pPr eaLnBrk="1" hangingPunct="1">
              <a:lnSpc>
                <a:spcPct val="90000"/>
              </a:lnSpc>
              <a:buFont typeface="Wingdings" panose="05000000000000000000" pitchFamily="2" charset="2"/>
              <a:buNone/>
              <a:defRPr/>
            </a:pPr>
            <a:r>
              <a:rPr lang="en-US" altLang="zh-CN" sz="2400" dirty="0" smtClean="0">
                <a:cs typeface="Courier New" panose="02070309020205020404" pitchFamily="49" charset="0"/>
              </a:rPr>
              <a:t>#include &lt;</a:t>
            </a:r>
            <a:r>
              <a:rPr lang="en-US" altLang="zh-CN" sz="2400" dirty="0" err="1" smtClean="0">
                <a:cs typeface="Courier New" panose="02070309020205020404" pitchFamily="49" charset="0"/>
              </a:rPr>
              <a:t>iostream</a:t>
            </a:r>
            <a:r>
              <a:rPr lang="en-US" altLang="zh-CN" sz="2400" dirty="0" smtClean="0">
                <a:cs typeface="Courier New" panose="02070309020205020404" pitchFamily="49" charset="0"/>
              </a:rPr>
              <a:t>&gt;</a:t>
            </a:r>
            <a:endParaRPr lang="en-US" altLang="zh-CN" sz="2400" dirty="0" smtClean="0">
              <a:cs typeface="Courier New" panose="02070309020205020404" pitchFamily="49" charset="0"/>
            </a:endParaRPr>
          </a:p>
          <a:p>
            <a:pPr eaLnBrk="1" hangingPunct="1">
              <a:lnSpc>
                <a:spcPct val="90000"/>
              </a:lnSpc>
              <a:buFont typeface="Wingdings" panose="05000000000000000000" pitchFamily="2" charset="2"/>
              <a:buNone/>
              <a:defRPr/>
            </a:pPr>
            <a:r>
              <a:rPr lang="en-US" altLang="zh-CN" sz="2400" dirty="0" smtClean="0">
                <a:cs typeface="Courier New" panose="02070309020205020404" pitchFamily="49" charset="0"/>
              </a:rPr>
              <a:t>using namespace </a:t>
            </a:r>
            <a:r>
              <a:rPr lang="en-US" altLang="zh-CN" sz="2400" dirty="0" err="1" smtClean="0">
                <a:cs typeface="Courier New" panose="02070309020205020404" pitchFamily="49" charset="0"/>
              </a:rPr>
              <a:t>std</a:t>
            </a:r>
            <a:r>
              <a:rPr lang="en-US" altLang="zh-CN" sz="2400" dirty="0" smtClean="0">
                <a:cs typeface="Courier New" panose="02070309020205020404" pitchFamily="49" charset="0"/>
              </a:rPr>
              <a:t>;</a:t>
            </a:r>
            <a:endParaRPr lang="en-US" altLang="zh-CN" sz="2400" dirty="0" smtClean="0">
              <a:cs typeface="Courier New" panose="02070309020205020404" pitchFamily="49" charset="0"/>
            </a:endParaRPr>
          </a:p>
          <a:p>
            <a:pPr eaLnBrk="1" hangingPunct="1">
              <a:lnSpc>
                <a:spcPct val="90000"/>
              </a:lnSpc>
              <a:buFont typeface="Wingdings" panose="05000000000000000000" pitchFamily="2" charset="2"/>
              <a:buNone/>
              <a:defRPr/>
            </a:pPr>
            <a:r>
              <a:rPr lang="en-US" altLang="zh-CN" sz="2400" dirty="0" err="1" smtClean="0">
                <a:cs typeface="Courier New" panose="02070309020205020404" pitchFamily="49" charset="0"/>
              </a:rPr>
              <a:t>int</a:t>
            </a:r>
            <a:r>
              <a:rPr lang="en-US" altLang="zh-CN" sz="2400" dirty="0" smtClean="0">
                <a:cs typeface="Courier New" panose="02070309020205020404" pitchFamily="49" charset="0"/>
              </a:rPr>
              <a:t> main()</a:t>
            </a:r>
            <a:endParaRPr lang="en-US" altLang="zh-CN" sz="2400" dirty="0" smtClean="0">
              <a:cs typeface="Courier New" panose="02070309020205020404" pitchFamily="49" charset="0"/>
            </a:endParaRPr>
          </a:p>
          <a:p>
            <a:pPr eaLnBrk="1" hangingPunct="1">
              <a:lnSpc>
                <a:spcPct val="90000"/>
              </a:lnSpc>
              <a:buFont typeface="Wingdings" panose="05000000000000000000" pitchFamily="2" charset="2"/>
              <a:buNone/>
              <a:defRPr/>
            </a:pPr>
            <a:r>
              <a:rPr lang="en-US" altLang="zh-CN" sz="2400" dirty="0" smtClean="0">
                <a:cs typeface="Courier New" panose="02070309020205020404" pitchFamily="49" charset="0"/>
              </a:rPr>
              <a:t>{	</a:t>
            </a:r>
            <a:r>
              <a:rPr lang="en-US" altLang="zh-CN" sz="2400" dirty="0" err="1" smtClean="0">
                <a:cs typeface="Courier New" panose="02070309020205020404" pitchFamily="49" charset="0"/>
              </a:rPr>
              <a:t>int</a:t>
            </a:r>
            <a:r>
              <a:rPr lang="en-US" altLang="zh-CN" sz="2400" dirty="0" smtClean="0">
                <a:cs typeface="Courier New" panose="02070309020205020404" pitchFamily="49" charset="0"/>
              </a:rPr>
              <a:t> </a:t>
            </a:r>
            <a:r>
              <a:rPr lang="en-US" altLang="zh-CN" sz="2400" dirty="0" err="1" smtClean="0">
                <a:cs typeface="Courier New" panose="02070309020205020404" pitchFamily="49" charset="0"/>
              </a:rPr>
              <a:t>n,i,f</a:t>
            </a:r>
            <a:r>
              <a:rPr lang="en-US" altLang="zh-CN" sz="2400" dirty="0" smtClean="0">
                <a:cs typeface="Courier New" panose="02070309020205020404" pitchFamily="49" charset="0"/>
              </a:rPr>
              <a:t>;</a:t>
            </a:r>
            <a:endParaRPr lang="en-US" altLang="zh-CN" sz="2400" dirty="0" smtClean="0">
              <a:cs typeface="Courier New" panose="02070309020205020404" pitchFamily="49" charset="0"/>
            </a:endParaRPr>
          </a:p>
          <a:p>
            <a:pPr eaLnBrk="1" hangingPunct="1">
              <a:lnSpc>
                <a:spcPct val="90000"/>
              </a:lnSpc>
              <a:buFont typeface="Wingdings" panose="05000000000000000000" pitchFamily="2" charset="2"/>
              <a:buNone/>
              <a:defRPr/>
            </a:pPr>
            <a:r>
              <a:rPr lang="en-US" altLang="zh-CN" sz="2400" dirty="0" smtClean="0">
                <a:cs typeface="Courier New" panose="02070309020205020404" pitchFamily="49" charset="0"/>
              </a:rPr>
              <a:t>	</a:t>
            </a:r>
            <a:r>
              <a:rPr lang="en-US" altLang="zh-CN" sz="2400" dirty="0" err="1" smtClean="0">
                <a:cs typeface="Courier New" panose="02070309020205020404" pitchFamily="49" charset="0"/>
              </a:rPr>
              <a:t>cin</a:t>
            </a:r>
            <a:r>
              <a:rPr lang="en-US" altLang="zh-CN" sz="2400" dirty="0" smtClean="0">
                <a:cs typeface="Courier New" panose="02070309020205020404" pitchFamily="49" charset="0"/>
              </a:rPr>
              <a:t> &gt;&gt; n;</a:t>
            </a:r>
            <a:endParaRPr lang="en-US" altLang="zh-CN" sz="2400" dirty="0" smtClean="0">
              <a:cs typeface="Courier New" panose="02070309020205020404" pitchFamily="49" charset="0"/>
            </a:endParaRPr>
          </a:p>
          <a:p>
            <a:pPr eaLnBrk="1" hangingPunct="1">
              <a:lnSpc>
                <a:spcPct val="90000"/>
              </a:lnSpc>
              <a:buFont typeface="Wingdings" panose="05000000000000000000" pitchFamily="2" charset="2"/>
              <a:buNone/>
              <a:defRPr/>
            </a:pPr>
            <a:r>
              <a:rPr lang="en-US" altLang="zh-CN" sz="2400" dirty="0" smtClean="0">
                <a:cs typeface="Courier New" panose="02070309020205020404" pitchFamily="49" charset="0"/>
              </a:rPr>
              <a:t>	for (</a:t>
            </a:r>
            <a:r>
              <a:rPr lang="en-US" altLang="zh-CN" sz="2400" dirty="0" err="1" smtClean="0">
                <a:cs typeface="Courier New" panose="02070309020205020404" pitchFamily="49" charset="0"/>
              </a:rPr>
              <a:t>i</a:t>
            </a:r>
            <a:r>
              <a:rPr lang="en-US" altLang="zh-CN" sz="2400" dirty="0" smtClean="0">
                <a:cs typeface="Courier New" panose="02070309020205020404" pitchFamily="49" charset="0"/>
              </a:rPr>
              <a:t>=2,f=1    //</a:t>
            </a:r>
            <a:r>
              <a:rPr lang="zh-CN" altLang="en-US" sz="2400" dirty="0" smtClean="0"/>
              <a:t>循环初始化</a:t>
            </a:r>
            <a:endParaRPr lang="zh-CN" altLang="en-US" sz="2400" dirty="0" smtClean="0">
              <a:cs typeface="Courier New" panose="02070309020205020404" pitchFamily="49" charset="0"/>
            </a:endParaRPr>
          </a:p>
          <a:p>
            <a:pPr eaLnBrk="1" hangingPunct="1">
              <a:lnSpc>
                <a:spcPct val="90000"/>
              </a:lnSpc>
              <a:buFont typeface="Wingdings" panose="05000000000000000000" pitchFamily="2" charset="2"/>
              <a:buNone/>
              <a:defRPr/>
            </a:pPr>
            <a:r>
              <a:rPr lang="zh-CN" altLang="en-US" sz="2400" dirty="0" smtClean="0">
                <a:cs typeface="Courier New" panose="02070309020205020404" pitchFamily="49" charset="0"/>
              </a:rPr>
              <a:t>		</a:t>
            </a:r>
            <a:r>
              <a:rPr lang="en-US" altLang="zh-CN" sz="2400" dirty="0" smtClean="0">
                <a:cs typeface="Courier New" panose="02070309020205020404" pitchFamily="49" charset="0"/>
              </a:rPr>
              <a:t>; </a:t>
            </a:r>
            <a:endParaRPr lang="en-US" altLang="zh-CN" sz="2400" dirty="0" smtClean="0">
              <a:cs typeface="Courier New" panose="02070309020205020404" pitchFamily="49" charset="0"/>
            </a:endParaRPr>
          </a:p>
          <a:p>
            <a:pPr eaLnBrk="1" hangingPunct="1">
              <a:lnSpc>
                <a:spcPct val="90000"/>
              </a:lnSpc>
              <a:buFont typeface="Wingdings" panose="05000000000000000000" pitchFamily="2" charset="2"/>
              <a:buNone/>
              <a:defRPr/>
            </a:pPr>
            <a:r>
              <a:rPr lang="en-US" altLang="zh-CN" sz="2400" dirty="0" smtClean="0">
                <a:cs typeface="Courier New" panose="02070309020205020404" pitchFamily="49" charset="0"/>
              </a:rPr>
              <a:t>		</a:t>
            </a:r>
            <a:r>
              <a:rPr lang="en-US" altLang="zh-CN" sz="2400" dirty="0" err="1" smtClean="0">
                <a:cs typeface="Courier New" panose="02070309020205020404" pitchFamily="49" charset="0"/>
              </a:rPr>
              <a:t>i</a:t>
            </a:r>
            <a:r>
              <a:rPr lang="en-US" altLang="zh-CN" sz="2400" dirty="0" smtClean="0">
                <a:cs typeface="Courier New" panose="02070309020205020404" pitchFamily="49" charset="0"/>
              </a:rPr>
              <a:t>&lt;=n  //</a:t>
            </a:r>
            <a:r>
              <a:rPr lang="zh-CN" altLang="en-US" sz="2400" dirty="0" smtClean="0"/>
              <a:t>循环条件</a:t>
            </a:r>
            <a:endParaRPr lang="zh-CN" altLang="en-US" sz="2400" dirty="0" smtClean="0">
              <a:cs typeface="Courier New" panose="02070309020205020404" pitchFamily="49" charset="0"/>
            </a:endParaRPr>
          </a:p>
          <a:p>
            <a:pPr eaLnBrk="1" hangingPunct="1">
              <a:lnSpc>
                <a:spcPct val="90000"/>
              </a:lnSpc>
              <a:buFont typeface="Wingdings" panose="05000000000000000000" pitchFamily="2" charset="2"/>
              <a:buNone/>
              <a:defRPr/>
            </a:pPr>
            <a:r>
              <a:rPr lang="zh-CN" altLang="en-US" sz="2400" dirty="0" smtClean="0">
                <a:cs typeface="Courier New" panose="02070309020205020404" pitchFamily="49" charset="0"/>
              </a:rPr>
              <a:t>		</a:t>
            </a:r>
            <a:r>
              <a:rPr lang="en-US" altLang="zh-CN" sz="2400" dirty="0" smtClean="0">
                <a:cs typeface="Courier New" panose="02070309020205020404" pitchFamily="49" charset="0"/>
              </a:rPr>
              <a:t>;</a:t>
            </a:r>
            <a:endParaRPr lang="en-US" altLang="zh-CN" sz="2400" dirty="0" smtClean="0">
              <a:cs typeface="Courier New" panose="02070309020205020404" pitchFamily="49" charset="0"/>
            </a:endParaRPr>
          </a:p>
          <a:p>
            <a:pPr eaLnBrk="1" hangingPunct="1">
              <a:lnSpc>
                <a:spcPct val="90000"/>
              </a:lnSpc>
              <a:buFont typeface="Wingdings" panose="05000000000000000000" pitchFamily="2" charset="2"/>
              <a:buNone/>
              <a:defRPr/>
            </a:pPr>
            <a:r>
              <a:rPr lang="en-US" altLang="zh-CN" sz="2400" dirty="0" smtClean="0">
                <a:cs typeface="Courier New" panose="02070309020205020404" pitchFamily="49" charset="0"/>
              </a:rPr>
              <a:t>		</a:t>
            </a:r>
            <a:r>
              <a:rPr lang="en-US" altLang="zh-CN" sz="2400" dirty="0" err="1" smtClean="0">
                <a:cs typeface="Courier New" panose="02070309020205020404" pitchFamily="49" charset="0"/>
              </a:rPr>
              <a:t>i</a:t>
            </a:r>
            <a:r>
              <a:rPr lang="en-US" altLang="zh-CN" sz="2400" dirty="0" smtClean="0">
                <a:cs typeface="Courier New" panose="02070309020205020404" pitchFamily="49" charset="0"/>
              </a:rPr>
              <a:t>++)  //</a:t>
            </a:r>
            <a:r>
              <a:rPr lang="zh-CN" altLang="en-US" sz="2400" dirty="0" smtClean="0"/>
              <a:t>下一次循环准备</a:t>
            </a:r>
            <a:endParaRPr lang="zh-CN" altLang="en-US" sz="2400" dirty="0" smtClean="0">
              <a:cs typeface="Courier New" panose="02070309020205020404" pitchFamily="49" charset="0"/>
            </a:endParaRPr>
          </a:p>
          <a:p>
            <a:pPr eaLnBrk="1" hangingPunct="1">
              <a:lnSpc>
                <a:spcPct val="90000"/>
              </a:lnSpc>
              <a:buFont typeface="Wingdings" panose="05000000000000000000" pitchFamily="2" charset="2"/>
              <a:buNone/>
              <a:defRPr/>
            </a:pPr>
            <a:r>
              <a:rPr lang="zh-CN" altLang="en-US" sz="2400" dirty="0" smtClean="0">
                <a:cs typeface="Courier New" panose="02070309020205020404" pitchFamily="49" charset="0"/>
              </a:rPr>
              <a:t>	</a:t>
            </a:r>
            <a:r>
              <a:rPr lang="en-US" altLang="zh-CN" sz="2400" dirty="0">
                <a:cs typeface="Courier New" panose="02070309020205020404" pitchFamily="49" charset="0"/>
              </a:rPr>
              <a:t>{</a:t>
            </a:r>
            <a:r>
              <a:rPr lang="zh-CN" altLang="en-US" sz="2400" dirty="0" smtClean="0">
                <a:cs typeface="Courier New" panose="02070309020205020404" pitchFamily="49" charset="0"/>
              </a:rPr>
              <a:t>  </a:t>
            </a:r>
            <a:r>
              <a:rPr lang="en-US" altLang="zh-CN" sz="2400" dirty="0" smtClean="0">
                <a:cs typeface="Courier New" panose="02070309020205020404" pitchFamily="49" charset="0"/>
              </a:rPr>
              <a:t>f *= </a:t>
            </a:r>
            <a:r>
              <a:rPr lang="en-US" altLang="zh-CN" sz="2400" dirty="0" err="1" smtClean="0">
                <a:cs typeface="Courier New" panose="02070309020205020404" pitchFamily="49" charset="0"/>
              </a:rPr>
              <a:t>i</a:t>
            </a:r>
            <a:r>
              <a:rPr lang="en-US" altLang="zh-CN" sz="2400" dirty="0" smtClean="0">
                <a:cs typeface="Courier New" panose="02070309020205020404" pitchFamily="49" charset="0"/>
              </a:rPr>
              <a:t>;   //</a:t>
            </a:r>
            <a:r>
              <a:rPr lang="zh-CN" altLang="en-US" sz="2400" dirty="0" smtClean="0">
                <a:cs typeface="Courier New" panose="02070309020205020404" pitchFamily="49" charset="0"/>
              </a:rPr>
              <a:t>重复操作</a:t>
            </a:r>
            <a:r>
              <a:rPr lang="en-US" altLang="zh-CN" sz="2400" dirty="0" smtClean="0">
                <a:cs typeface="Courier New" panose="02070309020205020404" pitchFamily="49" charset="0"/>
              </a:rPr>
              <a:t>  </a:t>
            </a:r>
            <a:endParaRPr lang="en-US" altLang="zh-CN" sz="2400" dirty="0" smtClean="0"/>
          </a:p>
          <a:p>
            <a:pPr eaLnBrk="1" hangingPunct="1">
              <a:lnSpc>
                <a:spcPct val="90000"/>
              </a:lnSpc>
              <a:buNone/>
              <a:defRPr/>
            </a:pPr>
            <a:r>
              <a:rPr lang="en-US" altLang="zh-CN" sz="2400" dirty="0">
                <a:cs typeface="Courier New" panose="02070309020205020404" pitchFamily="49" charset="0"/>
              </a:rPr>
              <a:t> </a:t>
            </a:r>
            <a:r>
              <a:rPr lang="en-US" altLang="zh-CN" sz="2400" dirty="0" smtClean="0">
                <a:cs typeface="Courier New" panose="02070309020205020404" pitchFamily="49" charset="0"/>
              </a:rPr>
              <a:t>   }</a:t>
            </a:r>
            <a:r>
              <a:rPr lang="en-US" altLang="zh-CN" sz="2400" dirty="0">
                <a:cs typeface="Courier New" panose="02070309020205020404" pitchFamily="49" charset="0"/>
              </a:rPr>
              <a:t> //</a:t>
            </a:r>
            <a:r>
              <a:rPr lang="zh-CN" altLang="en-US" sz="2400" dirty="0"/>
              <a:t>循环体</a:t>
            </a:r>
            <a:endParaRPr lang="zh-CN" altLang="en-US" sz="2400" dirty="0" smtClean="0">
              <a:cs typeface="Courier New" panose="02070309020205020404" pitchFamily="49" charset="0"/>
            </a:endParaRPr>
          </a:p>
          <a:p>
            <a:pPr eaLnBrk="1" hangingPunct="1">
              <a:lnSpc>
                <a:spcPct val="90000"/>
              </a:lnSpc>
              <a:buFont typeface="Wingdings" panose="05000000000000000000" pitchFamily="2" charset="2"/>
              <a:buNone/>
              <a:defRPr/>
            </a:pPr>
            <a:r>
              <a:rPr lang="zh-CN" altLang="en-US" sz="2400" dirty="0" smtClean="0">
                <a:cs typeface="Courier New" panose="02070309020205020404" pitchFamily="49" charset="0"/>
              </a:rPr>
              <a:t>	</a:t>
            </a:r>
            <a:r>
              <a:rPr lang="en-US" altLang="zh-CN" sz="2400" dirty="0" err="1" smtClean="0">
                <a:cs typeface="Courier New" panose="02070309020205020404" pitchFamily="49" charset="0"/>
              </a:rPr>
              <a:t>cout</a:t>
            </a:r>
            <a:r>
              <a:rPr lang="en-US" altLang="zh-CN" sz="2400" dirty="0" smtClean="0">
                <a:cs typeface="Courier New" panose="02070309020205020404" pitchFamily="49" charset="0"/>
              </a:rPr>
              <a:t> &lt;&lt; "factorial of " &lt;&lt; n &lt;&lt; " = " &lt;&lt; f &lt;&lt; </a:t>
            </a:r>
            <a:r>
              <a:rPr lang="en-US" altLang="zh-CN" sz="2400" dirty="0" err="1" smtClean="0">
                <a:cs typeface="Courier New" panose="02070309020205020404" pitchFamily="49" charset="0"/>
              </a:rPr>
              <a:t>endl</a:t>
            </a:r>
            <a:r>
              <a:rPr lang="en-US" altLang="zh-CN" sz="2400" dirty="0" smtClean="0">
                <a:cs typeface="Courier New" panose="02070309020205020404" pitchFamily="49" charset="0"/>
              </a:rPr>
              <a:t>;</a:t>
            </a:r>
            <a:endParaRPr lang="en-US" altLang="zh-CN" sz="2400" dirty="0" smtClean="0">
              <a:cs typeface="Courier New" panose="02070309020205020404" pitchFamily="49" charset="0"/>
            </a:endParaRPr>
          </a:p>
          <a:p>
            <a:pPr eaLnBrk="1" hangingPunct="1">
              <a:lnSpc>
                <a:spcPct val="90000"/>
              </a:lnSpc>
              <a:buFont typeface="Wingdings" panose="05000000000000000000" pitchFamily="2" charset="2"/>
              <a:buNone/>
              <a:defRPr/>
            </a:pPr>
            <a:r>
              <a:rPr lang="en-US" altLang="zh-CN" sz="2400" dirty="0" smtClean="0">
                <a:cs typeface="Courier New" panose="02070309020205020404" pitchFamily="49" charset="0"/>
              </a:rPr>
              <a:t>	return 0;</a:t>
            </a:r>
            <a:endParaRPr lang="en-US" altLang="zh-CN" sz="2400" dirty="0" smtClean="0">
              <a:cs typeface="Courier New" panose="02070309020205020404" pitchFamily="49" charset="0"/>
            </a:endParaRPr>
          </a:p>
          <a:p>
            <a:pPr eaLnBrk="1" hangingPunct="1">
              <a:lnSpc>
                <a:spcPct val="90000"/>
              </a:lnSpc>
              <a:buFont typeface="Wingdings" panose="05000000000000000000" pitchFamily="2" charset="2"/>
              <a:buNone/>
              <a:defRPr/>
            </a:pPr>
            <a:r>
              <a:rPr lang="en-US" altLang="zh-CN" sz="2400" dirty="0" smtClean="0">
                <a:cs typeface="Courier New" panose="02070309020205020404" pitchFamily="49" charset="0"/>
              </a:rPr>
              <a:t>}</a:t>
            </a:r>
            <a:endParaRPr lang="en-US" altLang="zh-CN" sz="2400" dirty="0" smtClean="0"/>
          </a:p>
        </p:txBody>
      </p:sp>
      <p:sp>
        <p:nvSpPr>
          <p:cNvPr id="66560" name="Rectangle 1024"/>
          <p:cNvSpPr>
            <a:spLocks noGrp="1" noChangeArrowheads="1"/>
          </p:cNvSpPr>
          <p:nvPr>
            <p:ph type="title"/>
          </p:nvPr>
        </p:nvSpPr>
        <p:spPr>
          <a:xfrm>
            <a:off x="457200" y="115888"/>
            <a:ext cx="8229600" cy="936625"/>
          </a:xfrm>
        </p:spPr>
        <p:txBody>
          <a:bodyPr/>
          <a:lstStyle/>
          <a:p>
            <a:pPr eaLnBrk="1" hangingPunct="1">
              <a:defRPr/>
            </a:pPr>
            <a:r>
              <a:rPr lang="zh-CN" altLang="en-US" smtClean="0"/>
              <a:t>用</a:t>
            </a:r>
            <a:r>
              <a:rPr lang="en-US" altLang="zh-CN" smtClean="0"/>
              <a:t>for</a:t>
            </a:r>
            <a:r>
              <a:rPr lang="zh-CN" altLang="en-US" smtClean="0"/>
              <a:t>语句求</a:t>
            </a:r>
            <a:r>
              <a:rPr lang="en-US" altLang="zh-CN" smtClean="0"/>
              <a:t>n!</a:t>
            </a:r>
            <a:endParaRPr lang="en-US" altLang="zh-CN" smtClean="0"/>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defRPr/>
            </a:pPr>
            <a:endParaRPr lang="zh-CN" altLang="en-US"/>
          </a:p>
        </p:txBody>
      </p:sp>
      <p:sp>
        <p:nvSpPr>
          <p:cNvPr id="3" name="内容占位符 2"/>
          <p:cNvSpPr>
            <a:spLocks noGrp="1"/>
          </p:cNvSpPr>
          <p:nvPr>
            <p:ph idx="1"/>
          </p:nvPr>
        </p:nvSpPr>
        <p:spPr>
          <a:xfrm>
            <a:off x="457200" y="1600200"/>
            <a:ext cx="8507413" cy="4708525"/>
          </a:xfrm>
        </p:spPr>
        <p:txBody>
          <a:bodyPr>
            <a:normAutofit fontScale="92500" lnSpcReduction="10000"/>
          </a:bodyPr>
          <a:lstStyle/>
          <a:p>
            <a:pPr>
              <a:lnSpc>
                <a:spcPct val="120000"/>
              </a:lnSpc>
              <a:defRPr/>
            </a:pPr>
            <a:r>
              <a:rPr lang="zh-CN" altLang="en-US" dirty="0" smtClean="0"/>
              <a:t>在</a:t>
            </a:r>
            <a:r>
              <a:rPr lang="en-US" altLang="zh-CN" dirty="0" smtClean="0"/>
              <a:t>for</a:t>
            </a:r>
            <a:r>
              <a:rPr lang="zh-CN" altLang="en-US" dirty="0" smtClean="0"/>
              <a:t>语句中，</a:t>
            </a:r>
            <a:r>
              <a:rPr lang="en-US" altLang="zh-CN" dirty="0" smtClean="0"/>
              <a:t>&lt;</a:t>
            </a:r>
            <a:r>
              <a:rPr lang="zh-CN" altLang="en-US" dirty="0" smtClean="0"/>
              <a:t>表达式</a:t>
            </a:r>
            <a:r>
              <a:rPr lang="en-US" altLang="zh-CN" dirty="0" smtClean="0"/>
              <a:t>1&gt;</a:t>
            </a:r>
            <a:r>
              <a:rPr lang="zh-CN" altLang="en-US" dirty="0" smtClean="0"/>
              <a:t>、</a:t>
            </a:r>
            <a:r>
              <a:rPr lang="en-US" altLang="zh-CN" dirty="0" smtClean="0"/>
              <a:t>&lt;</a:t>
            </a:r>
            <a:r>
              <a:rPr lang="zh-CN" altLang="en-US" dirty="0" smtClean="0"/>
              <a:t>表达式</a:t>
            </a:r>
            <a:r>
              <a:rPr lang="en-US" altLang="zh-CN" dirty="0" smtClean="0"/>
              <a:t>2&gt;</a:t>
            </a:r>
            <a:r>
              <a:rPr lang="zh-CN" altLang="en-US" dirty="0" smtClean="0"/>
              <a:t>和</a:t>
            </a:r>
            <a:r>
              <a:rPr lang="en-US" altLang="zh-CN" dirty="0" smtClean="0"/>
              <a:t>&lt;</a:t>
            </a:r>
            <a:r>
              <a:rPr lang="zh-CN" altLang="en-US" dirty="0" smtClean="0"/>
              <a:t>表达式</a:t>
            </a:r>
            <a:r>
              <a:rPr lang="en-US" altLang="zh-CN" dirty="0" smtClean="0"/>
              <a:t>3&gt;</a:t>
            </a:r>
            <a:r>
              <a:rPr lang="zh-CN" altLang="en-US" dirty="0" smtClean="0"/>
              <a:t>均可以省略。</a:t>
            </a:r>
            <a:endParaRPr lang="en-US" altLang="zh-CN" dirty="0" smtClean="0"/>
          </a:p>
          <a:p>
            <a:pPr lvl="1">
              <a:lnSpc>
                <a:spcPct val="120000"/>
              </a:lnSpc>
              <a:defRPr/>
            </a:pPr>
            <a:r>
              <a:rPr lang="en-US" altLang="zh-CN" dirty="0" smtClean="0"/>
              <a:t>&lt;</a:t>
            </a:r>
            <a:r>
              <a:rPr lang="zh-CN" altLang="en-US" dirty="0" smtClean="0"/>
              <a:t>表达式</a:t>
            </a:r>
            <a:r>
              <a:rPr lang="en-US" altLang="zh-CN" dirty="0" smtClean="0"/>
              <a:t>1&gt;</a:t>
            </a:r>
            <a:r>
              <a:rPr lang="zh-CN" altLang="en-US" dirty="0" smtClean="0"/>
              <a:t>省略表示</a:t>
            </a:r>
            <a:r>
              <a:rPr lang="en-US" altLang="zh-CN" dirty="0" smtClean="0"/>
              <a:t>for</a:t>
            </a:r>
            <a:r>
              <a:rPr lang="zh-CN" altLang="en-US" dirty="0" smtClean="0"/>
              <a:t>语句本身不便提供循环初始化，这时，循环初始化在</a:t>
            </a:r>
            <a:r>
              <a:rPr lang="en-US" altLang="zh-CN" dirty="0" smtClean="0"/>
              <a:t>for</a:t>
            </a:r>
            <a:r>
              <a:rPr lang="zh-CN" altLang="en-US" dirty="0" smtClean="0"/>
              <a:t>语句之前进行；</a:t>
            </a:r>
            <a:endParaRPr lang="en-US" altLang="zh-CN" dirty="0" smtClean="0"/>
          </a:p>
          <a:p>
            <a:pPr lvl="1">
              <a:lnSpc>
                <a:spcPct val="120000"/>
              </a:lnSpc>
              <a:defRPr/>
            </a:pPr>
            <a:r>
              <a:rPr lang="en-US" altLang="zh-CN" dirty="0" smtClean="0"/>
              <a:t>&lt;</a:t>
            </a:r>
            <a:r>
              <a:rPr lang="zh-CN" altLang="en-US" dirty="0" smtClean="0"/>
              <a:t>表达式</a:t>
            </a:r>
            <a:r>
              <a:rPr lang="en-US" altLang="zh-CN" dirty="0" smtClean="0"/>
              <a:t>2&gt;</a:t>
            </a:r>
            <a:r>
              <a:rPr lang="zh-CN" altLang="en-US" dirty="0" smtClean="0"/>
              <a:t>省略表示</a:t>
            </a:r>
            <a:r>
              <a:rPr lang="en-US" altLang="zh-CN" dirty="0" smtClean="0"/>
              <a:t>true</a:t>
            </a:r>
            <a:r>
              <a:rPr lang="zh-CN" altLang="en-US" dirty="0" smtClean="0"/>
              <a:t>或</a:t>
            </a:r>
            <a:r>
              <a:rPr lang="en-US" altLang="zh-CN" dirty="0" smtClean="0"/>
              <a:t>1</a:t>
            </a:r>
            <a:r>
              <a:rPr lang="zh-CN" altLang="en-US" dirty="0" smtClean="0"/>
              <a:t>，这时，一定要在循环体中判断循环条件并以某种其它方式（如：通过</a:t>
            </a:r>
            <a:r>
              <a:rPr lang="en-US" altLang="zh-CN" dirty="0" smtClean="0"/>
              <a:t>break</a:t>
            </a:r>
            <a:r>
              <a:rPr lang="zh-CN" altLang="en-US" dirty="0" smtClean="0"/>
              <a:t>语句）退出循环；</a:t>
            </a:r>
            <a:endParaRPr lang="en-US" altLang="zh-CN" dirty="0" smtClean="0"/>
          </a:p>
          <a:p>
            <a:pPr lvl="1">
              <a:lnSpc>
                <a:spcPct val="120000"/>
              </a:lnSpc>
              <a:defRPr/>
            </a:pPr>
            <a:r>
              <a:rPr lang="en-US" altLang="zh-CN" dirty="0" smtClean="0"/>
              <a:t>&lt;</a:t>
            </a:r>
            <a:r>
              <a:rPr lang="zh-CN" altLang="en-US" dirty="0" smtClean="0"/>
              <a:t>表达式</a:t>
            </a:r>
            <a:r>
              <a:rPr lang="en-US" altLang="zh-CN" dirty="0" smtClean="0"/>
              <a:t>3&gt;</a:t>
            </a:r>
            <a:r>
              <a:rPr lang="zh-CN" altLang="en-US" dirty="0" smtClean="0"/>
              <a:t>省略表示</a:t>
            </a:r>
            <a:r>
              <a:rPr lang="en-US" altLang="zh-CN" dirty="0" smtClean="0"/>
              <a:t>for</a:t>
            </a:r>
            <a:r>
              <a:rPr lang="zh-CN" altLang="en-US" dirty="0" smtClean="0"/>
              <a:t>语句未显式给出下一次循环准备，该项工作一定是在循环体中给出的。</a:t>
            </a:r>
            <a:endParaRPr lang="zh-CN" altLang="en-US" dirty="0"/>
          </a:p>
        </p:txBody>
      </p: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defRPr/>
            </a:pPr>
            <a:endParaRPr lang="zh-CN" altLang="en-US"/>
          </a:p>
        </p:txBody>
      </p:sp>
      <p:sp>
        <p:nvSpPr>
          <p:cNvPr id="3" name="内容占位符 2"/>
          <p:cNvSpPr>
            <a:spLocks noGrp="1"/>
          </p:cNvSpPr>
          <p:nvPr>
            <p:ph idx="1"/>
          </p:nvPr>
        </p:nvSpPr>
        <p:spPr/>
        <p:txBody>
          <a:bodyPr>
            <a:normAutofit lnSpcReduction="10000"/>
          </a:bodyPr>
          <a:lstStyle/>
          <a:p>
            <a:pPr marL="0" indent="0">
              <a:buFont typeface="Wingdings" panose="05000000000000000000" pitchFamily="2" charset="2"/>
              <a:buNone/>
              <a:defRPr/>
            </a:pPr>
            <a:r>
              <a:rPr lang="en-US" altLang="zh-CN" dirty="0" err="1" smtClean="0"/>
              <a:t>i</a:t>
            </a:r>
            <a:r>
              <a:rPr lang="en-US" altLang="zh-CN" dirty="0" smtClean="0"/>
              <a:t>=2,f=1; //</a:t>
            </a:r>
            <a:r>
              <a:rPr lang="zh-CN" altLang="en-US" dirty="0" smtClean="0"/>
              <a:t>循环初始化</a:t>
            </a:r>
            <a:endParaRPr lang="zh-CN" altLang="en-US" dirty="0" smtClean="0"/>
          </a:p>
          <a:p>
            <a:pPr marL="0" indent="0">
              <a:buFont typeface="Wingdings" panose="05000000000000000000" pitchFamily="2" charset="2"/>
              <a:buNone/>
              <a:defRPr/>
            </a:pPr>
            <a:r>
              <a:rPr lang="en-US" altLang="zh-CN" dirty="0" smtClean="0"/>
              <a:t>for (;  //</a:t>
            </a:r>
            <a:r>
              <a:rPr lang="zh-CN" altLang="en-US" dirty="0" smtClean="0"/>
              <a:t>省略表达式</a:t>
            </a:r>
            <a:r>
              <a:rPr lang="en-US" altLang="zh-CN" dirty="0" smtClean="0"/>
              <a:t>1</a:t>
            </a:r>
            <a:endParaRPr lang="en-US" altLang="zh-CN" dirty="0" smtClean="0"/>
          </a:p>
          <a:p>
            <a:pPr marL="0" indent="0">
              <a:buFont typeface="Wingdings" panose="05000000000000000000" pitchFamily="2" charset="2"/>
              <a:buNone/>
              <a:defRPr/>
            </a:pPr>
            <a:r>
              <a:rPr lang="en-US" altLang="zh-CN" dirty="0"/>
              <a:t>	</a:t>
            </a:r>
            <a:r>
              <a:rPr lang="en-US" altLang="zh-CN" dirty="0" err="1" smtClean="0"/>
              <a:t>i</a:t>
            </a:r>
            <a:r>
              <a:rPr lang="en-US" altLang="zh-CN" dirty="0" smtClean="0"/>
              <a:t>&lt;=n  //</a:t>
            </a:r>
            <a:r>
              <a:rPr lang="zh-CN" altLang="en-US" dirty="0" smtClean="0"/>
              <a:t>循环条件</a:t>
            </a:r>
            <a:endParaRPr lang="zh-CN" altLang="en-US" dirty="0" smtClean="0"/>
          </a:p>
          <a:p>
            <a:pPr marL="0" indent="0">
              <a:buNone/>
              <a:defRPr/>
            </a:pPr>
            <a:r>
              <a:rPr lang="zh-CN" altLang="en-US" dirty="0" smtClean="0"/>
              <a:t>	</a:t>
            </a:r>
            <a:r>
              <a:rPr lang="en-US" altLang="zh-CN" dirty="0"/>
              <a:t>;) </a:t>
            </a:r>
            <a:r>
              <a:rPr lang="en-US" altLang="zh-CN" dirty="0" smtClean="0"/>
              <a:t>  //</a:t>
            </a:r>
            <a:r>
              <a:rPr lang="zh-CN" altLang="en-US" dirty="0"/>
              <a:t>省略</a:t>
            </a:r>
            <a:r>
              <a:rPr lang="zh-CN" altLang="en-US" dirty="0" smtClean="0"/>
              <a:t>表达式</a:t>
            </a:r>
            <a:r>
              <a:rPr lang="en-US" altLang="zh-CN" dirty="0" smtClean="0"/>
              <a:t>3</a:t>
            </a:r>
            <a:endParaRPr lang="en-US" altLang="zh-CN" dirty="0" smtClean="0"/>
          </a:p>
          <a:p>
            <a:pPr marL="0" indent="0">
              <a:buFont typeface="Wingdings" panose="05000000000000000000" pitchFamily="2" charset="2"/>
              <a:buNone/>
              <a:defRPr/>
            </a:pPr>
            <a:r>
              <a:rPr lang="en-US" altLang="zh-CN" dirty="0" smtClean="0"/>
              <a:t>{	f *= </a:t>
            </a:r>
            <a:r>
              <a:rPr lang="en-US" altLang="zh-CN" dirty="0" err="1" smtClean="0"/>
              <a:t>i</a:t>
            </a:r>
            <a:r>
              <a:rPr lang="en-US" altLang="zh-CN" dirty="0" smtClean="0"/>
              <a:t>; </a:t>
            </a:r>
            <a:endParaRPr lang="en-US" altLang="zh-CN" dirty="0" smtClean="0"/>
          </a:p>
          <a:p>
            <a:pPr marL="0" indent="0">
              <a:buFont typeface="Wingdings" panose="05000000000000000000" pitchFamily="2" charset="2"/>
              <a:buNone/>
              <a:defRPr/>
            </a:pPr>
            <a:r>
              <a:rPr lang="en-US" altLang="zh-CN" dirty="0" smtClean="0"/>
              <a:t>	</a:t>
            </a:r>
            <a:r>
              <a:rPr lang="en-US" altLang="zh-CN" dirty="0" err="1" smtClean="0"/>
              <a:t>i</a:t>
            </a:r>
            <a:r>
              <a:rPr lang="en-US" altLang="zh-CN" dirty="0" smtClean="0"/>
              <a:t>++;     //</a:t>
            </a:r>
            <a:r>
              <a:rPr lang="zh-CN" altLang="en-US" dirty="0" smtClean="0"/>
              <a:t>下一次循环准备</a:t>
            </a:r>
            <a:endParaRPr lang="zh-CN" altLang="en-US" dirty="0" smtClean="0"/>
          </a:p>
          <a:p>
            <a:pPr marL="0" indent="0">
              <a:buFont typeface="Wingdings" panose="05000000000000000000" pitchFamily="2" charset="2"/>
              <a:buNone/>
              <a:defRPr/>
            </a:pPr>
            <a:r>
              <a:rPr lang="en-US" altLang="zh-CN" dirty="0" smtClean="0"/>
              <a:t>}</a:t>
            </a:r>
            <a:r>
              <a:rPr lang="zh-CN" altLang="en-US" dirty="0"/>
              <a:t> </a:t>
            </a:r>
            <a:r>
              <a:rPr lang="en-US" altLang="zh-CN" dirty="0" smtClean="0"/>
              <a:t>//</a:t>
            </a:r>
            <a:r>
              <a:rPr lang="zh-CN" altLang="en-US" dirty="0" smtClean="0"/>
              <a:t>循环体</a:t>
            </a:r>
            <a:endParaRPr lang="en-US" altLang="zh-CN" dirty="0" smtClean="0"/>
          </a:p>
          <a:p>
            <a:pPr>
              <a:defRPr/>
            </a:pPr>
            <a:r>
              <a:rPr lang="zh-CN" altLang="en-US" dirty="0" smtClean="0">
                <a:solidFill>
                  <a:srgbClr val="FFC000"/>
                </a:solidFill>
              </a:rPr>
              <a:t>它已经退化成</a:t>
            </a:r>
            <a:r>
              <a:rPr lang="en-US" altLang="zh-CN" dirty="0" smtClean="0">
                <a:solidFill>
                  <a:srgbClr val="FFC000"/>
                </a:solidFill>
              </a:rPr>
              <a:t>while</a:t>
            </a:r>
            <a:r>
              <a:rPr lang="zh-CN" altLang="en-US" dirty="0" smtClean="0">
                <a:solidFill>
                  <a:srgbClr val="FFC000"/>
                </a:solidFill>
              </a:rPr>
              <a:t>语句了！</a:t>
            </a:r>
            <a:endParaRPr lang="zh-CN" altLang="en-US" dirty="0">
              <a:solidFill>
                <a:srgbClr val="FFC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7" end="7"/>
                                            </p:txEl>
                                          </p:spTgt>
                                        </p:tgtEl>
                                        <p:attrNameLst>
                                          <p:attrName>style.visibility</p:attrName>
                                        </p:attrNameLst>
                                      </p:cBhvr>
                                      <p:to>
                                        <p:strVal val="visible"/>
                                      </p:to>
                                    </p:set>
                                    <p:anim calcmode="lin" valueType="num">
                                      <p:cBhvr additive="base">
                                        <p:cTn id="7"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defRPr/>
            </a:pPr>
            <a:endParaRPr lang="zh-CN" altLang="en-US"/>
          </a:p>
        </p:txBody>
      </p:sp>
      <p:sp>
        <p:nvSpPr>
          <p:cNvPr id="3" name="内容占位符 2"/>
          <p:cNvSpPr>
            <a:spLocks noGrp="1"/>
          </p:cNvSpPr>
          <p:nvPr>
            <p:ph idx="1"/>
          </p:nvPr>
        </p:nvSpPr>
        <p:spPr>
          <a:xfrm>
            <a:off x="250825" y="1600200"/>
            <a:ext cx="8713788" cy="4530725"/>
          </a:xfrm>
        </p:spPr>
        <p:txBody>
          <a:bodyPr/>
          <a:lstStyle/>
          <a:p>
            <a:pPr>
              <a:defRPr/>
            </a:pPr>
            <a:r>
              <a:rPr lang="en-US" altLang="zh-CN" dirty="0" smtClean="0"/>
              <a:t>&lt;</a:t>
            </a:r>
            <a:r>
              <a:rPr lang="zh-CN" altLang="en-US" dirty="0" smtClean="0"/>
              <a:t>表达式</a:t>
            </a:r>
            <a:r>
              <a:rPr lang="en-US" altLang="zh-CN" dirty="0" smtClean="0"/>
              <a:t>1&gt;</a:t>
            </a:r>
            <a:r>
              <a:rPr lang="zh-CN" altLang="en-US" dirty="0" smtClean="0"/>
              <a:t>可以是带有初始化的变量定义，例如：</a:t>
            </a:r>
            <a:endParaRPr lang="zh-CN" altLang="en-US" dirty="0" smtClean="0"/>
          </a:p>
          <a:p>
            <a:pPr marL="457200" lvl="1" indent="0">
              <a:buFontTx/>
              <a:buNone/>
              <a:defRPr/>
            </a:pPr>
            <a:r>
              <a:rPr lang="en-US" altLang="zh-CN" dirty="0" smtClean="0"/>
              <a:t>	for (</a:t>
            </a:r>
            <a:r>
              <a:rPr lang="en-US" altLang="zh-CN" dirty="0" err="1" smtClean="0"/>
              <a:t>int</a:t>
            </a:r>
            <a:r>
              <a:rPr lang="en-US" altLang="zh-CN" dirty="0" smtClean="0"/>
              <a:t> </a:t>
            </a:r>
            <a:r>
              <a:rPr lang="en-US" altLang="zh-CN" dirty="0" err="1" smtClean="0"/>
              <a:t>i</a:t>
            </a:r>
            <a:r>
              <a:rPr lang="en-US" altLang="zh-CN" dirty="0" smtClean="0"/>
              <a:t>=1; </a:t>
            </a:r>
            <a:r>
              <a:rPr lang="en-US" altLang="zh-CN" dirty="0" err="1" smtClean="0"/>
              <a:t>i</a:t>
            </a:r>
            <a:r>
              <a:rPr lang="en-US" altLang="zh-CN" dirty="0" smtClean="0"/>
              <a:t>&lt;=10; </a:t>
            </a:r>
            <a:r>
              <a:rPr lang="en-US" altLang="zh-CN" dirty="0" err="1" smtClean="0"/>
              <a:t>i</a:t>
            </a:r>
            <a:r>
              <a:rPr lang="en-US" altLang="zh-CN" dirty="0" smtClean="0"/>
              <a:t>++)  &lt;</a:t>
            </a:r>
            <a:r>
              <a:rPr lang="zh-CN" altLang="en-US" dirty="0" smtClean="0"/>
              <a:t>语句</a:t>
            </a:r>
            <a:r>
              <a:rPr lang="en-US" altLang="zh-CN" dirty="0" smtClean="0"/>
              <a:t>&gt;</a:t>
            </a:r>
            <a:endParaRPr lang="en-US" altLang="zh-CN" dirty="0" smtClean="0"/>
          </a:p>
          <a:p>
            <a:pPr lvl="1">
              <a:defRPr/>
            </a:pPr>
            <a:r>
              <a:rPr lang="en-US" altLang="zh-CN" dirty="0" err="1" smtClean="0"/>
              <a:t>i</a:t>
            </a:r>
            <a:r>
              <a:rPr lang="zh-CN" altLang="en-US" dirty="0" smtClean="0"/>
              <a:t>的有效范围？</a:t>
            </a:r>
            <a:endParaRPr lang="en-US" altLang="zh-CN" dirty="0" smtClean="0"/>
          </a:p>
          <a:p>
            <a:pPr lvl="2" eaLnBrk="1" hangingPunct="1">
              <a:defRPr/>
            </a:pPr>
            <a:r>
              <a:rPr lang="en-US" altLang="zh-CN" dirty="0"/>
              <a:t>C</a:t>
            </a:r>
            <a:r>
              <a:rPr lang="en-US" altLang="zh-CN" dirty="0" smtClean="0"/>
              <a:t>++</a:t>
            </a:r>
            <a:r>
              <a:rPr lang="zh-CN" altLang="en-US" dirty="0" smtClean="0"/>
              <a:t>国际标准规定，</a:t>
            </a:r>
            <a:r>
              <a:rPr lang="en-US" altLang="zh-CN" dirty="0" err="1" smtClean="0"/>
              <a:t>i</a:t>
            </a:r>
            <a:r>
              <a:rPr lang="zh-CN" altLang="en-US" dirty="0"/>
              <a:t>只能</a:t>
            </a:r>
            <a:r>
              <a:rPr lang="zh-CN" altLang="en-US" dirty="0" smtClean="0"/>
              <a:t>在定义它的循环语句中使用，出了循环不能使用</a:t>
            </a:r>
            <a:r>
              <a:rPr lang="en-US" altLang="zh-CN" dirty="0" err="1" smtClean="0"/>
              <a:t>i</a:t>
            </a:r>
            <a:r>
              <a:rPr lang="zh-CN" altLang="en-US" dirty="0" smtClean="0"/>
              <a:t>。</a:t>
            </a:r>
            <a:endParaRPr lang="en-US" altLang="zh-CN" dirty="0" smtClean="0"/>
          </a:p>
          <a:p>
            <a:pPr lvl="2" eaLnBrk="1" hangingPunct="1">
              <a:defRPr/>
            </a:pPr>
            <a:r>
              <a:rPr lang="zh-CN" altLang="en-US" dirty="0"/>
              <a:t>有</a:t>
            </a:r>
            <a:r>
              <a:rPr lang="zh-CN" altLang="en-US" dirty="0" smtClean="0"/>
              <a:t>的</a:t>
            </a:r>
            <a:r>
              <a:rPr lang="en-US" altLang="zh-CN" dirty="0" smtClean="0"/>
              <a:t>C++</a:t>
            </a:r>
            <a:r>
              <a:rPr lang="zh-CN" altLang="en-US" dirty="0" smtClean="0"/>
              <a:t>实现允许出了循环也能使用</a:t>
            </a:r>
            <a:r>
              <a:rPr lang="en-US" altLang="zh-CN" dirty="0" err="1" smtClean="0"/>
              <a:t>i</a:t>
            </a:r>
            <a:r>
              <a:rPr lang="zh-CN" altLang="en-US" dirty="0" smtClean="0"/>
              <a:t>（如</a:t>
            </a:r>
            <a:r>
              <a:rPr lang="en-US" altLang="zh-CN" dirty="0" err="1" smtClean="0"/>
              <a:t>vc</a:t>
            </a:r>
            <a:r>
              <a:rPr lang="en-US" altLang="zh-CN" dirty="0" smtClean="0"/>
              <a:t>++6.0</a:t>
            </a:r>
            <a:r>
              <a:rPr lang="zh-CN" altLang="en-US" dirty="0" smtClean="0"/>
              <a:t>）</a:t>
            </a:r>
            <a:endParaRPr lang="en-US" altLang="zh-CN" dirty="0" smtClean="0"/>
          </a:p>
          <a:p>
            <a:pPr>
              <a:defRPr/>
            </a:pPr>
            <a:endParaRPr lang="zh-CN" altLang="en-US" dirty="0"/>
          </a:p>
        </p:txBody>
      </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defRPr/>
            </a:pPr>
            <a:r>
              <a:rPr lang="zh-CN" altLang="en-US" dirty="0" smtClean="0"/>
              <a:t>“死循环”</a:t>
            </a:r>
            <a:endParaRPr lang="zh-CN" altLang="en-US" dirty="0"/>
          </a:p>
        </p:txBody>
      </p:sp>
      <p:sp>
        <p:nvSpPr>
          <p:cNvPr id="3" name="内容占位符 2"/>
          <p:cNvSpPr>
            <a:spLocks noGrp="1"/>
          </p:cNvSpPr>
          <p:nvPr>
            <p:ph idx="1"/>
          </p:nvPr>
        </p:nvSpPr>
        <p:spPr>
          <a:xfrm>
            <a:off x="457200" y="1600200"/>
            <a:ext cx="8435280" cy="4925144"/>
          </a:xfrm>
        </p:spPr>
        <p:txBody>
          <a:bodyPr>
            <a:normAutofit/>
          </a:bodyPr>
          <a:lstStyle/>
          <a:p>
            <a:pPr>
              <a:lnSpc>
                <a:spcPct val="110000"/>
              </a:lnSpc>
              <a:defRPr/>
            </a:pPr>
            <a:r>
              <a:rPr lang="zh-CN" altLang="en-US" dirty="0" smtClean="0"/>
              <a:t>在循环体或</a:t>
            </a:r>
            <a:r>
              <a:rPr lang="en-US" altLang="zh-CN" dirty="0" smtClean="0"/>
              <a:t>for</a:t>
            </a:r>
            <a:r>
              <a:rPr lang="zh-CN" altLang="en-US" dirty="0" smtClean="0"/>
              <a:t>语句的</a:t>
            </a:r>
            <a:r>
              <a:rPr lang="en-US" altLang="zh-CN" dirty="0" smtClean="0"/>
              <a:t>&lt;</a:t>
            </a:r>
            <a:r>
              <a:rPr lang="zh-CN" altLang="en-US" dirty="0" smtClean="0"/>
              <a:t>表达式</a:t>
            </a:r>
            <a:r>
              <a:rPr lang="en-US" altLang="zh-CN" dirty="0" smtClean="0"/>
              <a:t>3&gt;</a:t>
            </a:r>
            <a:r>
              <a:rPr lang="zh-CN" altLang="en-US" dirty="0" smtClean="0"/>
              <a:t>中一定要有能改变循环条件中操作数值的操作，并逐步使得循环条件有不满足的趋势，否则将会出现“</a:t>
            </a:r>
            <a:r>
              <a:rPr lang="zh-CN" altLang="en-US" dirty="0" smtClean="0">
                <a:solidFill>
                  <a:srgbClr val="FFC000"/>
                </a:solidFill>
              </a:rPr>
              <a:t>死循环</a:t>
            </a:r>
            <a:r>
              <a:rPr lang="zh-CN" altLang="en-US" dirty="0" smtClean="0"/>
              <a:t>”：循环</a:t>
            </a:r>
            <a:r>
              <a:rPr lang="zh-CN" altLang="en-US" dirty="0"/>
              <a:t>永远结束不了</a:t>
            </a:r>
            <a:r>
              <a:rPr lang="zh-CN" altLang="en-US" dirty="0" smtClean="0"/>
              <a:t>！</a:t>
            </a:r>
            <a:endParaRPr lang="en-US" altLang="zh-CN" dirty="0" smtClean="0"/>
          </a:p>
          <a:p>
            <a:pPr>
              <a:lnSpc>
                <a:spcPct val="110000"/>
              </a:lnSpc>
              <a:defRPr/>
            </a:pPr>
            <a:r>
              <a:rPr lang="zh-CN" altLang="en-US" dirty="0" smtClean="0"/>
              <a:t>例如，下面就是一个死循环：</a:t>
            </a:r>
            <a:endParaRPr lang="en-US" altLang="zh-CN" dirty="0" smtClean="0"/>
          </a:p>
          <a:p>
            <a:pPr eaLnBrk="1" hangingPunct="1">
              <a:lnSpc>
                <a:spcPct val="80000"/>
              </a:lnSpc>
              <a:buNone/>
              <a:defRPr/>
            </a:pPr>
            <a:r>
              <a:rPr lang="en-US" altLang="zh-CN" sz="2400" dirty="0" smtClean="0">
                <a:cs typeface="Courier New" panose="02070309020205020404" pitchFamily="49" charset="0"/>
              </a:rPr>
              <a:t>	</a:t>
            </a:r>
            <a:r>
              <a:rPr lang="en-US" altLang="zh-CN" sz="2400" dirty="0" err="1" smtClean="0">
                <a:cs typeface="Courier New" panose="02070309020205020404" pitchFamily="49" charset="0"/>
              </a:rPr>
              <a:t>int</a:t>
            </a:r>
            <a:r>
              <a:rPr lang="en-US" altLang="zh-CN" sz="2400" dirty="0" smtClean="0">
                <a:cs typeface="Courier New" panose="02070309020205020404" pitchFamily="49" charset="0"/>
              </a:rPr>
              <a:t> </a:t>
            </a:r>
            <a:r>
              <a:rPr lang="en-US" altLang="zh-CN" sz="2400" dirty="0" err="1">
                <a:cs typeface="Courier New" panose="02070309020205020404" pitchFamily="49" charset="0"/>
              </a:rPr>
              <a:t>i</a:t>
            </a:r>
            <a:r>
              <a:rPr lang="en-US" altLang="zh-CN" sz="2400" dirty="0">
                <a:cs typeface="Courier New" panose="02070309020205020404" pitchFamily="49" charset="0"/>
              </a:rPr>
              <a:t>=2,f=1</a:t>
            </a:r>
            <a:r>
              <a:rPr lang="en-US" altLang="zh-CN" sz="2400" dirty="0" smtClean="0">
                <a:cs typeface="Courier New" panose="02070309020205020404" pitchFamily="49" charset="0"/>
              </a:rPr>
              <a:t>;</a:t>
            </a:r>
            <a:endParaRPr lang="zh-CN" altLang="en-US" sz="2400" dirty="0">
              <a:cs typeface="Courier New" panose="02070309020205020404" pitchFamily="49" charset="0"/>
            </a:endParaRPr>
          </a:p>
          <a:p>
            <a:pPr eaLnBrk="1" hangingPunct="1">
              <a:lnSpc>
                <a:spcPct val="80000"/>
              </a:lnSpc>
              <a:buNone/>
              <a:defRPr/>
            </a:pPr>
            <a:r>
              <a:rPr lang="zh-CN" altLang="en-US" sz="2400" dirty="0">
                <a:cs typeface="Courier New" panose="02070309020205020404" pitchFamily="49" charset="0"/>
              </a:rPr>
              <a:t>	</a:t>
            </a:r>
            <a:r>
              <a:rPr lang="en-US" altLang="zh-CN" sz="2400" dirty="0">
                <a:cs typeface="Courier New" panose="02070309020205020404" pitchFamily="49" charset="0"/>
              </a:rPr>
              <a:t>while (</a:t>
            </a:r>
            <a:r>
              <a:rPr lang="en-US" altLang="zh-CN" sz="2400" dirty="0" err="1">
                <a:cs typeface="Courier New" panose="02070309020205020404" pitchFamily="49" charset="0"/>
              </a:rPr>
              <a:t>i</a:t>
            </a:r>
            <a:r>
              <a:rPr lang="en-US" altLang="zh-CN" sz="2400" dirty="0">
                <a:cs typeface="Courier New" panose="02070309020205020404" pitchFamily="49" charset="0"/>
              </a:rPr>
              <a:t> &lt;= n</a:t>
            </a:r>
            <a:r>
              <a:rPr lang="en-US" altLang="zh-CN" sz="2400" dirty="0" smtClean="0">
                <a:cs typeface="Courier New" panose="02070309020205020404" pitchFamily="49" charset="0"/>
              </a:rPr>
              <a:t>)</a:t>
            </a:r>
            <a:endParaRPr lang="zh-CN" altLang="en-US" sz="2400" dirty="0"/>
          </a:p>
          <a:p>
            <a:pPr eaLnBrk="1" hangingPunct="1">
              <a:lnSpc>
                <a:spcPct val="80000"/>
              </a:lnSpc>
              <a:buNone/>
              <a:defRPr/>
            </a:pPr>
            <a:r>
              <a:rPr lang="zh-CN" altLang="en-US" sz="2400" dirty="0">
                <a:cs typeface="Courier New" panose="02070309020205020404" pitchFamily="49" charset="0"/>
              </a:rPr>
              <a:t>	</a:t>
            </a:r>
            <a:r>
              <a:rPr lang="en-US" altLang="zh-CN" sz="2400" dirty="0">
                <a:cs typeface="Courier New" panose="02070309020205020404" pitchFamily="49" charset="0"/>
              </a:rPr>
              <a:t>{	f *= </a:t>
            </a:r>
            <a:r>
              <a:rPr lang="en-US" altLang="zh-CN" sz="2400" dirty="0" err="1">
                <a:cs typeface="Courier New" panose="02070309020205020404" pitchFamily="49" charset="0"/>
              </a:rPr>
              <a:t>i</a:t>
            </a:r>
            <a:r>
              <a:rPr lang="en-US" altLang="zh-CN" sz="2400" dirty="0" smtClean="0">
                <a:cs typeface="Courier New" panose="02070309020205020404" pitchFamily="49" charset="0"/>
              </a:rPr>
              <a:t>;</a:t>
            </a:r>
            <a:endParaRPr lang="en-US" altLang="zh-CN" sz="2400" dirty="0">
              <a:cs typeface="Courier New" panose="02070309020205020404" pitchFamily="49" charset="0"/>
            </a:endParaRPr>
          </a:p>
          <a:p>
            <a:pPr eaLnBrk="1" hangingPunct="1">
              <a:lnSpc>
                <a:spcPct val="80000"/>
              </a:lnSpc>
              <a:buNone/>
              <a:defRPr/>
            </a:pPr>
            <a:r>
              <a:rPr lang="en-US" altLang="zh-CN" sz="2400" dirty="0">
                <a:cs typeface="Courier New" panose="02070309020205020404" pitchFamily="49" charset="0"/>
              </a:rPr>
              <a:t>		</a:t>
            </a:r>
            <a:r>
              <a:rPr lang="en-US" altLang="zh-CN" sz="2400" dirty="0" smtClean="0">
                <a:cs typeface="Courier New" panose="02070309020205020404" pitchFamily="49" charset="0"/>
              </a:rPr>
              <a:t>//</a:t>
            </a:r>
            <a:r>
              <a:rPr lang="zh-CN" altLang="en-US" sz="2400" dirty="0">
                <a:cs typeface="Courier New" panose="02070309020205020404" pitchFamily="49" charset="0"/>
              </a:rPr>
              <a:t>忘</a:t>
            </a:r>
            <a:r>
              <a:rPr lang="zh-CN" altLang="en-US" sz="2400" dirty="0" smtClean="0">
                <a:cs typeface="Courier New" panose="02070309020205020404" pitchFamily="49" charset="0"/>
              </a:rPr>
              <a:t>了写：</a:t>
            </a:r>
            <a:r>
              <a:rPr lang="en-US" altLang="zh-CN" sz="2400" dirty="0" err="1" smtClean="0">
                <a:cs typeface="Courier New" panose="02070309020205020404" pitchFamily="49" charset="0"/>
              </a:rPr>
              <a:t>i</a:t>
            </a:r>
            <a:r>
              <a:rPr lang="en-US" altLang="zh-CN" sz="2400" dirty="0" smtClean="0">
                <a:cs typeface="Courier New" panose="02070309020205020404" pitchFamily="49" charset="0"/>
              </a:rPr>
              <a:t>++;</a:t>
            </a:r>
            <a:endParaRPr lang="zh-CN" altLang="en-US" sz="2400" dirty="0">
              <a:cs typeface="Courier New" panose="02070309020205020404" pitchFamily="49" charset="0"/>
            </a:endParaRPr>
          </a:p>
          <a:p>
            <a:pPr eaLnBrk="1" hangingPunct="1">
              <a:lnSpc>
                <a:spcPct val="80000"/>
              </a:lnSpc>
              <a:buNone/>
              <a:defRPr/>
            </a:pPr>
            <a:r>
              <a:rPr lang="zh-CN" altLang="en-US" sz="2400" dirty="0">
                <a:cs typeface="Courier New" panose="02070309020205020404" pitchFamily="49" charset="0"/>
              </a:rPr>
              <a:t>	</a:t>
            </a:r>
            <a:r>
              <a:rPr lang="en-US" altLang="zh-CN" sz="2400" dirty="0" smtClean="0">
                <a:cs typeface="Courier New" panose="02070309020205020404" pitchFamily="49" charset="0"/>
              </a:rPr>
              <a:t>}</a:t>
            </a:r>
            <a:endParaRPr lang="zh-CN" altLang="en-US" sz="2400" dirty="0">
              <a:cs typeface="Courier New" panose="02070309020205020404" pitchFamily="49" charset="0"/>
            </a:endParaRPr>
          </a:p>
        </p:txBody>
      </p:sp>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02" name="Rectangle 2"/>
          <p:cNvSpPr>
            <a:spLocks noGrp="1" noChangeArrowheads="1"/>
          </p:cNvSpPr>
          <p:nvPr>
            <p:ph type="title"/>
          </p:nvPr>
        </p:nvSpPr>
        <p:spPr/>
        <p:txBody>
          <a:bodyPr/>
          <a:lstStyle/>
          <a:p>
            <a:pPr eaLnBrk="1" hangingPunct="1">
              <a:defRPr/>
            </a:pPr>
            <a:r>
              <a:rPr lang="zh-CN" altLang="en-US" smtClean="0"/>
              <a:t>循环的种类</a:t>
            </a:r>
            <a:endParaRPr lang="zh-CN" altLang="en-US" smtClean="0"/>
          </a:p>
        </p:txBody>
      </p:sp>
      <p:sp>
        <p:nvSpPr>
          <p:cNvPr id="204803" name="Rectangle 3"/>
          <p:cNvSpPr>
            <a:spLocks noGrp="1" noChangeArrowheads="1"/>
          </p:cNvSpPr>
          <p:nvPr>
            <p:ph type="body" idx="1"/>
          </p:nvPr>
        </p:nvSpPr>
        <p:spPr>
          <a:xfrm>
            <a:off x="457200" y="1600200"/>
            <a:ext cx="8229600" cy="4997152"/>
          </a:xfrm>
        </p:spPr>
        <p:txBody>
          <a:bodyPr>
            <a:normAutofit fontScale="92500" lnSpcReduction="20000"/>
          </a:bodyPr>
          <a:lstStyle/>
          <a:p>
            <a:pPr eaLnBrk="1" hangingPunct="1">
              <a:lnSpc>
                <a:spcPct val="120000"/>
              </a:lnSpc>
              <a:defRPr/>
            </a:pPr>
            <a:r>
              <a:rPr lang="zh-CN" altLang="en-US" dirty="0" smtClean="0">
                <a:solidFill>
                  <a:schemeClr val="folHlink"/>
                </a:solidFill>
              </a:rPr>
              <a:t>计数</a:t>
            </a:r>
            <a:r>
              <a:rPr lang="zh-CN" altLang="en-US" dirty="0" smtClean="0"/>
              <a:t>控制的循环</a:t>
            </a:r>
            <a:endParaRPr lang="zh-CN" altLang="en-US" dirty="0" smtClean="0"/>
          </a:p>
          <a:p>
            <a:pPr lvl="1" eaLnBrk="1" hangingPunct="1">
              <a:lnSpc>
                <a:spcPct val="120000"/>
              </a:lnSpc>
              <a:defRPr/>
            </a:pPr>
            <a:r>
              <a:rPr lang="zh-CN" altLang="en-US" dirty="0" smtClean="0"/>
              <a:t>循环前就知道循环的次数，循环时重复执行循环体直到指定的次数。</a:t>
            </a:r>
            <a:endParaRPr lang="en-US" altLang="zh-CN" dirty="0" smtClean="0"/>
          </a:p>
          <a:p>
            <a:pPr lvl="1" eaLnBrk="1" hangingPunct="1">
              <a:lnSpc>
                <a:spcPct val="120000"/>
              </a:lnSpc>
              <a:defRPr/>
            </a:pPr>
            <a:r>
              <a:rPr lang="zh-CN" altLang="en-US" dirty="0" smtClean="0"/>
              <a:t>用于计数的变量称为“</a:t>
            </a:r>
            <a:r>
              <a:rPr lang="zh-CN" altLang="en-US" dirty="0" smtClean="0">
                <a:solidFill>
                  <a:srgbClr val="FFC000"/>
                </a:solidFill>
              </a:rPr>
              <a:t>循环控制变量</a:t>
            </a:r>
            <a:r>
              <a:rPr lang="zh-CN" altLang="en-US" dirty="0" smtClean="0"/>
              <a:t>”</a:t>
            </a:r>
            <a:r>
              <a:rPr lang="zh-CN" altLang="en-US" dirty="0"/>
              <a:t>。</a:t>
            </a:r>
            <a:endParaRPr lang="en-US" altLang="zh-CN" dirty="0" smtClean="0"/>
          </a:p>
          <a:p>
            <a:pPr lvl="1" eaLnBrk="1" hangingPunct="1">
              <a:lnSpc>
                <a:spcPct val="120000"/>
              </a:lnSpc>
              <a:defRPr/>
            </a:pPr>
            <a:r>
              <a:rPr lang="zh-CN" altLang="en-US" dirty="0" smtClean="0"/>
              <a:t>循环</a:t>
            </a:r>
            <a:r>
              <a:rPr lang="zh-CN" altLang="en-US" dirty="0"/>
              <a:t>的执行次数不依赖于循环体的执行</a:t>
            </a:r>
            <a:r>
              <a:rPr lang="zh-CN" altLang="en-US" dirty="0" smtClean="0"/>
              <a:t>结果。</a:t>
            </a:r>
            <a:endParaRPr lang="zh-CN" altLang="en-US" dirty="0" smtClean="0"/>
          </a:p>
          <a:p>
            <a:pPr eaLnBrk="1" hangingPunct="1">
              <a:lnSpc>
                <a:spcPct val="120000"/>
              </a:lnSpc>
              <a:defRPr/>
            </a:pPr>
            <a:r>
              <a:rPr lang="zh-CN" altLang="en-US" dirty="0" smtClean="0">
                <a:solidFill>
                  <a:schemeClr val="folHlink"/>
                </a:solidFill>
              </a:rPr>
              <a:t>事件</a:t>
            </a:r>
            <a:r>
              <a:rPr lang="zh-CN" altLang="en-US" dirty="0" smtClean="0"/>
              <a:t>控制的循环</a:t>
            </a:r>
            <a:endParaRPr lang="zh-CN" altLang="en-US" dirty="0" smtClean="0"/>
          </a:p>
          <a:p>
            <a:pPr lvl="1" eaLnBrk="1" hangingPunct="1">
              <a:lnSpc>
                <a:spcPct val="120000"/>
              </a:lnSpc>
              <a:defRPr/>
            </a:pPr>
            <a:r>
              <a:rPr lang="zh-CN" altLang="en-US" dirty="0" smtClean="0"/>
              <a:t>循环前不知道循环的次数，循环的终止是由循环体的某次执行导致循环的结束条件得到满足而引起的。</a:t>
            </a:r>
            <a:endParaRPr lang="en-US" altLang="zh-CN" dirty="0" smtClean="0"/>
          </a:p>
          <a:p>
            <a:pPr lvl="1" eaLnBrk="1" hangingPunct="1">
              <a:lnSpc>
                <a:spcPct val="120000"/>
              </a:lnSpc>
              <a:defRPr/>
            </a:pPr>
            <a:r>
              <a:rPr lang="zh-CN" altLang="en-US" dirty="0" smtClean="0"/>
              <a:t>循环</a:t>
            </a:r>
            <a:r>
              <a:rPr lang="zh-CN" altLang="en-US" dirty="0"/>
              <a:t>的执行次数要依赖于循环体的执行</a:t>
            </a:r>
            <a:r>
              <a:rPr lang="zh-CN" altLang="en-US" dirty="0" smtClean="0"/>
              <a:t>结果，因此，循环控制有时会复杂一些。</a:t>
            </a:r>
            <a:endParaRPr lang="en-US" altLang="zh-CN" dirty="0" smtClean="0"/>
          </a:p>
        </p:txBody>
      </p: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a:xfrm>
            <a:off x="685800" y="381000"/>
            <a:ext cx="7772400" cy="685800"/>
          </a:xfrm>
        </p:spPr>
        <p:txBody>
          <a:bodyPr/>
          <a:lstStyle/>
          <a:p>
            <a:pPr eaLnBrk="1" hangingPunct="1">
              <a:defRPr/>
            </a:pPr>
            <a:r>
              <a:rPr lang="zh-CN" altLang="en-US" dirty="0" smtClean="0"/>
              <a:t>三种循环语句的使用原则 </a:t>
            </a:r>
            <a:endParaRPr lang="zh-CN" altLang="en-US" dirty="0" smtClean="0"/>
          </a:p>
        </p:txBody>
      </p:sp>
      <p:sp>
        <p:nvSpPr>
          <p:cNvPr id="25603" name="Rectangle 3"/>
          <p:cNvSpPr>
            <a:spLocks noGrp="1" noChangeArrowheads="1"/>
          </p:cNvSpPr>
          <p:nvPr>
            <p:ph type="body" idx="1"/>
          </p:nvPr>
        </p:nvSpPr>
        <p:spPr>
          <a:xfrm>
            <a:off x="395288" y="1371600"/>
            <a:ext cx="8424862" cy="5297488"/>
          </a:xfrm>
        </p:spPr>
        <p:txBody>
          <a:bodyPr>
            <a:normAutofit fontScale="92500" lnSpcReduction="10000"/>
          </a:bodyPr>
          <a:lstStyle/>
          <a:p>
            <a:pPr marL="282575" indent="-282575" eaLnBrk="1" hangingPunct="1">
              <a:lnSpc>
                <a:spcPct val="110000"/>
              </a:lnSpc>
              <a:defRPr/>
            </a:pPr>
            <a:r>
              <a:rPr lang="zh-CN" altLang="en-US" dirty="0" smtClean="0">
                <a:solidFill>
                  <a:schemeClr val="folHlink"/>
                </a:solidFill>
              </a:rPr>
              <a:t>三种循环语句在表达能力上是等价的</a:t>
            </a:r>
            <a:r>
              <a:rPr lang="zh-CN" altLang="en-US" dirty="0" smtClean="0"/>
              <a:t>，但在解决某个具体问题时，用其中的一种可能会比其它两种更加自然。 </a:t>
            </a:r>
            <a:endParaRPr lang="zh-CN" altLang="en-US" dirty="0" smtClean="0"/>
          </a:p>
          <a:p>
            <a:pPr marL="282575" indent="-282575" eaLnBrk="1" hangingPunct="1">
              <a:lnSpc>
                <a:spcPct val="110000"/>
              </a:lnSpc>
              <a:defRPr/>
            </a:pPr>
            <a:r>
              <a:rPr lang="zh-CN" altLang="en-US" dirty="0" smtClean="0"/>
              <a:t>一般来说，</a:t>
            </a:r>
            <a:endParaRPr lang="zh-CN" altLang="en-US" dirty="0" smtClean="0"/>
          </a:p>
          <a:p>
            <a:pPr marL="758825" lvl="1" eaLnBrk="1" hangingPunct="1">
              <a:lnSpc>
                <a:spcPct val="110000"/>
              </a:lnSpc>
              <a:defRPr/>
            </a:pPr>
            <a:r>
              <a:rPr lang="zh-CN" altLang="en-US" dirty="0" smtClean="0"/>
              <a:t>计数控制的循环一般用</a:t>
            </a:r>
            <a:r>
              <a:rPr lang="en-US" altLang="zh-CN" dirty="0" smtClean="0">
                <a:cs typeface="Times New Roman" panose="02020603050405020304" pitchFamily="18" charset="0"/>
              </a:rPr>
              <a:t>for</a:t>
            </a:r>
            <a:r>
              <a:rPr lang="zh-CN" altLang="en-US" dirty="0" smtClean="0"/>
              <a:t>语句。</a:t>
            </a:r>
            <a:endParaRPr lang="zh-CN" altLang="en-US" dirty="0" smtClean="0"/>
          </a:p>
          <a:p>
            <a:pPr marL="758825" lvl="1" eaLnBrk="1" hangingPunct="1">
              <a:lnSpc>
                <a:spcPct val="110000"/>
              </a:lnSpc>
              <a:defRPr/>
            </a:pPr>
            <a:r>
              <a:rPr lang="zh-CN" altLang="en-US" dirty="0" smtClean="0"/>
              <a:t>事件控制的循环一般用</a:t>
            </a:r>
            <a:r>
              <a:rPr lang="en-US" altLang="zh-CN" dirty="0" smtClean="0">
                <a:cs typeface="Times New Roman" panose="02020603050405020304" pitchFamily="18" charset="0"/>
              </a:rPr>
              <a:t>while</a:t>
            </a:r>
            <a:r>
              <a:rPr lang="zh-CN" altLang="en-US" dirty="0" smtClean="0"/>
              <a:t>或</a:t>
            </a:r>
            <a:r>
              <a:rPr lang="en-US" altLang="zh-CN" dirty="0" smtClean="0">
                <a:cs typeface="Times New Roman" panose="02020603050405020304" pitchFamily="18" charset="0"/>
              </a:rPr>
              <a:t>do-while</a:t>
            </a:r>
            <a:r>
              <a:rPr lang="zh-CN" altLang="en-US" dirty="0" smtClean="0"/>
              <a:t>语句，其中，如果循环体至少要执行一次，则用</a:t>
            </a:r>
            <a:r>
              <a:rPr lang="en-US" altLang="zh-CN" dirty="0" smtClean="0">
                <a:cs typeface="Times New Roman" panose="02020603050405020304" pitchFamily="18" charset="0"/>
              </a:rPr>
              <a:t>do-while</a:t>
            </a:r>
            <a:r>
              <a:rPr lang="zh-CN" altLang="en-US" dirty="0" smtClean="0"/>
              <a:t>语句。</a:t>
            </a:r>
            <a:endParaRPr lang="zh-CN" altLang="en-US" dirty="0" smtClean="0"/>
          </a:p>
          <a:p>
            <a:pPr marL="758825" lvl="1" eaLnBrk="1" hangingPunct="1">
              <a:lnSpc>
                <a:spcPct val="110000"/>
              </a:lnSpc>
              <a:defRPr/>
            </a:pPr>
            <a:r>
              <a:rPr lang="zh-CN" altLang="en-US" dirty="0" smtClean="0"/>
              <a:t>由于</a:t>
            </a:r>
            <a:r>
              <a:rPr lang="en-US" altLang="zh-CN" dirty="0" smtClean="0"/>
              <a:t>for</a:t>
            </a:r>
            <a:r>
              <a:rPr lang="zh-CN" altLang="en-US" dirty="0" smtClean="0"/>
              <a:t>语句能清晰地表示“循环初始化”、“循环条件”以及“下一次循环准备”，因此，一些非计数控制的循环也常用</a:t>
            </a:r>
            <a:r>
              <a:rPr lang="en-US" altLang="zh-CN" dirty="0" smtClean="0"/>
              <a:t>for</a:t>
            </a:r>
            <a:r>
              <a:rPr lang="zh-CN" altLang="en-US" dirty="0" smtClean="0"/>
              <a:t>语句实现。</a:t>
            </a:r>
            <a:endParaRPr lang="zh-CN" altLang="en-US" dirty="0" smtClean="0"/>
          </a:p>
        </p:txBody>
      </p:sp>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ChangeArrowheads="1"/>
          </p:cNvSpPr>
          <p:nvPr>
            <p:ph type="title"/>
          </p:nvPr>
        </p:nvSpPr>
        <p:spPr>
          <a:xfrm>
            <a:off x="179388" y="336550"/>
            <a:ext cx="8507412" cy="715963"/>
          </a:xfrm>
        </p:spPr>
        <p:txBody>
          <a:bodyPr/>
          <a:lstStyle/>
          <a:p>
            <a:pPr algn="l" eaLnBrk="1" hangingPunct="1">
              <a:lnSpc>
                <a:spcPct val="60000"/>
              </a:lnSpc>
              <a:defRPr/>
            </a:pPr>
            <a:r>
              <a:rPr lang="zh-CN" altLang="en-US" sz="2800" dirty="0" smtClean="0">
                <a:latin typeface="+mj-ea"/>
              </a:rPr>
              <a:t>例</a:t>
            </a:r>
            <a:r>
              <a:rPr lang="zh-CN" altLang="en-US" sz="2800" dirty="0" smtClean="0">
                <a:latin typeface="+mj-ea"/>
                <a:cs typeface="Times New Roman" panose="02020603050405020304" pitchFamily="18" charset="0"/>
              </a:rPr>
              <a:t>：</a:t>
            </a:r>
            <a:r>
              <a:rPr lang="zh-CN" altLang="en-US" sz="2800" dirty="0" smtClean="0">
                <a:latin typeface="+mj-ea"/>
              </a:rPr>
              <a:t>计算从键盘输入的一系列整数的和，要求：首先输入整数的个数。（计数控制的循环）</a:t>
            </a:r>
            <a:r>
              <a:rPr lang="zh-CN" altLang="en-US" sz="4800" dirty="0" smtClean="0">
                <a:latin typeface="+mj-ea"/>
              </a:rPr>
              <a:t> </a:t>
            </a:r>
            <a:endParaRPr lang="zh-CN" altLang="en-US" sz="4800" dirty="0" smtClean="0">
              <a:latin typeface="+mj-ea"/>
            </a:endParaRPr>
          </a:p>
        </p:txBody>
      </p:sp>
      <p:sp>
        <p:nvSpPr>
          <p:cNvPr id="49155" name="Rectangle 3"/>
          <p:cNvSpPr>
            <a:spLocks noGrp="1" noChangeArrowheads="1"/>
          </p:cNvSpPr>
          <p:nvPr>
            <p:ph type="body" idx="1"/>
          </p:nvPr>
        </p:nvSpPr>
        <p:spPr>
          <a:xfrm>
            <a:off x="179388" y="1485900"/>
            <a:ext cx="8856662" cy="5327650"/>
          </a:xfrm>
        </p:spPr>
        <p:txBody>
          <a:bodyPr/>
          <a:lstStyle/>
          <a:p>
            <a:pPr eaLnBrk="1" hangingPunct="1">
              <a:lnSpc>
                <a:spcPct val="80000"/>
              </a:lnSpc>
              <a:buFont typeface="Wingdings" panose="05000000000000000000" pitchFamily="2" charset="2"/>
              <a:buNone/>
              <a:defRPr/>
            </a:pPr>
            <a:r>
              <a:rPr lang="en-US" altLang="zh-CN" sz="2000" dirty="0" smtClean="0">
                <a:cs typeface="Courier New" panose="02070309020205020404" pitchFamily="49" charset="0"/>
              </a:rPr>
              <a:t>#include &lt;</a:t>
            </a:r>
            <a:r>
              <a:rPr lang="en-US" altLang="zh-CN" sz="2000" dirty="0" err="1" smtClean="0">
                <a:cs typeface="Courier New" panose="02070309020205020404" pitchFamily="49" charset="0"/>
              </a:rPr>
              <a:t>iostream</a:t>
            </a:r>
            <a:r>
              <a:rPr lang="en-US" altLang="zh-CN" sz="2000" dirty="0" smtClean="0">
                <a:cs typeface="Courier New" panose="02070309020205020404" pitchFamily="49" charset="0"/>
              </a:rPr>
              <a:t>&gt;</a:t>
            </a:r>
            <a:endParaRPr lang="en-US" altLang="zh-CN" sz="2000" dirty="0" smtClean="0">
              <a:cs typeface="Courier New" panose="02070309020205020404" pitchFamily="49" charset="0"/>
            </a:endParaRPr>
          </a:p>
          <a:p>
            <a:pPr eaLnBrk="1" hangingPunct="1">
              <a:lnSpc>
                <a:spcPct val="80000"/>
              </a:lnSpc>
              <a:buFont typeface="Wingdings" panose="05000000000000000000" pitchFamily="2" charset="2"/>
              <a:buNone/>
              <a:defRPr/>
            </a:pPr>
            <a:r>
              <a:rPr lang="en-US" altLang="zh-CN" sz="2000" dirty="0" smtClean="0">
                <a:cs typeface="Courier New" panose="02070309020205020404" pitchFamily="49" charset="0"/>
              </a:rPr>
              <a:t>using namespace </a:t>
            </a:r>
            <a:r>
              <a:rPr lang="en-US" altLang="zh-CN" sz="2000" dirty="0" err="1" smtClean="0">
                <a:cs typeface="Courier New" panose="02070309020205020404" pitchFamily="49" charset="0"/>
              </a:rPr>
              <a:t>std</a:t>
            </a:r>
            <a:r>
              <a:rPr lang="en-US" altLang="zh-CN" sz="2000" dirty="0" smtClean="0">
                <a:cs typeface="Courier New" panose="02070309020205020404" pitchFamily="49" charset="0"/>
              </a:rPr>
              <a:t>;</a:t>
            </a:r>
            <a:endParaRPr lang="en-US" altLang="zh-CN" sz="2000" dirty="0" smtClean="0">
              <a:cs typeface="Courier New" panose="02070309020205020404" pitchFamily="49" charset="0"/>
            </a:endParaRPr>
          </a:p>
          <a:p>
            <a:pPr eaLnBrk="1" hangingPunct="1">
              <a:lnSpc>
                <a:spcPct val="80000"/>
              </a:lnSpc>
              <a:buFont typeface="Wingdings" panose="05000000000000000000" pitchFamily="2" charset="2"/>
              <a:buNone/>
              <a:defRPr/>
            </a:pPr>
            <a:r>
              <a:rPr lang="en-US" altLang="zh-CN" sz="2000" dirty="0" err="1" smtClean="0">
                <a:cs typeface="Courier New" panose="02070309020205020404" pitchFamily="49" charset="0"/>
              </a:rPr>
              <a:t>int</a:t>
            </a:r>
            <a:r>
              <a:rPr lang="en-US" altLang="zh-CN" sz="2000" dirty="0" smtClean="0">
                <a:cs typeface="Courier New" panose="02070309020205020404" pitchFamily="49" charset="0"/>
              </a:rPr>
              <a:t> main()</a:t>
            </a:r>
            <a:endParaRPr lang="en-US" altLang="zh-CN" sz="2000" dirty="0" smtClean="0">
              <a:cs typeface="Courier New" panose="02070309020205020404" pitchFamily="49" charset="0"/>
            </a:endParaRPr>
          </a:p>
          <a:p>
            <a:pPr eaLnBrk="1" hangingPunct="1">
              <a:lnSpc>
                <a:spcPct val="80000"/>
              </a:lnSpc>
              <a:buFont typeface="Wingdings" panose="05000000000000000000" pitchFamily="2" charset="2"/>
              <a:buNone/>
              <a:defRPr/>
            </a:pPr>
            <a:r>
              <a:rPr lang="en-US" altLang="zh-CN" sz="2000" dirty="0" smtClean="0">
                <a:cs typeface="Courier New" panose="02070309020205020404" pitchFamily="49" charset="0"/>
              </a:rPr>
              <a:t>{	</a:t>
            </a:r>
            <a:r>
              <a:rPr lang="en-US" altLang="zh-CN" sz="2000" dirty="0" err="1" smtClean="0">
                <a:cs typeface="Courier New" panose="02070309020205020404" pitchFamily="49" charset="0"/>
              </a:rPr>
              <a:t>int</a:t>
            </a:r>
            <a:r>
              <a:rPr lang="en-US" altLang="zh-CN" sz="2000" dirty="0" smtClean="0">
                <a:cs typeface="Courier New" panose="02070309020205020404" pitchFamily="49" charset="0"/>
              </a:rPr>
              <a:t> n;</a:t>
            </a:r>
            <a:endParaRPr lang="en-US" altLang="zh-CN" sz="2000" dirty="0" smtClean="0">
              <a:cs typeface="Courier New" panose="02070309020205020404" pitchFamily="49" charset="0"/>
            </a:endParaRPr>
          </a:p>
          <a:p>
            <a:pPr eaLnBrk="1" hangingPunct="1">
              <a:lnSpc>
                <a:spcPct val="80000"/>
              </a:lnSpc>
              <a:buFont typeface="Wingdings" panose="05000000000000000000" pitchFamily="2" charset="2"/>
              <a:buNone/>
              <a:defRPr/>
            </a:pPr>
            <a:r>
              <a:rPr lang="en-US" altLang="zh-CN" sz="2000" dirty="0" smtClean="0">
                <a:cs typeface="Courier New" panose="02070309020205020404" pitchFamily="49" charset="0"/>
              </a:rPr>
              <a:t>	</a:t>
            </a:r>
            <a:r>
              <a:rPr lang="en-US" altLang="zh-CN" sz="2000" dirty="0" err="1" smtClean="0">
                <a:cs typeface="Courier New" panose="02070309020205020404" pitchFamily="49" charset="0"/>
              </a:rPr>
              <a:t>cout</a:t>
            </a:r>
            <a:r>
              <a:rPr lang="en-US" altLang="zh-CN" sz="2000" dirty="0" smtClean="0">
                <a:cs typeface="Courier New" panose="02070309020205020404" pitchFamily="49" charset="0"/>
              </a:rPr>
              <a:t> &lt;&lt; "</a:t>
            </a:r>
            <a:r>
              <a:rPr lang="zh-CN" altLang="en-US" sz="2000" dirty="0" smtClean="0"/>
              <a:t>请输入整数的个数：</a:t>
            </a:r>
            <a:r>
              <a:rPr lang="en-US" altLang="zh-CN" sz="2000" dirty="0" smtClean="0">
                <a:cs typeface="Courier New" panose="02070309020205020404" pitchFamily="49" charset="0"/>
              </a:rPr>
              <a:t>";</a:t>
            </a:r>
            <a:endParaRPr lang="en-US" altLang="zh-CN" sz="2000" dirty="0" smtClean="0">
              <a:cs typeface="Courier New" panose="02070309020205020404" pitchFamily="49" charset="0"/>
            </a:endParaRPr>
          </a:p>
          <a:p>
            <a:pPr eaLnBrk="1" hangingPunct="1">
              <a:lnSpc>
                <a:spcPct val="80000"/>
              </a:lnSpc>
              <a:buFont typeface="Wingdings" panose="05000000000000000000" pitchFamily="2" charset="2"/>
              <a:buNone/>
              <a:defRPr/>
            </a:pPr>
            <a:r>
              <a:rPr lang="en-US" altLang="zh-CN" sz="2000" dirty="0" smtClean="0">
                <a:cs typeface="Courier New" panose="02070309020205020404" pitchFamily="49" charset="0"/>
              </a:rPr>
              <a:t>	</a:t>
            </a:r>
            <a:r>
              <a:rPr lang="en-US" altLang="zh-CN" sz="2000" dirty="0" err="1" smtClean="0">
                <a:cs typeface="Courier New" panose="02070309020205020404" pitchFamily="49" charset="0"/>
              </a:rPr>
              <a:t>cin</a:t>
            </a:r>
            <a:r>
              <a:rPr lang="en-US" altLang="zh-CN" sz="2000" dirty="0" smtClean="0">
                <a:cs typeface="Courier New" panose="02070309020205020404" pitchFamily="49" charset="0"/>
              </a:rPr>
              <a:t> &gt;&gt; n;</a:t>
            </a:r>
            <a:endParaRPr lang="en-US" altLang="zh-CN" sz="2000" dirty="0" smtClean="0">
              <a:cs typeface="Courier New" panose="02070309020205020404" pitchFamily="49" charset="0"/>
            </a:endParaRPr>
          </a:p>
          <a:p>
            <a:pPr eaLnBrk="1" hangingPunct="1">
              <a:lnSpc>
                <a:spcPct val="80000"/>
              </a:lnSpc>
              <a:buFont typeface="Wingdings" panose="05000000000000000000" pitchFamily="2" charset="2"/>
              <a:buNone/>
              <a:defRPr/>
            </a:pPr>
            <a:r>
              <a:rPr lang="en-US" altLang="zh-CN" sz="2000" dirty="0" smtClean="0">
                <a:cs typeface="Courier New" panose="02070309020205020404" pitchFamily="49" charset="0"/>
              </a:rPr>
              <a:t>	</a:t>
            </a:r>
            <a:r>
              <a:rPr lang="en-US" altLang="zh-CN" sz="2000" dirty="0" err="1" smtClean="0">
                <a:cs typeface="Courier New" panose="02070309020205020404" pitchFamily="49" charset="0"/>
              </a:rPr>
              <a:t>cout</a:t>
            </a:r>
            <a:r>
              <a:rPr lang="en-US" altLang="zh-CN" sz="2000" dirty="0" smtClean="0">
                <a:cs typeface="Courier New" panose="02070309020205020404" pitchFamily="49" charset="0"/>
              </a:rPr>
              <a:t> &lt;&lt; "</a:t>
            </a:r>
            <a:r>
              <a:rPr lang="zh-CN" altLang="en-US" sz="2000" dirty="0" smtClean="0"/>
              <a:t>请输入</a:t>
            </a:r>
            <a:r>
              <a:rPr lang="en-US" altLang="zh-CN" sz="2000" dirty="0" smtClean="0">
                <a:cs typeface="Courier New" panose="02070309020205020404" pitchFamily="49" charset="0"/>
              </a:rPr>
              <a:t>" &lt;&lt; n &lt;&lt; "</a:t>
            </a:r>
            <a:r>
              <a:rPr lang="zh-CN" altLang="en-US" sz="2000" dirty="0" smtClean="0"/>
              <a:t>个整数：</a:t>
            </a:r>
            <a:r>
              <a:rPr lang="en-US" altLang="zh-CN" sz="2000" dirty="0" smtClean="0">
                <a:cs typeface="Courier New" panose="02070309020205020404" pitchFamily="49" charset="0"/>
              </a:rPr>
              <a:t>";</a:t>
            </a:r>
            <a:endParaRPr lang="en-US" altLang="zh-CN" sz="2000" dirty="0" smtClean="0">
              <a:cs typeface="Courier New" panose="02070309020205020404" pitchFamily="49" charset="0"/>
            </a:endParaRPr>
          </a:p>
          <a:p>
            <a:pPr eaLnBrk="1" hangingPunct="1">
              <a:lnSpc>
                <a:spcPct val="80000"/>
              </a:lnSpc>
              <a:buFont typeface="Wingdings" panose="05000000000000000000" pitchFamily="2" charset="2"/>
              <a:buNone/>
              <a:defRPr/>
            </a:pPr>
            <a:r>
              <a:rPr lang="en-US" altLang="zh-CN" sz="2000" dirty="0" smtClean="0">
                <a:cs typeface="Courier New" panose="02070309020205020404" pitchFamily="49" charset="0"/>
              </a:rPr>
              <a:t>	</a:t>
            </a:r>
            <a:r>
              <a:rPr lang="en-US" altLang="zh-CN" sz="2000" dirty="0" err="1" smtClean="0">
                <a:cs typeface="Courier New" panose="02070309020205020404" pitchFamily="49" charset="0"/>
              </a:rPr>
              <a:t>int</a:t>
            </a:r>
            <a:r>
              <a:rPr lang="en-US" altLang="zh-CN" sz="2000" dirty="0" smtClean="0">
                <a:cs typeface="Courier New" panose="02070309020205020404" pitchFamily="49" charset="0"/>
              </a:rPr>
              <a:t> sum=0;</a:t>
            </a:r>
            <a:endParaRPr lang="en-US" altLang="zh-CN" sz="2000" dirty="0" smtClean="0">
              <a:cs typeface="Courier New" panose="02070309020205020404" pitchFamily="49" charset="0"/>
            </a:endParaRPr>
          </a:p>
          <a:p>
            <a:pPr eaLnBrk="1" hangingPunct="1">
              <a:lnSpc>
                <a:spcPct val="80000"/>
              </a:lnSpc>
              <a:buFont typeface="Wingdings" panose="05000000000000000000" pitchFamily="2" charset="2"/>
              <a:buNone/>
              <a:defRPr/>
            </a:pPr>
            <a:r>
              <a:rPr lang="en-US" altLang="zh-CN" sz="2000" dirty="0" smtClean="0">
                <a:cs typeface="Courier New" panose="02070309020205020404" pitchFamily="49" charset="0"/>
              </a:rPr>
              <a:t>	for (</a:t>
            </a:r>
            <a:r>
              <a:rPr lang="en-US" altLang="zh-CN" sz="2000" dirty="0" err="1" smtClean="0">
                <a:cs typeface="Courier New" panose="02070309020205020404" pitchFamily="49" charset="0"/>
              </a:rPr>
              <a:t>int</a:t>
            </a:r>
            <a:r>
              <a:rPr lang="en-US" altLang="zh-CN" sz="2000" dirty="0" smtClean="0">
                <a:cs typeface="Courier New" panose="02070309020205020404" pitchFamily="49" charset="0"/>
              </a:rPr>
              <a:t> </a:t>
            </a:r>
            <a:r>
              <a:rPr lang="en-US" altLang="zh-CN" sz="2000" dirty="0" err="1" smtClean="0">
                <a:solidFill>
                  <a:srgbClr val="FFC000"/>
                </a:solidFill>
                <a:cs typeface="Courier New" panose="02070309020205020404" pitchFamily="49" charset="0"/>
              </a:rPr>
              <a:t>i</a:t>
            </a:r>
            <a:r>
              <a:rPr lang="en-US" altLang="zh-CN" sz="2000" dirty="0" smtClean="0">
                <a:cs typeface="Courier New" panose="02070309020205020404" pitchFamily="49" charset="0"/>
              </a:rPr>
              <a:t>=1; </a:t>
            </a:r>
            <a:r>
              <a:rPr lang="en-US" altLang="zh-CN" sz="2000" dirty="0" err="1" smtClean="0">
                <a:cs typeface="Courier New" panose="02070309020205020404" pitchFamily="49" charset="0"/>
              </a:rPr>
              <a:t>i</a:t>
            </a:r>
            <a:r>
              <a:rPr lang="en-US" altLang="zh-CN" sz="2000" dirty="0" smtClean="0">
                <a:cs typeface="Courier New" panose="02070309020205020404" pitchFamily="49" charset="0"/>
              </a:rPr>
              <a:t>&lt;=n; </a:t>
            </a:r>
            <a:r>
              <a:rPr lang="en-US" altLang="zh-CN" sz="2000" dirty="0" err="1" smtClean="0">
                <a:cs typeface="Courier New" panose="02070309020205020404" pitchFamily="49" charset="0"/>
              </a:rPr>
              <a:t>i</a:t>
            </a:r>
            <a:r>
              <a:rPr lang="en-US" altLang="zh-CN" sz="2000" dirty="0" smtClean="0">
                <a:cs typeface="Courier New" panose="02070309020205020404" pitchFamily="49" charset="0"/>
              </a:rPr>
              <a:t>++) //</a:t>
            </a:r>
            <a:r>
              <a:rPr lang="en-US" altLang="zh-CN" sz="2000" dirty="0" err="1" smtClean="0">
                <a:cs typeface="Courier New" panose="02070309020205020404" pitchFamily="49" charset="0"/>
              </a:rPr>
              <a:t>i</a:t>
            </a:r>
            <a:r>
              <a:rPr lang="zh-CN" altLang="en-US" sz="2000" dirty="0" smtClean="0">
                <a:cs typeface="Courier New" panose="02070309020205020404" pitchFamily="49" charset="0"/>
              </a:rPr>
              <a:t>是</a:t>
            </a:r>
            <a:r>
              <a:rPr lang="zh-CN" altLang="en-US" sz="2000" dirty="0" smtClean="0">
                <a:solidFill>
                  <a:srgbClr val="FFC000"/>
                </a:solidFill>
                <a:cs typeface="Courier New" panose="02070309020205020404" pitchFamily="49" charset="0"/>
              </a:rPr>
              <a:t>循环控制变量</a:t>
            </a:r>
            <a:endParaRPr lang="en-US" altLang="zh-CN" sz="2000" dirty="0" smtClean="0">
              <a:cs typeface="Courier New" panose="02070309020205020404" pitchFamily="49" charset="0"/>
            </a:endParaRPr>
          </a:p>
          <a:p>
            <a:pPr eaLnBrk="1" hangingPunct="1">
              <a:lnSpc>
                <a:spcPct val="80000"/>
              </a:lnSpc>
              <a:buFont typeface="Wingdings" panose="05000000000000000000" pitchFamily="2" charset="2"/>
              <a:buNone/>
              <a:defRPr/>
            </a:pPr>
            <a:r>
              <a:rPr lang="en-US" altLang="zh-CN" sz="2000" dirty="0" smtClean="0">
                <a:cs typeface="Courier New" panose="02070309020205020404" pitchFamily="49" charset="0"/>
              </a:rPr>
              <a:t>	{	</a:t>
            </a:r>
            <a:r>
              <a:rPr lang="en-US" altLang="zh-CN" sz="2000" dirty="0" err="1" smtClean="0">
                <a:cs typeface="Courier New" panose="02070309020205020404" pitchFamily="49" charset="0"/>
              </a:rPr>
              <a:t>int</a:t>
            </a:r>
            <a:r>
              <a:rPr lang="en-US" altLang="zh-CN" sz="2000" dirty="0" smtClean="0">
                <a:cs typeface="Courier New" panose="02070309020205020404" pitchFamily="49" charset="0"/>
              </a:rPr>
              <a:t> a; </a:t>
            </a:r>
            <a:endParaRPr lang="en-US" altLang="zh-CN" sz="2000" dirty="0" smtClean="0">
              <a:cs typeface="Courier New" panose="02070309020205020404" pitchFamily="49" charset="0"/>
            </a:endParaRPr>
          </a:p>
          <a:p>
            <a:pPr eaLnBrk="1" hangingPunct="1">
              <a:lnSpc>
                <a:spcPct val="80000"/>
              </a:lnSpc>
              <a:buFont typeface="Wingdings" panose="05000000000000000000" pitchFamily="2" charset="2"/>
              <a:buNone/>
              <a:defRPr/>
            </a:pPr>
            <a:r>
              <a:rPr lang="en-US" altLang="zh-CN" sz="2000" dirty="0" smtClean="0">
                <a:cs typeface="Courier New" panose="02070309020205020404" pitchFamily="49" charset="0"/>
              </a:rPr>
              <a:t>		</a:t>
            </a:r>
            <a:r>
              <a:rPr lang="en-US" altLang="zh-CN" sz="2000" dirty="0" err="1" smtClean="0">
                <a:cs typeface="Courier New" panose="02070309020205020404" pitchFamily="49" charset="0"/>
              </a:rPr>
              <a:t>cin</a:t>
            </a:r>
            <a:r>
              <a:rPr lang="en-US" altLang="zh-CN" sz="2000" dirty="0" smtClean="0">
                <a:cs typeface="Courier New" panose="02070309020205020404" pitchFamily="49" charset="0"/>
              </a:rPr>
              <a:t> &gt;&gt; a;</a:t>
            </a:r>
            <a:endParaRPr lang="en-US" altLang="zh-CN" sz="2000" dirty="0" smtClean="0">
              <a:cs typeface="Courier New" panose="02070309020205020404" pitchFamily="49" charset="0"/>
            </a:endParaRPr>
          </a:p>
          <a:p>
            <a:pPr eaLnBrk="1" hangingPunct="1">
              <a:lnSpc>
                <a:spcPct val="80000"/>
              </a:lnSpc>
              <a:buFont typeface="Wingdings" panose="05000000000000000000" pitchFamily="2" charset="2"/>
              <a:buNone/>
              <a:defRPr/>
            </a:pPr>
            <a:r>
              <a:rPr lang="en-US" altLang="zh-CN" sz="2000" dirty="0" smtClean="0">
                <a:cs typeface="Courier New" panose="02070309020205020404" pitchFamily="49" charset="0"/>
              </a:rPr>
              <a:t>		sum += a; </a:t>
            </a:r>
            <a:endParaRPr lang="en-US" altLang="zh-CN" sz="2000" dirty="0" smtClean="0">
              <a:cs typeface="Courier New" panose="02070309020205020404" pitchFamily="49" charset="0"/>
            </a:endParaRPr>
          </a:p>
          <a:p>
            <a:pPr eaLnBrk="1" hangingPunct="1">
              <a:lnSpc>
                <a:spcPct val="80000"/>
              </a:lnSpc>
              <a:buFont typeface="Wingdings" panose="05000000000000000000" pitchFamily="2" charset="2"/>
              <a:buNone/>
              <a:defRPr/>
            </a:pPr>
            <a:r>
              <a:rPr lang="en-US" altLang="zh-CN" sz="2000" dirty="0" smtClean="0">
                <a:cs typeface="Courier New" panose="02070309020205020404" pitchFamily="49" charset="0"/>
              </a:rPr>
              <a:t>	}</a:t>
            </a:r>
            <a:endParaRPr lang="en-US" altLang="zh-CN" sz="2000" dirty="0" smtClean="0">
              <a:cs typeface="Courier New" panose="02070309020205020404" pitchFamily="49" charset="0"/>
            </a:endParaRPr>
          </a:p>
          <a:p>
            <a:pPr eaLnBrk="1" hangingPunct="1">
              <a:lnSpc>
                <a:spcPct val="80000"/>
              </a:lnSpc>
              <a:buFont typeface="Wingdings" panose="05000000000000000000" pitchFamily="2" charset="2"/>
              <a:buNone/>
              <a:defRPr/>
            </a:pPr>
            <a:r>
              <a:rPr lang="en-US" altLang="zh-CN" sz="2000" dirty="0" smtClean="0">
                <a:cs typeface="Courier New" panose="02070309020205020404" pitchFamily="49" charset="0"/>
              </a:rPr>
              <a:t>	</a:t>
            </a:r>
            <a:r>
              <a:rPr lang="en-US" altLang="zh-CN" sz="2000" dirty="0" err="1" smtClean="0">
                <a:cs typeface="Courier New" panose="02070309020205020404" pitchFamily="49" charset="0"/>
              </a:rPr>
              <a:t>cout</a:t>
            </a:r>
            <a:r>
              <a:rPr lang="en-US" altLang="zh-CN" sz="2000" dirty="0" smtClean="0">
                <a:cs typeface="Courier New" panose="02070309020205020404" pitchFamily="49" charset="0"/>
              </a:rPr>
              <a:t> &lt;&lt; "</a:t>
            </a:r>
            <a:r>
              <a:rPr lang="zh-CN" altLang="en-US" sz="2000" dirty="0" smtClean="0"/>
              <a:t>输入的</a:t>
            </a:r>
            <a:r>
              <a:rPr lang="en-US" altLang="zh-CN" sz="2000" dirty="0" smtClean="0">
                <a:cs typeface="Courier New" panose="02070309020205020404" pitchFamily="49" charset="0"/>
              </a:rPr>
              <a:t>" &lt;&lt; n &lt;&lt; "</a:t>
            </a:r>
            <a:r>
              <a:rPr lang="zh-CN" altLang="en-US" sz="2000" dirty="0" smtClean="0"/>
              <a:t>个整数的和是：</a:t>
            </a:r>
            <a:r>
              <a:rPr lang="en-US" altLang="zh-CN" sz="2000" dirty="0" smtClean="0">
                <a:cs typeface="Courier New" panose="02070309020205020404" pitchFamily="49" charset="0"/>
              </a:rPr>
              <a:t>" &lt;&lt; sum &lt;&lt; </a:t>
            </a:r>
            <a:r>
              <a:rPr lang="en-US" altLang="zh-CN" sz="2000" dirty="0" err="1" smtClean="0">
                <a:cs typeface="Courier New" panose="02070309020205020404" pitchFamily="49" charset="0"/>
              </a:rPr>
              <a:t>endl</a:t>
            </a:r>
            <a:r>
              <a:rPr lang="en-US" altLang="zh-CN" sz="2000" dirty="0" smtClean="0">
                <a:cs typeface="Courier New" panose="02070309020205020404" pitchFamily="49" charset="0"/>
              </a:rPr>
              <a:t>;</a:t>
            </a:r>
            <a:endParaRPr lang="en-US" altLang="zh-CN" sz="2000" dirty="0" smtClean="0">
              <a:cs typeface="Courier New" panose="02070309020205020404" pitchFamily="49" charset="0"/>
            </a:endParaRPr>
          </a:p>
          <a:p>
            <a:pPr eaLnBrk="1" hangingPunct="1">
              <a:lnSpc>
                <a:spcPct val="80000"/>
              </a:lnSpc>
              <a:buFont typeface="Wingdings" panose="05000000000000000000" pitchFamily="2" charset="2"/>
              <a:buNone/>
              <a:defRPr/>
            </a:pPr>
            <a:r>
              <a:rPr lang="en-US" altLang="zh-CN" sz="2000" dirty="0" smtClean="0">
                <a:cs typeface="Courier New" panose="02070309020205020404" pitchFamily="49" charset="0"/>
              </a:rPr>
              <a:t>	return 0;</a:t>
            </a:r>
            <a:endParaRPr lang="en-US" altLang="zh-CN" sz="2000" dirty="0" smtClean="0">
              <a:cs typeface="Courier New" panose="02070309020205020404" pitchFamily="49" charset="0"/>
            </a:endParaRPr>
          </a:p>
          <a:p>
            <a:pPr eaLnBrk="1" hangingPunct="1">
              <a:lnSpc>
                <a:spcPct val="80000"/>
              </a:lnSpc>
              <a:buFont typeface="Wingdings" panose="05000000000000000000" pitchFamily="2" charset="2"/>
              <a:buNone/>
              <a:defRPr/>
            </a:pPr>
            <a:r>
              <a:rPr lang="en-US" altLang="zh-CN" sz="2000" dirty="0" smtClean="0">
                <a:cs typeface="Courier New" panose="02070309020205020404" pitchFamily="49" charset="0"/>
              </a:rPr>
              <a:t>}</a:t>
            </a:r>
            <a:endParaRPr lang="en-US" altLang="zh-CN" sz="2000" dirty="0" smtClean="0">
              <a:cs typeface="Courier New" panose="02070309020205020404" pitchFamily="49" charset="0"/>
            </a:endParaRPr>
          </a:p>
        </p:txBody>
      </p:sp>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ChangeArrowheads="1"/>
          </p:cNvSpPr>
          <p:nvPr>
            <p:ph type="title"/>
          </p:nvPr>
        </p:nvSpPr>
        <p:spPr>
          <a:xfrm>
            <a:off x="179388" y="192088"/>
            <a:ext cx="8507412" cy="788987"/>
          </a:xfrm>
        </p:spPr>
        <p:txBody>
          <a:bodyPr/>
          <a:lstStyle/>
          <a:p>
            <a:pPr algn="l" eaLnBrk="1" hangingPunct="1">
              <a:defRPr/>
            </a:pPr>
            <a:r>
              <a:rPr lang="zh-CN" altLang="en-US" sz="2800" dirty="0" smtClean="0">
                <a:latin typeface="+mj-ea"/>
              </a:rPr>
              <a:t>例：计算从键盘输入的一系列整数的和，要求输入以</a:t>
            </a:r>
            <a:r>
              <a:rPr lang="en-US" altLang="zh-CN" sz="2800" dirty="0" smtClean="0">
                <a:latin typeface="+mj-ea"/>
              </a:rPr>
              <a:t>0</a:t>
            </a:r>
            <a:r>
              <a:rPr lang="zh-CN" altLang="en-US" sz="2800" dirty="0" smtClean="0">
                <a:latin typeface="+mj-ea"/>
              </a:rPr>
              <a:t>结束。（事件控制的循环 ）</a:t>
            </a:r>
            <a:endParaRPr lang="zh-CN" altLang="en-US" sz="2800" dirty="0" smtClean="0">
              <a:latin typeface="+mj-ea"/>
            </a:endParaRPr>
          </a:p>
        </p:txBody>
      </p:sp>
      <p:sp>
        <p:nvSpPr>
          <p:cNvPr id="50179" name="Rectangle 3"/>
          <p:cNvSpPr>
            <a:spLocks noGrp="1" noChangeArrowheads="1"/>
          </p:cNvSpPr>
          <p:nvPr>
            <p:ph type="body" idx="1"/>
          </p:nvPr>
        </p:nvSpPr>
        <p:spPr>
          <a:xfrm>
            <a:off x="457200" y="1628775"/>
            <a:ext cx="8229600" cy="4895850"/>
          </a:xfrm>
        </p:spPr>
        <p:txBody>
          <a:bodyPr/>
          <a:lstStyle/>
          <a:p>
            <a:pPr indent="-147955" algn="just" eaLnBrk="1" hangingPunct="1">
              <a:lnSpc>
                <a:spcPct val="90000"/>
              </a:lnSpc>
              <a:buFont typeface="Wingdings" panose="05000000000000000000" pitchFamily="2" charset="2"/>
              <a:buNone/>
              <a:defRPr/>
            </a:pPr>
            <a:r>
              <a:rPr lang="en-US" altLang="zh-CN" sz="2000" dirty="0" smtClean="0">
                <a:cs typeface="Courier New" panose="02070309020205020404" pitchFamily="49" charset="0"/>
              </a:rPr>
              <a:t>#include &lt;</a:t>
            </a:r>
            <a:r>
              <a:rPr lang="en-US" altLang="zh-CN" sz="2000" dirty="0" err="1" smtClean="0">
                <a:cs typeface="Courier New" panose="02070309020205020404" pitchFamily="49" charset="0"/>
              </a:rPr>
              <a:t>iostream</a:t>
            </a:r>
            <a:r>
              <a:rPr lang="en-US" altLang="zh-CN" sz="2000" dirty="0" smtClean="0">
                <a:cs typeface="Courier New" panose="02070309020205020404" pitchFamily="49" charset="0"/>
              </a:rPr>
              <a:t>&gt;</a:t>
            </a:r>
            <a:endParaRPr lang="en-US" altLang="zh-CN" sz="2000" dirty="0" smtClean="0">
              <a:cs typeface="Courier New" panose="02070309020205020404" pitchFamily="49" charset="0"/>
            </a:endParaRPr>
          </a:p>
          <a:p>
            <a:pPr indent="-147955" algn="just" eaLnBrk="1" hangingPunct="1">
              <a:lnSpc>
                <a:spcPct val="90000"/>
              </a:lnSpc>
              <a:buFont typeface="Wingdings" panose="05000000000000000000" pitchFamily="2" charset="2"/>
              <a:buNone/>
              <a:defRPr/>
            </a:pPr>
            <a:r>
              <a:rPr lang="en-US" altLang="zh-CN" sz="2000" dirty="0" smtClean="0">
                <a:cs typeface="Courier New" panose="02070309020205020404" pitchFamily="49" charset="0"/>
              </a:rPr>
              <a:t>using namespace </a:t>
            </a:r>
            <a:r>
              <a:rPr lang="en-US" altLang="zh-CN" sz="2000" dirty="0" err="1" smtClean="0">
                <a:cs typeface="Courier New" panose="02070309020205020404" pitchFamily="49" charset="0"/>
              </a:rPr>
              <a:t>std</a:t>
            </a:r>
            <a:r>
              <a:rPr lang="en-US" altLang="zh-CN" sz="2000" dirty="0" smtClean="0">
                <a:cs typeface="Courier New" panose="02070309020205020404" pitchFamily="49" charset="0"/>
              </a:rPr>
              <a:t>;</a:t>
            </a:r>
            <a:endParaRPr lang="en-US" altLang="zh-CN" sz="2000" dirty="0" smtClean="0">
              <a:cs typeface="Courier New" panose="02070309020205020404" pitchFamily="49" charset="0"/>
            </a:endParaRPr>
          </a:p>
          <a:p>
            <a:pPr indent="-147955" algn="just" eaLnBrk="1" hangingPunct="1">
              <a:lnSpc>
                <a:spcPct val="90000"/>
              </a:lnSpc>
              <a:buFont typeface="Wingdings" panose="05000000000000000000" pitchFamily="2" charset="2"/>
              <a:buNone/>
              <a:defRPr/>
            </a:pPr>
            <a:r>
              <a:rPr lang="en-US" altLang="zh-CN" sz="2000" dirty="0" err="1" smtClean="0">
                <a:cs typeface="Courier New" panose="02070309020205020404" pitchFamily="49" charset="0"/>
              </a:rPr>
              <a:t>int</a:t>
            </a:r>
            <a:r>
              <a:rPr lang="en-US" altLang="zh-CN" sz="2000" dirty="0" smtClean="0">
                <a:cs typeface="Courier New" panose="02070309020205020404" pitchFamily="49" charset="0"/>
              </a:rPr>
              <a:t> main()</a:t>
            </a:r>
            <a:endParaRPr lang="en-US" altLang="zh-CN" sz="2000" dirty="0" smtClean="0">
              <a:cs typeface="Courier New" panose="02070309020205020404" pitchFamily="49" charset="0"/>
            </a:endParaRPr>
          </a:p>
          <a:p>
            <a:pPr indent="-147955" algn="just" eaLnBrk="1" hangingPunct="1">
              <a:lnSpc>
                <a:spcPct val="90000"/>
              </a:lnSpc>
              <a:buFont typeface="Wingdings" panose="05000000000000000000" pitchFamily="2" charset="2"/>
              <a:buNone/>
              <a:defRPr/>
            </a:pPr>
            <a:r>
              <a:rPr lang="en-US" altLang="zh-CN" sz="2000" dirty="0" smtClean="0">
                <a:cs typeface="Courier New" panose="02070309020205020404" pitchFamily="49" charset="0"/>
              </a:rPr>
              <a:t>{</a:t>
            </a:r>
            <a:r>
              <a:rPr lang="en-US" altLang="zh-CN" sz="2000" dirty="0" err="1" smtClean="0">
                <a:cs typeface="Courier New" panose="02070309020205020404" pitchFamily="49" charset="0"/>
              </a:rPr>
              <a:t>int</a:t>
            </a:r>
            <a:r>
              <a:rPr lang="en-US" altLang="zh-CN" sz="2000" dirty="0" smtClean="0">
                <a:cs typeface="Courier New" panose="02070309020205020404" pitchFamily="49" charset="0"/>
              </a:rPr>
              <a:t> </a:t>
            </a:r>
            <a:r>
              <a:rPr lang="en-US" altLang="zh-CN" sz="2000" dirty="0" err="1" smtClean="0">
                <a:cs typeface="Courier New" panose="02070309020205020404" pitchFamily="49" charset="0"/>
              </a:rPr>
              <a:t>a,sum</a:t>
            </a:r>
            <a:r>
              <a:rPr lang="en-US" altLang="zh-CN" sz="2000" dirty="0" smtClean="0">
                <a:cs typeface="Courier New" panose="02070309020205020404" pitchFamily="49" charset="0"/>
              </a:rPr>
              <a:t>=0;</a:t>
            </a:r>
            <a:endParaRPr lang="en-US" altLang="zh-CN" sz="2000" dirty="0" smtClean="0">
              <a:cs typeface="Courier New" panose="02070309020205020404" pitchFamily="49" charset="0"/>
            </a:endParaRPr>
          </a:p>
          <a:p>
            <a:pPr indent="-147955" algn="just" eaLnBrk="1" hangingPunct="1">
              <a:lnSpc>
                <a:spcPct val="90000"/>
              </a:lnSpc>
              <a:buFont typeface="Wingdings" panose="05000000000000000000" pitchFamily="2" charset="2"/>
              <a:buNone/>
              <a:defRPr/>
            </a:pPr>
            <a:r>
              <a:rPr lang="en-US" altLang="zh-CN" sz="2000" dirty="0" smtClean="0">
                <a:cs typeface="Courier New" panose="02070309020205020404" pitchFamily="49" charset="0"/>
              </a:rPr>
              <a:t>	</a:t>
            </a:r>
            <a:r>
              <a:rPr lang="en-US" altLang="zh-CN" sz="2000" dirty="0" err="1" smtClean="0">
                <a:cs typeface="Courier New" panose="02070309020205020404" pitchFamily="49" charset="0"/>
              </a:rPr>
              <a:t>cout</a:t>
            </a:r>
            <a:r>
              <a:rPr lang="en-US" altLang="zh-CN" sz="2000" dirty="0" smtClean="0">
                <a:cs typeface="Courier New" panose="02070309020205020404" pitchFamily="49" charset="0"/>
              </a:rPr>
              <a:t> &lt;&lt; "</a:t>
            </a:r>
            <a:r>
              <a:rPr lang="zh-CN" altLang="en-US" sz="2000" dirty="0" smtClean="0"/>
              <a:t>请输入若干个整数（以</a:t>
            </a:r>
            <a:r>
              <a:rPr lang="en-US" altLang="zh-CN" sz="2000" dirty="0" smtClean="0">
                <a:cs typeface="Courier New" panose="02070309020205020404" pitchFamily="49" charset="0"/>
              </a:rPr>
              <a:t>0</a:t>
            </a:r>
            <a:r>
              <a:rPr lang="zh-CN" altLang="en-US" sz="2000" dirty="0" smtClean="0"/>
              <a:t>结束）：</a:t>
            </a:r>
            <a:r>
              <a:rPr lang="en-US" altLang="zh-CN" sz="2000" dirty="0" smtClean="0">
                <a:cs typeface="Courier New" panose="02070309020205020404" pitchFamily="49" charset="0"/>
              </a:rPr>
              <a:t>";</a:t>
            </a:r>
            <a:endParaRPr lang="en-US" altLang="zh-CN" sz="2000" dirty="0" smtClean="0">
              <a:cs typeface="Courier New" panose="02070309020205020404" pitchFamily="49" charset="0"/>
            </a:endParaRPr>
          </a:p>
          <a:p>
            <a:pPr indent="-147955" algn="just" eaLnBrk="1" hangingPunct="1">
              <a:lnSpc>
                <a:spcPct val="90000"/>
              </a:lnSpc>
              <a:buFont typeface="Wingdings" panose="05000000000000000000" pitchFamily="2" charset="2"/>
              <a:buNone/>
              <a:defRPr/>
            </a:pPr>
            <a:r>
              <a:rPr lang="en-US" altLang="zh-CN" sz="2000" dirty="0" smtClean="0">
                <a:cs typeface="Courier New" panose="02070309020205020404" pitchFamily="49" charset="0"/>
              </a:rPr>
              <a:t>	</a:t>
            </a:r>
            <a:r>
              <a:rPr lang="en-US" altLang="zh-CN" sz="2000" dirty="0" err="1" smtClean="0">
                <a:cs typeface="Courier New" panose="02070309020205020404" pitchFamily="49" charset="0"/>
              </a:rPr>
              <a:t>cin</a:t>
            </a:r>
            <a:r>
              <a:rPr lang="en-US" altLang="zh-CN" sz="2000" dirty="0" smtClean="0">
                <a:cs typeface="Courier New" panose="02070309020205020404" pitchFamily="49" charset="0"/>
              </a:rPr>
              <a:t> &gt;&gt; a;</a:t>
            </a:r>
            <a:endParaRPr lang="en-US" altLang="zh-CN" sz="2000" dirty="0" smtClean="0">
              <a:cs typeface="Courier New" panose="02070309020205020404" pitchFamily="49" charset="0"/>
            </a:endParaRPr>
          </a:p>
          <a:p>
            <a:pPr indent="-147955" algn="just" eaLnBrk="1" hangingPunct="1">
              <a:lnSpc>
                <a:spcPct val="90000"/>
              </a:lnSpc>
              <a:buFont typeface="Wingdings" panose="05000000000000000000" pitchFamily="2" charset="2"/>
              <a:buNone/>
              <a:defRPr/>
            </a:pPr>
            <a:r>
              <a:rPr lang="en-US" altLang="zh-CN" sz="2000" dirty="0" smtClean="0">
                <a:cs typeface="Courier New" panose="02070309020205020404" pitchFamily="49" charset="0"/>
              </a:rPr>
              <a:t>	while (a != 0)</a:t>
            </a:r>
            <a:endParaRPr lang="en-US" altLang="zh-CN" sz="2000" dirty="0" smtClean="0">
              <a:cs typeface="Courier New" panose="02070309020205020404" pitchFamily="49" charset="0"/>
            </a:endParaRPr>
          </a:p>
          <a:p>
            <a:pPr indent="-147955" algn="just" eaLnBrk="1" hangingPunct="1">
              <a:lnSpc>
                <a:spcPct val="90000"/>
              </a:lnSpc>
              <a:buFont typeface="Wingdings" panose="05000000000000000000" pitchFamily="2" charset="2"/>
              <a:buNone/>
              <a:defRPr/>
            </a:pPr>
            <a:r>
              <a:rPr lang="en-US" altLang="zh-CN" sz="2000" dirty="0" smtClean="0">
                <a:cs typeface="Courier New" panose="02070309020205020404" pitchFamily="49" charset="0"/>
              </a:rPr>
              <a:t>	{	sum += a; </a:t>
            </a:r>
            <a:endParaRPr lang="en-US" altLang="zh-CN" sz="2000" dirty="0" smtClean="0">
              <a:cs typeface="Courier New" panose="02070309020205020404" pitchFamily="49" charset="0"/>
            </a:endParaRPr>
          </a:p>
          <a:p>
            <a:pPr indent="-147955" algn="just" eaLnBrk="1" hangingPunct="1">
              <a:lnSpc>
                <a:spcPct val="90000"/>
              </a:lnSpc>
              <a:buFont typeface="Wingdings" panose="05000000000000000000" pitchFamily="2" charset="2"/>
              <a:buNone/>
              <a:defRPr/>
            </a:pPr>
            <a:r>
              <a:rPr lang="en-US" altLang="zh-CN" sz="2000" dirty="0" smtClean="0">
                <a:cs typeface="Courier New" panose="02070309020205020404" pitchFamily="49" charset="0"/>
              </a:rPr>
              <a:t>		</a:t>
            </a:r>
            <a:r>
              <a:rPr lang="en-US" altLang="zh-CN" sz="2000" dirty="0" err="1" smtClean="0">
                <a:cs typeface="Courier New" panose="02070309020205020404" pitchFamily="49" charset="0"/>
              </a:rPr>
              <a:t>cin</a:t>
            </a:r>
            <a:r>
              <a:rPr lang="en-US" altLang="zh-CN" sz="2000" dirty="0" smtClean="0">
                <a:cs typeface="Courier New" panose="02070309020205020404" pitchFamily="49" charset="0"/>
              </a:rPr>
              <a:t> &gt;&gt; a;</a:t>
            </a:r>
            <a:endParaRPr lang="en-US" altLang="zh-CN" sz="2000" dirty="0" smtClean="0">
              <a:cs typeface="Courier New" panose="02070309020205020404" pitchFamily="49" charset="0"/>
            </a:endParaRPr>
          </a:p>
          <a:p>
            <a:pPr indent="-147955" algn="just" eaLnBrk="1" hangingPunct="1">
              <a:lnSpc>
                <a:spcPct val="90000"/>
              </a:lnSpc>
              <a:buFont typeface="Wingdings" panose="05000000000000000000" pitchFamily="2" charset="2"/>
              <a:buNone/>
              <a:defRPr/>
            </a:pPr>
            <a:r>
              <a:rPr lang="en-US" altLang="zh-CN" sz="2000" dirty="0" smtClean="0">
                <a:cs typeface="Courier New" panose="02070309020205020404" pitchFamily="49" charset="0"/>
              </a:rPr>
              <a:t>	}</a:t>
            </a:r>
            <a:endParaRPr lang="en-US" altLang="zh-CN" sz="2000" dirty="0" smtClean="0">
              <a:cs typeface="Courier New" panose="02070309020205020404" pitchFamily="49" charset="0"/>
            </a:endParaRPr>
          </a:p>
          <a:p>
            <a:pPr indent="-147955" algn="just" eaLnBrk="1" hangingPunct="1">
              <a:lnSpc>
                <a:spcPct val="90000"/>
              </a:lnSpc>
              <a:buFont typeface="Wingdings" panose="05000000000000000000" pitchFamily="2" charset="2"/>
              <a:buNone/>
              <a:defRPr/>
            </a:pPr>
            <a:r>
              <a:rPr lang="en-US" altLang="zh-CN" sz="2000" dirty="0" smtClean="0">
                <a:cs typeface="Courier New" panose="02070309020205020404" pitchFamily="49" charset="0"/>
              </a:rPr>
              <a:t>	</a:t>
            </a:r>
            <a:r>
              <a:rPr lang="en-US" altLang="zh-CN" sz="2000" dirty="0" err="1" smtClean="0">
                <a:cs typeface="Courier New" panose="02070309020205020404" pitchFamily="49" charset="0"/>
              </a:rPr>
              <a:t>cout</a:t>
            </a:r>
            <a:r>
              <a:rPr lang="en-US" altLang="zh-CN" sz="2000" dirty="0" smtClean="0">
                <a:cs typeface="Courier New" panose="02070309020205020404" pitchFamily="49" charset="0"/>
              </a:rPr>
              <a:t> &lt;&lt; "</a:t>
            </a:r>
            <a:r>
              <a:rPr lang="zh-CN" altLang="en-US" sz="2000" dirty="0" smtClean="0"/>
              <a:t>输入的整数的和是：</a:t>
            </a:r>
            <a:r>
              <a:rPr lang="en-US" altLang="zh-CN" sz="2000" dirty="0" smtClean="0">
                <a:cs typeface="Courier New" panose="02070309020205020404" pitchFamily="49" charset="0"/>
              </a:rPr>
              <a:t>" &lt;&lt; sum &lt;&lt; </a:t>
            </a:r>
            <a:r>
              <a:rPr lang="en-US" altLang="zh-CN" sz="2000" dirty="0" err="1" smtClean="0">
                <a:cs typeface="Courier New" panose="02070309020205020404" pitchFamily="49" charset="0"/>
              </a:rPr>
              <a:t>endl</a:t>
            </a:r>
            <a:r>
              <a:rPr lang="en-US" altLang="zh-CN" sz="2000" dirty="0" smtClean="0">
                <a:cs typeface="Courier New" panose="02070309020205020404" pitchFamily="49" charset="0"/>
              </a:rPr>
              <a:t>;</a:t>
            </a:r>
            <a:endParaRPr lang="en-US" altLang="zh-CN" sz="2000" dirty="0" smtClean="0">
              <a:cs typeface="Courier New" panose="02070309020205020404" pitchFamily="49" charset="0"/>
            </a:endParaRPr>
          </a:p>
          <a:p>
            <a:pPr indent="-147955" algn="just" eaLnBrk="1" hangingPunct="1">
              <a:lnSpc>
                <a:spcPct val="90000"/>
              </a:lnSpc>
              <a:buFont typeface="Wingdings" panose="05000000000000000000" pitchFamily="2" charset="2"/>
              <a:buNone/>
              <a:defRPr/>
            </a:pPr>
            <a:r>
              <a:rPr lang="en-US" altLang="zh-CN" sz="2000" dirty="0" smtClean="0">
                <a:cs typeface="Courier New" panose="02070309020205020404" pitchFamily="49" charset="0"/>
              </a:rPr>
              <a:t>	return 0;</a:t>
            </a:r>
            <a:endParaRPr lang="en-US" altLang="zh-CN" sz="2000" dirty="0" smtClean="0">
              <a:cs typeface="Courier New" panose="02070309020205020404" pitchFamily="49" charset="0"/>
            </a:endParaRPr>
          </a:p>
          <a:p>
            <a:pPr indent="-147955" algn="just" eaLnBrk="1" hangingPunct="1">
              <a:lnSpc>
                <a:spcPct val="90000"/>
              </a:lnSpc>
              <a:buFont typeface="Wingdings" panose="05000000000000000000" pitchFamily="2" charset="2"/>
              <a:buNone/>
              <a:defRPr/>
            </a:pPr>
            <a:r>
              <a:rPr lang="en-US" altLang="zh-CN" sz="2000" dirty="0" smtClean="0">
                <a:cs typeface="Courier New" panose="02070309020205020404" pitchFamily="49" charset="0"/>
              </a:rPr>
              <a:t>}</a:t>
            </a:r>
            <a:endParaRPr lang="en-US" altLang="zh-CN" sz="2000" dirty="0" smtClean="0"/>
          </a:p>
        </p:txBody>
      </p:sp>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title"/>
          </p:nvPr>
        </p:nvSpPr>
        <p:spPr>
          <a:xfrm>
            <a:off x="323850" y="133350"/>
            <a:ext cx="8362950" cy="847725"/>
          </a:xfrm>
        </p:spPr>
        <p:txBody>
          <a:bodyPr/>
          <a:lstStyle/>
          <a:p>
            <a:pPr algn="l" eaLnBrk="1" hangingPunct="1">
              <a:defRPr/>
            </a:pPr>
            <a:r>
              <a:rPr lang="zh-CN" altLang="en-US" sz="2800" dirty="0" smtClean="0">
                <a:latin typeface="+mj-ea"/>
              </a:rPr>
              <a:t>例：从键盘接收字符，一直到输入了字符</a:t>
            </a:r>
            <a:r>
              <a:rPr lang="en-US" altLang="zh-CN" sz="2800" dirty="0" smtClean="0">
                <a:latin typeface="+mj-ea"/>
              </a:rPr>
              <a:t>y(Y)</a:t>
            </a:r>
            <a:r>
              <a:rPr lang="zh-CN" altLang="en-US" sz="2800" dirty="0" smtClean="0">
                <a:latin typeface="+mj-ea"/>
              </a:rPr>
              <a:t>或</a:t>
            </a:r>
            <a:r>
              <a:rPr lang="en-US" altLang="zh-CN" sz="2800" dirty="0" smtClean="0">
                <a:latin typeface="+mj-ea"/>
              </a:rPr>
              <a:t>n(N)</a:t>
            </a:r>
            <a:r>
              <a:rPr lang="zh-CN" altLang="en-US" sz="2800" dirty="0" smtClean="0">
                <a:latin typeface="+mj-ea"/>
              </a:rPr>
              <a:t>为止。 （事件控制的循环 ）</a:t>
            </a:r>
            <a:endParaRPr lang="zh-CN" altLang="en-US" sz="2800" dirty="0" smtClean="0">
              <a:latin typeface="+mj-ea"/>
            </a:endParaRPr>
          </a:p>
        </p:txBody>
      </p:sp>
      <p:sp>
        <p:nvSpPr>
          <p:cNvPr id="51203" name="Rectangle 3"/>
          <p:cNvSpPr>
            <a:spLocks noGrp="1" noChangeArrowheads="1"/>
          </p:cNvSpPr>
          <p:nvPr>
            <p:ph type="body" idx="1"/>
          </p:nvPr>
        </p:nvSpPr>
        <p:spPr>
          <a:xfrm>
            <a:off x="457200" y="1268413"/>
            <a:ext cx="8229600" cy="5589587"/>
          </a:xfrm>
        </p:spPr>
        <p:txBody>
          <a:bodyPr/>
          <a:lstStyle/>
          <a:p>
            <a:pPr algn="just" eaLnBrk="1" hangingPunct="1">
              <a:lnSpc>
                <a:spcPct val="90000"/>
              </a:lnSpc>
              <a:buFont typeface="Wingdings" panose="05000000000000000000" pitchFamily="2" charset="2"/>
              <a:buNone/>
              <a:defRPr/>
            </a:pPr>
            <a:r>
              <a:rPr lang="en-US" altLang="zh-CN" sz="2000" dirty="0" smtClean="0">
                <a:cs typeface="Courier New" panose="02070309020205020404" pitchFamily="49" charset="0"/>
              </a:rPr>
              <a:t>#include &lt;</a:t>
            </a:r>
            <a:r>
              <a:rPr lang="en-US" altLang="zh-CN" sz="2000" dirty="0" err="1" smtClean="0">
                <a:cs typeface="Courier New" panose="02070309020205020404" pitchFamily="49" charset="0"/>
              </a:rPr>
              <a:t>iostream</a:t>
            </a:r>
            <a:r>
              <a:rPr lang="en-US" altLang="zh-CN" sz="2000" dirty="0" smtClean="0">
                <a:cs typeface="Courier New" panose="02070309020205020404" pitchFamily="49" charset="0"/>
              </a:rPr>
              <a:t>&gt;</a:t>
            </a:r>
            <a:endParaRPr lang="en-US" altLang="zh-CN" sz="2000" dirty="0" smtClean="0">
              <a:cs typeface="Courier New" panose="02070309020205020404" pitchFamily="49" charset="0"/>
            </a:endParaRPr>
          </a:p>
          <a:p>
            <a:pPr eaLnBrk="1" hangingPunct="1">
              <a:lnSpc>
                <a:spcPct val="90000"/>
              </a:lnSpc>
              <a:buFont typeface="Wingdings" panose="05000000000000000000" pitchFamily="2" charset="2"/>
              <a:buNone/>
              <a:defRPr/>
            </a:pPr>
            <a:r>
              <a:rPr lang="en-US" altLang="zh-CN" sz="2000" dirty="0" smtClean="0">
                <a:cs typeface="Courier New" panose="02070309020205020404" pitchFamily="49" charset="0"/>
              </a:rPr>
              <a:t>#include &lt;</a:t>
            </a:r>
            <a:r>
              <a:rPr lang="en-US" altLang="zh-CN" sz="2000" dirty="0" err="1" smtClean="0">
                <a:cs typeface="Courier New" panose="02070309020205020404" pitchFamily="49" charset="0"/>
              </a:rPr>
              <a:t>cctype</a:t>
            </a:r>
            <a:r>
              <a:rPr lang="en-US" altLang="zh-CN" sz="2000" dirty="0" smtClean="0">
                <a:cs typeface="Courier New" panose="02070309020205020404" pitchFamily="49" charset="0"/>
              </a:rPr>
              <a:t>&gt;</a:t>
            </a:r>
            <a:endParaRPr lang="en-US" altLang="zh-CN" sz="2000" dirty="0" smtClean="0">
              <a:cs typeface="Courier New" panose="02070309020205020404" pitchFamily="49" charset="0"/>
            </a:endParaRPr>
          </a:p>
          <a:p>
            <a:pPr eaLnBrk="1" hangingPunct="1">
              <a:lnSpc>
                <a:spcPct val="90000"/>
              </a:lnSpc>
              <a:buFont typeface="Wingdings" panose="05000000000000000000" pitchFamily="2" charset="2"/>
              <a:buNone/>
              <a:defRPr/>
            </a:pPr>
            <a:r>
              <a:rPr lang="en-US" altLang="zh-CN" sz="2000" dirty="0" smtClean="0">
                <a:cs typeface="Courier New" panose="02070309020205020404" pitchFamily="49" charset="0"/>
              </a:rPr>
              <a:t>using namespace </a:t>
            </a:r>
            <a:r>
              <a:rPr lang="en-US" altLang="zh-CN" sz="2000" dirty="0" err="1" smtClean="0">
                <a:cs typeface="Courier New" panose="02070309020205020404" pitchFamily="49" charset="0"/>
              </a:rPr>
              <a:t>std</a:t>
            </a:r>
            <a:r>
              <a:rPr lang="en-US" altLang="zh-CN" sz="2000" dirty="0" smtClean="0">
                <a:cs typeface="Courier New" panose="02070309020205020404" pitchFamily="49" charset="0"/>
              </a:rPr>
              <a:t>;</a:t>
            </a:r>
            <a:endParaRPr lang="en-US" altLang="zh-CN" sz="2000" dirty="0" smtClean="0">
              <a:cs typeface="Courier New" panose="02070309020205020404" pitchFamily="49" charset="0"/>
            </a:endParaRPr>
          </a:p>
          <a:p>
            <a:pPr eaLnBrk="1" hangingPunct="1">
              <a:lnSpc>
                <a:spcPct val="90000"/>
              </a:lnSpc>
              <a:buFont typeface="Wingdings" panose="05000000000000000000" pitchFamily="2" charset="2"/>
              <a:buNone/>
              <a:defRPr/>
            </a:pPr>
            <a:r>
              <a:rPr lang="en-US" altLang="zh-CN" sz="2000" dirty="0" err="1" smtClean="0">
                <a:cs typeface="Courier New" panose="02070309020205020404" pitchFamily="49" charset="0"/>
              </a:rPr>
              <a:t>int</a:t>
            </a:r>
            <a:r>
              <a:rPr lang="en-US" altLang="zh-CN" sz="2000" dirty="0" smtClean="0">
                <a:cs typeface="Courier New" panose="02070309020205020404" pitchFamily="49" charset="0"/>
              </a:rPr>
              <a:t> main()</a:t>
            </a:r>
            <a:endParaRPr lang="en-US" altLang="zh-CN" sz="2000" dirty="0" smtClean="0">
              <a:cs typeface="Courier New" panose="02070309020205020404" pitchFamily="49" charset="0"/>
            </a:endParaRPr>
          </a:p>
          <a:p>
            <a:pPr eaLnBrk="1" hangingPunct="1">
              <a:lnSpc>
                <a:spcPct val="90000"/>
              </a:lnSpc>
              <a:buFont typeface="Wingdings" panose="05000000000000000000" pitchFamily="2" charset="2"/>
              <a:buNone/>
              <a:defRPr/>
            </a:pPr>
            <a:r>
              <a:rPr lang="en-US" altLang="zh-CN" sz="2000" dirty="0" smtClean="0">
                <a:cs typeface="Courier New" panose="02070309020205020404" pitchFamily="49" charset="0"/>
              </a:rPr>
              <a:t>{	char </a:t>
            </a:r>
            <a:r>
              <a:rPr lang="en-US" altLang="zh-CN" sz="2000" dirty="0" err="1" smtClean="0">
                <a:cs typeface="Courier New" panose="02070309020205020404" pitchFamily="49" charset="0"/>
              </a:rPr>
              <a:t>ch</a:t>
            </a:r>
            <a:r>
              <a:rPr lang="en-US" altLang="zh-CN" sz="2000" dirty="0" smtClean="0">
                <a:cs typeface="Courier New" panose="02070309020205020404" pitchFamily="49" charset="0"/>
              </a:rPr>
              <a:t>;</a:t>
            </a:r>
            <a:endParaRPr lang="en-US" altLang="zh-CN" sz="2000" dirty="0" smtClean="0">
              <a:cs typeface="Courier New" panose="02070309020205020404" pitchFamily="49" charset="0"/>
            </a:endParaRPr>
          </a:p>
          <a:p>
            <a:pPr eaLnBrk="1" hangingPunct="1">
              <a:lnSpc>
                <a:spcPct val="90000"/>
              </a:lnSpc>
              <a:buFont typeface="Wingdings" panose="05000000000000000000" pitchFamily="2" charset="2"/>
              <a:buNone/>
              <a:defRPr/>
            </a:pPr>
            <a:r>
              <a:rPr lang="en-US" altLang="zh-CN" sz="2000" dirty="0" smtClean="0">
                <a:cs typeface="Courier New" panose="02070309020205020404" pitchFamily="49" charset="0"/>
              </a:rPr>
              <a:t>	do</a:t>
            </a:r>
            <a:endParaRPr lang="en-US" altLang="zh-CN" sz="2000" dirty="0" smtClean="0">
              <a:cs typeface="Courier New" panose="02070309020205020404" pitchFamily="49" charset="0"/>
            </a:endParaRPr>
          </a:p>
          <a:p>
            <a:pPr eaLnBrk="1" hangingPunct="1">
              <a:lnSpc>
                <a:spcPct val="90000"/>
              </a:lnSpc>
              <a:buFont typeface="Wingdings" panose="05000000000000000000" pitchFamily="2" charset="2"/>
              <a:buNone/>
              <a:defRPr/>
            </a:pPr>
            <a:r>
              <a:rPr lang="en-US" altLang="zh-CN" sz="2000" dirty="0" smtClean="0">
                <a:cs typeface="Courier New" panose="02070309020205020404" pitchFamily="49" charset="0"/>
              </a:rPr>
              <a:t>	{	</a:t>
            </a:r>
            <a:r>
              <a:rPr lang="en-US" altLang="zh-CN" sz="2000" dirty="0" err="1" smtClean="0">
                <a:cs typeface="Courier New" panose="02070309020205020404" pitchFamily="49" charset="0"/>
              </a:rPr>
              <a:t>cout</a:t>
            </a:r>
            <a:r>
              <a:rPr lang="en-US" altLang="zh-CN" sz="2000" dirty="0" smtClean="0">
                <a:cs typeface="Courier New" panose="02070309020205020404" pitchFamily="49" charset="0"/>
              </a:rPr>
              <a:t> &lt;&lt; "</a:t>
            </a:r>
            <a:r>
              <a:rPr lang="zh-CN" altLang="en-US" sz="2000" dirty="0" smtClean="0"/>
              <a:t>请输入</a:t>
            </a:r>
            <a:r>
              <a:rPr lang="en-US" altLang="zh-CN" sz="2000" dirty="0" smtClean="0">
                <a:cs typeface="Courier New" panose="02070309020205020404" pitchFamily="49" charset="0"/>
              </a:rPr>
              <a:t>Yes</a:t>
            </a:r>
            <a:r>
              <a:rPr lang="zh-CN" altLang="en-US" sz="2000" dirty="0" smtClean="0"/>
              <a:t>或</a:t>
            </a:r>
            <a:r>
              <a:rPr lang="en-US" altLang="zh-CN" sz="2000" dirty="0" smtClean="0">
                <a:cs typeface="Courier New" panose="02070309020205020404" pitchFamily="49" charset="0"/>
              </a:rPr>
              <a:t>No</a:t>
            </a:r>
            <a:r>
              <a:rPr lang="zh-CN" altLang="en-US" sz="2000" dirty="0" smtClean="0"/>
              <a:t>（</a:t>
            </a:r>
            <a:r>
              <a:rPr lang="en-US" altLang="zh-CN" sz="2000" dirty="0" smtClean="0">
                <a:cs typeface="Courier New" panose="02070309020205020404" pitchFamily="49" charset="0"/>
              </a:rPr>
              <a:t>y/n</a:t>
            </a:r>
            <a:r>
              <a:rPr lang="zh-CN" altLang="en-US" sz="2000" dirty="0" smtClean="0"/>
              <a:t>）：</a:t>
            </a:r>
            <a:r>
              <a:rPr lang="en-US" altLang="zh-CN" sz="2000" dirty="0" smtClean="0">
                <a:cs typeface="Courier New" panose="02070309020205020404" pitchFamily="49" charset="0"/>
              </a:rPr>
              <a:t>";</a:t>
            </a:r>
            <a:endParaRPr lang="en-US" altLang="zh-CN" sz="2000" dirty="0" smtClean="0">
              <a:cs typeface="Courier New" panose="02070309020205020404" pitchFamily="49" charset="0"/>
            </a:endParaRPr>
          </a:p>
          <a:p>
            <a:pPr eaLnBrk="1" hangingPunct="1">
              <a:lnSpc>
                <a:spcPct val="90000"/>
              </a:lnSpc>
              <a:buFont typeface="Wingdings" panose="05000000000000000000" pitchFamily="2" charset="2"/>
              <a:buNone/>
              <a:defRPr/>
            </a:pPr>
            <a:r>
              <a:rPr lang="en-US" altLang="zh-CN" sz="2000" dirty="0" smtClean="0">
                <a:cs typeface="Courier New" panose="02070309020205020404" pitchFamily="49" charset="0"/>
              </a:rPr>
              <a:t>		</a:t>
            </a:r>
            <a:r>
              <a:rPr lang="en-US" altLang="zh-CN" sz="2000" dirty="0" err="1" smtClean="0">
                <a:cs typeface="Courier New" panose="02070309020205020404" pitchFamily="49" charset="0"/>
              </a:rPr>
              <a:t>cin</a:t>
            </a:r>
            <a:r>
              <a:rPr lang="en-US" altLang="zh-CN" sz="2000" dirty="0" smtClean="0">
                <a:cs typeface="Courier New" panose="02070309020205020404" pitchFamily="49" charset="0"/>
              </a:rPr>
              <a:t> &gt;&gt; </a:t>
            </a:r>
            <a:r>
              <a:rPr lang="en-US" altLang="zh-CN" sz="2000" dirty="0" err="1" smtClean="0">
                <a:cs typeface="Courier New" panose="02070309020205020404" pitchFamily="49" charset="0"/>
              </a:rPr>
              <a:t>ch</a:t>
            </a:r>
            <a:r>
              <a:rPr lang="en-US" altLang="zh-CN" sz="2000" dirty="0" smtClean="0">
                <a:cs typeface="Courier New" panose="02070309020205020404" pitchFamily="49" charset="0"/>
              </a:rPr>
              <a:t>;</a:t>
            </a:r>
            <a:endParaRPr lang="en-US" altLang="zh-CN" sz="2000" dirty="0" smtClean="0">
              <a:cs typeface="Courier New" panose="02070309020205020404" pitchFamily="49" charset="0"/>
            </a:endParaRPr>
          </a:p>
          <a:p>
            <a:pPr eaLnBrk="1" hangingPunct="1">
              <a:lnSpc>
                <a:spcPct val="90000"/>
              </a:lnSpc>
              <a:buFont typeface="Wingdings" panose="05000000000000000000" pitchFamily="2" charset="2"/>
              <a:buNone/>
              <a:defRPr/>
            </a:pPr>
            <a:r>
              <a:rPr lang="en-US" altLang="zh-CN" sz="2000" dirty="0" smtClean="0">
                <a:cs typeface="Courier New" panose="02070309020205020404" pitchFamily="49" charset="0"/>
              </a:rPr>
              <a:t>		</a:t>
            </a:r>
            <a:r>
              <a:rPr lang="en-US" altLang="zh-CN" sz="2000" dirty="0" err="1" smtClean="0">
                <a:cs typeface="Courier New" panose="02070309020205020404" pitchFamily="49" charset="0"/>
              </a:rPr>
              <a:t>ch</a:t>
            </a:r>
            <a:r>
              <a:rPr lang="en-US" altLang="zh-CN" sz="2000" dirty="0" smtClean="0">
                <a:cs typeface="Courier New" panose="02070309020205020404" pitchFamily="49" charset="0"/>
              </a:rPr>
              <a:t> = </a:t>
            </a:r>
            <a:r>
              <a:rPr lang="en-US" altLang="zh-CN" sz="2000" dirty="0" err="1" smtClean="0">
                <a:cs typeface="Courier New" panose="02070309020205020404" pitchFamily="49" charset="0"/>
              </a:rPr>
              <a:t>tolower</a:t>
            </a:r>
            <a:r>
              <a:rPr lang="en-US" altLang="zh-CN" sz="2000" dirty="0" smtClean="0">
                <a:cs typeface="Courier New" panose="02070309020205020404" pitchFamily="49" charset="0"/>
              </a:rPr>
              <a:t>(</a:t>
            </a:r>
            <a:r>
              <a:rPr lang="en-US" altLang="zh-CN" sz="2000" dirty="0" err="1" smtClean="0">
                <a:cs typeface="Courier New" panose="02070309020205020404" pitchFamily="49" charset="0"/>
              </a:rPr>
              <a:t>ch</a:t>
            </a:r>
            <a:r>
              <a:rPr lang="en-US" altLang="zh-CN" sz="2000" dirty="0" smtClean="0">
                <a:cs typeface="Courier New" panose="02070309020205020404" pitchFamily="49" charset="0"/>
              </a:rPr>
              <a:t>); //</a:t>
            </a:r>
            <a:r>
              <a:rPr lang="zh-CN" altLang="en-US" sz="2000" dirty="0" smtClean="0">
                <a:cs typeface="Courier New" panose="02070309020205020404" pitchFamily="49" charset="0"/>
              </a:rPr>
              <a:t>如果</a:t>
            </a:r>
            <a:r>
              <a:rPr lang="en-US" altLang="zh-CN" sz="2000" dirty="0" err="1" smtClean="0">
                <a:cs typeface="Courier New" panose="02070309020205020404" pitchFamily="49" charset="0"/>
              </a:rPr>
              <a:t>ch</a:t>
            </a:r>
            <a:r>
              <a:rPr lang="zh-CN" altLang="en-US" sz="2000" dirty="0" smtClean="0">
                <a:cs typeface="Courier New" panose="02070309020205020404" pitchFamily="49" charset="0"/>
              </a:rPr>
              <a:t>是大写字母，则转成小写字母。</a:t>
            </a:r>
            <a:endParaRPr lang="en-US" altLang="zh-CN" sz="2000" dirty="0" smtClean="0">
              <a:cs typeface="Courier New" panose="02070309020205020404" pitchFamily="49" charset="0"/>
            </a:endParaRPr>
          </a:p>
          <a:p>
            <a:pPr eaLnBrk="1" hangingPunct="1">
              <a:lnSpc>
                <a:spcPct val="90000"/>
              </a:lnSpc>
              <a:buFont typeface="Wingdings" panose="05000000000000000000" pitchFamily="2" charset="2"/>
              <a:buNone/>
              <a:defRPr/>
            </a:pPr>
            <a:r>
              <a:rPr lang="en-US" altLang="zh-CN" sz="2000" dirty="0" smtClean="0">
                <a:cs typeface="Courier New" panose="02070309020205020404" pitchFamily="49" charset="0"/>
              </a:rPr>
              <a:t>	} while (</a:t>
            </a:r>
            <a:r>
              <a:rPr lang="en-US" altLang="zh-CN" sz="2000" dirty="0" err="1" smtClean="0">
                <a:cs typeface="Courier New" panose="02070309020205020404" pitchFamily="49" charset="0"/>
              </a:rPr>
              <a:t>ch</a:t>
            </a:r>
            <a:r>
              <a:rPr lang="en-US" altLang="zh-CN" sz="2000" dirty="0" smtClean="0">
                <a:cs typeface="Courier New" panose="02070309020205020404" pitchFamily="49" charset="0"/>
              </a:rPr>
              <a:t> != 'y' &amp;&amp; </a:t>
            </a:r>
            <a:r>
              <a:rPr lang="en-US" altLang="zh-CN" sz="2000" dirty="0" err="1" smtClean="0">
                <a:cs typeface="Courier New" panose="02070309020205020404" pitchFamily="49" charset="0"/>
              </a:rPr>
              <a:t>ch</a:t>
            </a:r>
            <a:r>
              <a:rPr lang="en-US" altLang="zh-CN" sz="2000" dirty="0" smtClean="0">
                <a:cs typeface="Courier New" panose="02070309020205020404" pitchFamily="49" charset="0"/>
              </a:rPr>
              <a:t> != 'n');</a:t>
            </a:r>
            <a:endParaRPr lang="en-US" altLang="zh-CN" sz="2000" dirty="0" smtClean="0">
              <a:cs typeface="Courier New" panose="02070309020205020404" pitchFamily="49" charset="0"/>
            </a:endParaRPr>
          </a:p>
          <a:p>
            <a:pPr eaLnBrk="1" hangingPunct="1">
              <a:lnSpc>
                <a:spcPct val="90000"/>
              </a:lnSpc>
              <a:buFont typeface="Wingdings" panose="05000000000000000000" pitchFamily="2" charset="2"/>
              <a:buNone/>
              <a:defRPr/>
            </a:pPr>
            <a:r>
              <a:rPr lang="en-US" altLang="zh-CN" sz="2000" dirty="0" smtClean="0">
                <a:cs typeface="Courier New" panose="02070309020205020404" pitchFamily="49" charset="0"/>
              </a:rPr>
              <a:t>	if (</a:t>
            </a:r>
            <a:r>
              <a:rPr lang="en-US" altLang="zh-CN" sz="2000" dirty="0" err="1" smtClean="0">
                <a:cs typeface="Courier New" panose="02070309020205020404" pitchFamily="49" charset="0"/>
              </a:rPr>
              <a:t>ch</a:t>
            </a:r>
            <a:r>
              <a:rPr lang="en-US" altLang="zh-CN" sz="2000" dirty="0" smtClean="0">
                <a:cs typeface="Courier New" panose="02070309020205020404" pitchFamily="49" charset="0"/>
              </a:rPr>
              <a:t> == 'y')</a:t>
            </a:r>
            <a:endParaRPr lang="en-US" altLang="zh-CN" sz="2000" dirty="0" smtClean="0">
              <a:cs typeface="Courier New" panose="02070309020205020404" pitchFamily="49" charset="0"/>
            </a:endParaRPr>
          </a:p>
          <a:p>
            <a:pPr eaLnBrk="1" hangingPunct="1">
              <a:lnSpc>
                <a:spcPct val="90000"/>
              </a:lnSpc>
              <a:buFont typeface="Wingdings" panose="05000000000000000000" pitchFamily="2" charset="2"/>
              <a:buNone/>
              <a:defRPr/>
            </a:pPr>
            <a:r>
              <a:rPr lang="en-US" altLang="zh-CN" sz="2000" dirty="0" smtClean="0">
                <a:cs typeface="Courier New" panose="02070309020205020404" pitchFamily="49" charset="0"/>
              </a:rPr>
              <a:t>		......</a:t>
            </a:r>
            <a:endParaRPr lang="en-US" altLang="zh-CN" sz="2000" dirty="0" smtClean="0">
              <a:cs typeface="Courier New" panose="02070309020205020404" pitchFamily="49" charset="0"/>
            </a:endParaRPr>
          </a:p>
          <a:p>
            <a:pPr eaLnBrk="1" hangingPunct="1">
              <a:lnSpc>
                <a:spcPct val="90000"/>
              </a:lnSpc>
              <a:buFont typeface="Wingdings" panose="05000000000000000000" pitchFamily="2" charset="2"/>
              <a:buNone/>
              <a:defRPr/>
            </a:pPr>
            <a:r>
              <a:rPr lang="en-US" altLang="zh-CN" sz="2000" dirty="0" smtClean="0">
                <a:cs typeface="Courier New" panose="02070309020205020404" pitchFamily="49" charset="0"/>
              </a:rPr>
              <a:t>	else</a:t>
            </a:r>
            <a:endParaRPr lang="en-US" altLang="zh-CN" sz="2000" dirty="0" smtClean="0">
              <a:cs typeface="Courier New" panose="02070309020205020404" pitchFamily="49" charset="0"/>
            </a:endParaRPr>
          </a:p>
          <a:p>
            <a:pPr eaLnBrk="1" hangingPunct="1">
              <a:lnSpc>
                <a:spcPct val="90000"/>
              </a:lnSpc>
              <a:buFont typeface="Wingdings" panose="05000000000000000000" pitchFamily="2" charset="2"/>
              <a:buNone/>
              <a:defRPr/>
            </a:pPr>
            <a:r>
              <a:rPr lang="en-US" altLang="zh-CN" sz="2000" dirty="0" smtClean="0">
                <a:cs typeface="Courier New" panose="02070309020205020404" pitchFamily="49" charset="0"/>
              </a:rPr>
              <a:t>		......</a:t>
            </a:r>
            <a:endParaRPr lang="en-US" altLang="zh-CN" sz="2000" dirty="0" smtClean="0">
              <a:cs typeface="Courier New" panose="02070309020205020404" pitchFamily="49" charset="0"/>
            </a:endParaRPr>
          </a:p>
          <a:p>
            <a:pPr eaLnBrk="1" hangingPunct="1">
              <a:lnSpc>
                <a:spcPct val="90000"/>
              </a:lnSpc>
              <a:buFont typeface="Wingdings" panose="05000000000000000000" pitchFamily="2" charset="2"/>
              <a:buNone/>
              <a:defRPr/>
            </a:pPr>
            <a:r>
              <a:rPr lang="en-US" altLang="zh-CN" sz="2000" dirty="0" smtClean="0">
                <a:cs typeface="Courier New" panose="02070309020205020404" pitchFamily="49" charset="0"/>
              </a:rPr>
              <a:t>	return 0;</a:t>
            </a:r>
            <a:endParaRPr lang="en-US" altLang="zh-CN" sz="2000" dirty="0" smtClean="0">
              <a:cs typeface="Courier New" panose="02070309020205020404" pitchFamily="49" charset="0"/>
            </a:endParaRPr>
          </a:p>
          <a:p>
            <a:pPr eaLnBrk="1" hangingPunct="1">
              <a:lnSpc>
                <a:spcPct val="90000"/>
              </a:lnSpc>
              <a:buFont typeface="Wingdings" panose="05000000000000000000" pitchFamily="2" charset="2"/>
              <a:buNone/>
              <a:defRPr/>
            </a:pPr>
            <a:r>
              <a:rPr lang="en-US" altLang="zh-CN" sz="2000" dirty="0" smtClean="0">
                <a:cs typeface="Courier New" panose="02070309020205020404" pitchFamily="49" charset="0"/>
              </a:rPr>
              <a:t>}</a:t>
            </a:r>
            <a:endParaRPr lang="en-US" altLang="zh-CN" sz="2000" dirty="0" smtClean="0"/>
          </a:p>
        </p:txBody>
      </p:sp>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基于循环的程序设计举例</a:t>
            </a:r>
            <a:endParaRPr lang="zh-CN" altLang="en-US" dirty="0"/>
          </a:p>
        </p:txBody>
      </p:sp>
      <p:sp>
        <p:nvSpPr>
          <p:cNvPr id="3" name="内容占位符 2"/>
          <p:cNvSpPr>
            <a:spLocks noGrp="1"/>
          </p:cNvSpPr>
          <p:nvPr>
            <p:ph idx="1"/>
          </p:nvPr>
        </p:nvSpPr>
        <p:spPr/>
        <p:txBody>
          <a:bodyPr/>
          <a:lstStyle/>
          <a:p>
            <a:pPr eaLnBrk="1" hangingPunct="1"/>
            <a:r>
              <a:rPr lang="zh-CN" altLang="en-US" dirty="0"/>
              <a:t>循环是一个使用非常频繁的程序设计技术，一个程序如果没有循环，则该程序一般做不了太复杂的事情，往往是循环操作使得程序变得复杂和功能强大起来</a:t>
            </a:r>
            <a:r>
              <a:rPr lang="zh-CN" altLang="en-US" dirty="0" smtClean="0"/>
              <a:t>。</a:t>
            </a:r>
            <a:endParaRPr lang="en-US" altLang="zh-CN" dirty="0" smtClean="0"/>
          </a:p>
          <a:p>
            <a:pPr eaLnBrk="1" hangingPunct="1"/>
            <a:r>
              <a:rPr lang="zh-CN" altLang="en-US" dirty="0" smtClean="0"/>
              <a:t>对</a:t>
            </a:r>
            <a:r>
              <a:rPr lang="zh-CN" altLang="en-US" dirty="0"/>
              <a:t>初学者而言，程序设计往往是一件很困难的工作，尤其是在如何发现和组织循环方面。</a:t>
            </a:r>
            <a:endParaRPr lang="zh-CN" altLang="en-US" dirty="0"/>
          </a:p>
        </p:txBody>
      </p:sp>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Rectangle 1"/>
          <p:cNvSpPr>
            <a:spLocks noGrp="1" noChangeArrowheads="1"/>
          </p:cNvSpPr>
          <p:nvPr>
            <p:ph type="title"/>
          </p:nvPr>
        </p:nvSpPr>
        <p:spPr>
          <a:xfrm>
            <a:off x="457200" y="44450"/>
            <a:ext cx="8229600" cy="1139825"/>
          </a:xfrm>
        </p:spPr>
        <p:txBody>
          <a:bodyPr/>
          <a:lstStyle/>
          <a:p>
            <a:pPr algn="l" eaLnBrk="1" hangingPunct="1">
              <a:defRPr/>
            </a:pPr>
            <a:r>
              <a:rPr lang="zh-CN" altLang="en-US" sz="3600" dirty="0" smtClean="0">
                <a:latin typeface="+mj-ea"/>
              </a:rPr>
              <a:t>例：求第</a:t>
            </a:r>
            <a:r>
              <a:rPr lang="en-US" altLang="zh-CN" sz="3600" dirty="0" smtClean="0">
                <a:latin typeface="+mj-ea"/>
                <a:cs typeface="Times New Roman" panose="02020603050405020304" pitchFamily="18" charset="0"/>
              </a:rPr>
              <a:t>n</a:t>
            </a:r>
            <a:r>
              <a:rPr lang="zh-CN" altLang="en-US" sz="3600" dirty="0" smtClean="0">
                <a:latin typeface="+mj-ea"/>
              </a:rPr>
              <a:t>个费波那契</a:t>
            </a:r>
            <a:r>
              <a:rPr lang="en-US" altLang="zh-CN" sz="3600" dirty="0" smtClean="0">
                <a:latin typeface="+mj-ea"/>
                <a:cs typeface="Times New Roman" panose="02020603050405020304" pitchFamily="18" charset="0"/>
              </a:rPr>
              <a:t>(Fibonacci)</a:t>
            </a:r>
            <a:r>
              <a:rPr lang="zh-CN" altLang="en-US" sz="3600" dirty="0" smtClean="0">
                <a:latin typeface="+mj-ea"/>
              </a:rPr>
              <a:t>数</a:t>
            </a:r>
            <a:endParaRPr lang="zh-CN" altLang="en-US" sz="3600" dirty="0" smtClean="0">
              <a:latin typeface="+mj-ea"/>
            </a:endParaRPr>
          </a:p>
        </p:txBody>
      </p:sp>
      <p:sp>
        <p:nvSpPr>
          <p:cNvPr id="26627" name="Rectangle 3"/>
          <p:cNvSpPr>
            <a:spLocks noGrp="1" noChangeArrowheads="1"/>
          </p:cNvSpPr>
          <p:nvPr>
            <p:ph type="body" sz="half" idx="1"/>
          </p:nvPr>
        </p:nvSpPr>
        <p:spPr>
          <a:xfrm>
            <a:off x="179388" y="1412875"/>
            <a:ext cx="8820150" cy="5257800"/>
          </a:xfrm>
        </p:spPr>
        <p:txBody>
          <a:bodyPr/>
          <a:lstStyle/>
          <a:p>
            <a:pPr eaLnBrk="1" hangingPunct="1">
              <a:lnSpc>
                <a:spcPct val="80000"/>
              </a:lnSpc>
              <a:buFont typeface="Wingdings" panose="05000000000000000000" pitchFamily="2" charset="2"/>
              <a:buNone/>
              <a:defRPr/>
            </a:pPr>
            <a:r>
              <a:rPr lang="en-US" altLang="zh-CN" sz="2400" dirty="0" smtClean="0">
                <a:ea typeface="黑体" panose="02010609060101010101" pitchFamily="2" charset="-122"/>
              </a:rPr>
              <a:t>//1,1,2,3,5,8,13,...</a:t>
            </a:r>
            <a:endParaRPr lang="en-US" altLang="zh-CN" sz="2400" b="1" dirty="0" smtClean="0">
              <a:latin typeface="Courier New" panose="02070309020205020404" pitchFamily="49" charset="0"/>
              <a:cs typeface="Courier New" panose="02070309020205020404" pitchFamily="49" charset="0"/>
            </a:endParaRPr>
          </a:p>
          <a:p>
            <a:pPr eaLnBrk="1" hangingPunct="1">
              <a:lnSpc>
                <a:spcPct val="80000"/>
              </a:lnSpc>
              <a:buFont typeface="Wingdings" panose="05000000000000000000" pitchFamily="2" charset="2"/>
              <a:buNone/>
              <a:defRPr/>
            </a:pPr>
            <a:r>
              <a:rPr lang="en-US" altLang="zh-CN" sz="2000" b="1" dirty="0" smtClean="0">
                <a:latin typeface="Courier New" panose="02070309020205020404" pitchFamily="49" charset="0"/>
                <a:cs typeface="Courier New" panose="02070309020205020404" pitchFamily="49" charset="0"/>
              </a:rPr>
              <a:t>#include &lt;</a:t>
            </a:r>
            <a:r>
              <a:rPr lang="en-US" altLang="zh-CN" sz="2000" b="1" dirty="0" err="1" smtClean="0">
                <a:latin typeface="Courier New" panose="02070309020205020404" pitchFamily="49" charset="0"/>
                <a:cs typeface="Courier New" panose="02070309020205020404" pitchFamily="49" charset="0"/>
              </a:rPr>
              <a:t>iostream</a:t>
            </a:r>
            <a:r>
              <a:rPr lang="en-US" altLang="zh-CN" sz="2000" b="1" dirty="0" smtClean="0">
                <a:latin typeface="Courier New" panose="02070309020205020404" pitchFamily="49" charset="0"/>
                <a:cs typeface="Courier New" panose="02070309020205020404" pitchFamily="49" charset="0"/>
              </a:rPr>
              <a:t>&gt;</a:t>
            </a:r>
            <a:endParaRPr lang="en-US" altLang="zh-CN" sz="2000" b="1" dirty="0" smtClean="0">
              <a:latin typeface="Courier New" panose="02070309020205020404" pitchFamily="49" charset="0"/>
              <a:cs typeface="Courier New" panose="02070309020205020404" pitchFamily="49" charset="0"/>
            </a:endParaRPr>
          </a:p>
          <a:p>
            <a:pPr eaLnBrk="1" hangingPunct="1">
              <a:lnSpc>
                <a:spcPct val="80000"/>
              </a:lnSpc>
              <a:buFont typeface="Wingdings" panose="05000000000000000000" pitchFamily="2" charset="2"/>
              <a:buNone/>
              <a:defRPr/>
            </a:pPr>
            <a:r>
              <a:rPr lang="en-US" altLang="zh-CN" sz="2000" b="1" dirty="0" smtClean="0">
                <a:latin typeface="Courier New" panose="02070309020205020404" pitchFamily="49" charset="0"/>
                <a:cs typeface="Courier New" panose="02070309020205020404" pitchFamily="49" charset="0"/>
              </a:rPr>
              <a:t>using namespace </a:t>
            </a:r>
            <a:r>
              <a:rPr lang="en-US" altLang="zh-CN" sz="2000" b="1" dirty="0" err="1" smtClean="0">
                <a:latin typeface="Courier New" panose="02070309020205020404" pitchFamily="49" charset="0"/>
                <a:cs typeface="Courier New" panose="02070309020205020404" pitchFamily="49" charset="0"/>
              </a:rPr>
              <a:t>std</a:t>
            </a:r>
            <a:r>
              <a:rPr lang="en-US" altLang="zh-CN" sz="2000" b="1" dirty="0" smtClean="0">
                <a:latin typeface="Courier New" panose="02070309020205020404" pitchFamily="49" charset="0"/>
                <a:cs typeface="Courier New" panose="02070309020205020404" pitchFamily="49" charset="0"/>
              </a:rPr>
              <a:t>;</a:t>
            </a:r>
            <a:endParaRPr lang="en-US" altLang="zh-CN" sz="2000" b="1" dirty="0" smtClean="0">
              <a:latin typeface="Courier New" panose="02070309020205020404" pitchFamily="49" charset="0"/>
              <a:cs typeface="Courier New" panose="02070309020205020404" pitchFamily="49" charset="0"/>
            </a:endParaRPr>
          </a:p>
          <a:p>
            <a:pPr eaLnBrk="1" hangingPunct="1">
              <a:lnSpc>
                <a:spcPct val="80000"/>
              </a:lnSpc>
              <a:buFont typeface="Wingdings" panose="05000000000000000000" pitchFamily="2" charset="2"/>
              <a:buNone/>
              <a:defRPr/>
            </a:pPr>
            <a:r>
              <a:rPr lang="fr-FR" altLang="zh-CN" sz="2000" b="1" dirty="0" smtClean="0">
                <a:latin typeface="Courier New" panose="02070309020205020404" pitchFamily="49" charset="0"/>
                <a:cs typeface="Courier New" panose="02070309020205020404" pitchFamily="49" charset="0"/>
              </a:rPr>
              <a:t>int main()</a:t>
            </a:r>
            <a:endParaRPr lang="en-US" altLang="zh-CN" sz="2000" b="1" dirty="0" smtClean="0">
              <a:latin typeface="Courier New" panose="02070309020205020404" pitchFamily="49" charset="0"/>
              <a:cs typeface="Courier New" panose="02070309020205020404" pitchFamily="49" charset="0"/>
            </a:endParaRPr>
          </a:p>
          <a:p>
            <a:pPr eaLnBrk="1" hangingPunct="1">
              <a:lnSpc>
                <a:spcPct val="80000"/>
              </a:lnSpc>
              <a:buFont typeface="Wingdings" panose="05000000000000000000" pitchFamily="2" charset="2"/>
              <a:buNone/>
              <a:defRPr/>
            </a:pPr>
            <a:r>
              <a:rPr lang="fr-FR" altLang="zh-CN" sz="2000" b="1" dirty="0" smtClean="0">
                <a:latin typeface="Courier New" panose="02070309020205020404" pitchFamily="49" charset="0"/>
                <a:cs typeface="Courier New" panose="02070309020205020404" pitchFamily="49" charset="0"/>
              </a:rPr>
              <a:t>{	int n;</a:t>
            </a:r>
            <a:endParaRPr lang="en-US" altLang="zh-CN" sz="2000" b="1" dirty="0" smtClean="0">
              <a:latin typeface="Courier New" panose="02070309020205020404" pitchFamily="49" charset="0"/>
              <a:cs typeface="Courier New" panose="02070309020205020404" pitchFamily="49" charset="0"/>
            </a:endParaRPr>
          </a:p>
          <a:p>
            <a:pPr eaLnBrk="1" hangingPunct="1">
              <a:lnSpc>
                <a:spcPct val="80000"/>
              </a:lnSpc>
              <a:buFont typeface="Wingdings" panose="05000000000000000000" pitchFamily="2" charset="2"/>
              <a:buNone/>
              <a:defRPr/>
            </a:pPr>
            <a:r>
              <a:rPr lang="fr-FR" altLang="zh-CN" sz="2000" b="1" dirty="0" smtClean="0">
                <a:latin typeface="Courier New" panose="02070309020205020404" pitchFamily="49" charset="0"/>
                <a:cs typeface="Courier New" panose="02070309020205020404" pitchFamily="49" charset="0"/>
              </a:rPr>
              <a:t>	cin &gt;&gt; n;</a:t>
            </a:r>
            <a:endParaRPr lang="en-US" altLang="zh-CN" sz="2000" b="1" dirty="0" smtClean="0">
              <a:latin typeface="Courier New" panose="02070309020205020404" pitchFamily="49" charset="0"/>
              <a:cs typeface="Courier New" panose="02070309020205020404" pitchFamily="49" charset="0"/>
            </a:endParaRPr>
          </a:p>
          <a:p>
            <a:pPr eaLnBrk="1" hangingPunct="1">
              <a:lnSpc>
                <a:spcPct val="80000"/>
              </a:lnSpc>
              <a:buFont typeface="Wingdings" panose="05000000000000000000" pitchFamily="2" charset="2"/>
              <a:buNone/>
              <a:defRPr/>
            </a:pPr>
            <a:r>
              <a:rPr lang="fr-FR" altLang="zh-CN" sz="2000" b="1" dirty="0" smtClean="0">
                <a:latin typeface="Courier New" panose="02070309020205020404" pitchFamily="49" charset="0"/>
                <a:cs typeface="Courier New" panose="02070309020205020404" pitchFamily="49" charset="0"/>
              </a:rPr>
              <a:t>	int fib_1=1; //</a:t>
            </a:r>
            <a:r>
              <a:rPr lang="zh-CN" altLang="en-US" sz="2000" b="1" dirty="0" smtClean="0">
                <a:latin typeface="宋体" panose="02010600030101010101" pitchFamily="2" charset="-122"/>
              </a:rPr>
              <a:t>第一个</a:t>
            </a:r>
            <a:r>
              <a:rPr lang="fr-FR" altLang="zh-CN" sz="2000" b="1" dirty="0" smtClean="0">
                <a:latin typeface="Courier New" panose="02070309020205020404" pitchFamily="49" charset="0"/>
                <a:cs typeface="Courier New" panose="02070309020205020404" pitchFamily="49" charset="0"/>
              </a:rPr>
              <a:t>Fibonacci</a:t>
            </a:r>
            <a:r>
              <a:rPr lang="zh-CN" altLang="en-US" sz="2000" b="1" dirty="0" smtClean="0">
                <a:latin typeface="宋体" panose="02010600030101010101" pitchFamily="2" charset="-122"/>
              </a:rPr>
              <a:t>数</a:t>
            </a:r>
            <a:endParaRPr lang="zh-CN" altLang="en-US" sz="2000" b="1" dirty="0" smtClean="0">
              <a:latin typeface="Courier New" panose="02070309020205020404" pitchFamily="49" charset="0"/>
              <a:cs typeface="Courier New" panose="02070309020205020404" pitchFamily="49" charset="0"/>
            </a:endParaRPr>
          </a:p>
          <a:p>
            <a:pPr eaLnBrk="1" hangingPunct="1">
              <a:lnSpc>
                <a:spcPct val="80000"/>
              </a:lnSpc>
              <a:buFont typeface="Wingdings" panose="05000000000000000000" pitchFamily="2" charset="2"/>
              <a:buNone/>
              <a:defRPr/>
            </a:pPr>
            <a:r>
              <a:rPr lang="zh-CN" altLang="fr-FR" sz="2000" b="1" dirty="0" smtClean="0">
                <a:latin typeface="Courier New" panose="02070309020205020404" pitchFamily="49" charset="0"/>
                <a:cs typeface="Courier New" panose="02070309020205020404" pitchFamily="49" charset="0"/>
              </a:rPr>
              <a:t>	</a:t>
            </a:r>
            <a:r>
              <a:rPr lang="fr-FR" altLang="zh-CN" sz="2000" b="1" dirty="0" smtClean="0">
                <a:latin typeface="Courier New" panose="02070309020205020404" pitchFamily="49" charset="0"/>
                <a:cs typeface="Courier New" panose="02070309020205020404" pitchFamily="49" charset="0"/>
              </a:rPr>
              <a:t>int fib_2=1; //</a:t>
            </a:r>
            <a:r>
              <a:rPr lang="zh-CN" altLang="fr-FR" sz="2000" b="1" dirty="0" smtClean="0">
                <a:latin typeface="Courier New" panose="02070309020205020404" pitchFamily="49" charset="0"/>
                <a:cs typeface="Courier New" panose="02070309020205020404" pitchFamily="49" charset="0"/>
              </a:rPr>
              <a:t>第二个</a:t>
            </a:r>
            <a:r>
              <a:rPr lang="fr-FR" altLang="zh-CN" sz="2000" b="1" dirty="0" smtClean="0">
                <a:latin typeface="Courier New" panose="02070309020205020404" pitchFamily="49" charset="0"/>
                <a:cs typeface="Courier New" panose="02070309020205020404" pitchFamily="49" charset="0"/>
              </a:rPr>
              <a:t>Fibonacci</a:t>
            </a:r>
            <a:r>
              <a:rPr lang="zh-CN" altLang="en-US" sz="2000" b="1" dirty="0" smtClean="0">
                <a:latin typeface="宋体" panose="02010600030101010101" pitchFamily="2" charset="-122"/>
              </a:rPr>
              <a:t>数</a:t>
            </a:r>
            <a:endParaRPr lang="zh-CN" altLang="en-US" sz="2000" b="1" dirty="0" smtClean="0">
              <a:latin typeface="Courier New" panose="02070309020205020404" pitchFamily="49" charset="0"/>
              <a:cs typeface="Courier New" panose="02070309020205020404" pitchFamily="49" charset="0"/>
            </a:endParaRPr>
          </a:p>
          <a:p>
            <a:pPr eaLnBrk="1" hangingPunct="1">
              <a:lnSpc>
                <a:spcPct val="80000"/>
              </a:lnSpc>
              <a:buFont typeface="Wingdings" panose="05000000000000000000" pitchFamily="2" charset="2"/>
              <a:buNone/>
              <a:defRPr/>
            </a:pPr>
            <a:r>
              <a:rPr lang="zh-CN" altLang="fr-FR" sz="2000" b="1" dirty="0" smtClean="0">
                <a:latin typeface="Courier New" panose="02070309020205020404" pitchFamily="49" charset="0"/>
                <a:cs typeface="Courier New" panose="02070309020205020404" pitchFamily="49" charset="0"/>
              </a:rPr>
              <a:t>	</a:t>
            </a:r>
            <a:r>
              <a:rPr lang="fr-FR" altLang="zh-CN" sz="2000" b="1" dirty="0" smtClean="0">
                <a:latin typeface="Courier New" panose="02070309020205020404" pitchFamily="49" charset="0"/>
                <a:cs typeface="Courier New" panose="02070309020205020404" pitchFamily="49" charset="0"/>
              </a:rPr>
              <a:t>for (int i=3; i&lt;=n; i++)</a:t>
            </a:r>
            <a:endParaRPr lang="en-US" altLang="zh-CN" sz="2000" b="1" dirty="0" smtClean="0">
              <a:latin typeface="Courier New" panose="02070309020205020404" pitchFamily="49" charset="0"/>
              <a:cs typeface="Courier New" panose="02070309020205020404" pitchFamily="49" charset="0"/>
            </a:endParaRPr>
          </a:p>
          <a:p>
            <a:pPr eaLnBrk="1" hangingPunct="1">
              <a:lnSpc>
                <a:spcPct val="80000"/>
              </a:lnSpc>
              <a:buFont typeface="Wingdings" panose="05000000000000000000" pitchFamily="2" charset="2"/>
              <a:buNone/>
              <a:defRPr/>
            </a:pPr>
            <a:r>
              <a:rPr lang="fr-FR" altLang="zh-CN" sz="2000" b="1" dirty="0" smtClean="0">
                <a:latin typeface="Courier New" panose="02070309020205020404" pitchFamily="49" charset="0"/>
                <a:cs typeface="Courier New" panose="02070309020205020404" pitchFamily="49" charset="0"/>
              </a:rPr>
              <a:t>	{	int temp=fib_1+fib_2; //</a:t>
            </a:r>
            <a:r>
              <a:rPr lang="zh-CN" altLang="en-US" sz="2000" b="1" dirty="0" smtClean="0">
                <a:latin typeface="宋体" panose="02010600030101010101" pitchFamily="2" charset="-122"/>
              </a:rPr>
              <a:t>计算新的</a:t>
            </a:r>
            <a:r>
              <a:rPr lang="fr-FR" altLang="zh-CN" sz="2000" b="1" dirty="0" smtClean="0">
                <a:latin typeface="Courier New" panose="02070309020205020404" pitchFamily="49" charset="0"/>
                <a:cs typeface="Courier New" panose="02070309020205020404" pitchFamily="49" charset="0"/>
              </a:rPr>
              <a:t>Fibonacci</a:t>
            </a:r>
            <a:r>
              <a:rPr lang="zh-CN" altLang="en-US" sz="2000" b="1" dirty="0" smtClean="0">
                <a:latin typeface="宋体" panose="02010600030101010101" pitchFamily="2" charset="-122"/>
              </a:rPr>
              <a:t>数</a:t>
            </a:r>
            <a:endParaRPr lang="zh-CN" altLang="en-US" sz="2000" b="1" dirty="0" smtClean="0">
              <a:latin typeface="Courier New" panose="02070309020205020404" pitchFamily="49" charset="0"/>
              <a:cs typeface="Courier New" panose="02070309020205020404" pitchFamily="49" charset="0"/>
            </a:endParaRPr>
          </a:p>
          <a:p>
            <a:pPr eaLnBrk="1" hangingPunct="1">
              <a:lnSpc>
                <a:spcPct val="80000"/>
              </a:lnSpc>
              <a:buFont typeface="Wingdings" panose="05000000000000000000" pitchFamily="2" charset="2"/>
              <a:buNone/>
              <a:defRPr/>
            </a:pPr>
            <a:r>
              <a:rPr lang="zh-CN" altLang="fr-FR" sz="2000" b="1" dirty="0" smtClean="0">
                <a:latin typeface="Courier New" panose="02070309020205020404" pitchFamily="49" charset="0"/>
                <a:cs typeface="Courier New" panose="02070309020205020404" pitchFamily="49" charset="0"/>
              </a:rPr>
              <a:t>		</a:t>
            </a:r>
            <a:r>
              <a:rPr lang="fr-FR" altLang="zh-CN" sz="2000" b="1" dirty="0" smtClean="0">
                <a:latin typeface="Courier New" panose="02070309020205020404" pitchFamily="49" charset="0"/>
                <a:cs typeface="Courier New" panose="02070309020205020404" pitchFamily="49" charset="0"/>
              </a:rPr>
              <a:t>fib_1 = fib_2;  //</a:t>
            </a:r>
            <a:r>
              <a:rPr lang="zh-CN" altLang="en-US" sz="2000" b="1" dirty="0" smtClean="0">
                <a:latin typeface="宋体" panose="02010600030101010101" pitchFamily="2" charset="-122"/>
              </a:rPr>
              <a:t>记住新的前一个</a:t>
            </a:r>
            <a:r>
              <a:rPr lang="fr-FR" altLang="zh-CN" sz="2000" b="1" dirty="0" smtClean="0">
                <a:latin typeface="Courier New" panose="02070309020205020404" pitchFamily="49" charset="0"/>
                <a:cs typeface="Courier New" panose="02070309020205020404" pitchFamily="49" charset="0"/>
              </a:rPr>
              <a:t>Fibonacci</a:t>
            </a:r>
            <a:r>
              <a:rPr lang="zh-CN" altLang="en-US" sz="2000" b="1" dirty="0" smtClean="0">
                <a:latin typeface="宋体" panose="02010600030101010101" pitchFamily="2" charset="-122"/>
              </a:rPr>
              <a:t>数</a:t>
            </a:r>
            <a:endParaRPr lang="zh-CN" altLang="en-US" sz="2000" b="1" dirty="0" smtClean="0">
              <a:latin typeface="Courier New" panose="02070309020205020404" pitchFamily="49" charset="0"/>
              <a:cs typeface="Courier New" panose="02070309020205020404" pitchFamily="49" charset="0"/>
            </a:endParaRPr>
          </a:p>
          <a:p>
            <a:pPr eaLnBrk="1" hangingPunct="1">
              <a:lnSpc>
                <a:spcPct val="80000"/>
              </a:lnSpc>
              <a:buFont typeface="Wingdings" panose="05000000000000000000" pitchFamily="2" charset="2"/>
              <a:buNone/>
              <a:defRPr/>
            </a:pPr>
            <a:r>
              <a:rPr lang="zh-CN" altLang="fr-FR" sz="2000" b="1" dirty="0" smtClean="0">
                <a:latin typeface="Courier New" panose="02070309020205020404" pitchFamily="49" charset="0"/>
                <a:cs typeface="Courier New" panose="02070309020205020404" pitchFamily="49" charset="0"/>
              </a:rPr>
              <a:t>		</a:t>
            </a:r>
            <a:r>
              <a:rPr lang="fr-FR" altLang="zh-CN" sz="2000" b="1" dirty="0" smtClean="0">
                <a:latin typeface="Courier New" panose="02070309020205020404" pitchFamily="49" charset="0"/>
                <a:cs typeface="Courier New" panose="02070309020205020404" pitchFamily="49" charset="0"/>
              </a:rPr>
              <a:t>fib_2 = temp;  //</a:t>
            </a:r>
            <a:r>
              <a:rPr lang="zh-CN" altLang="en-US" sz="2000" b="1" dirty="0" smtClean="0">
                <a:latin typeface="宋体" panose="02010600030101010101" pitchFamily="2" charset="-122"/>
              </a:rPr>
              <a:t>记住新的</a:t>
            </a:r>
            <a:r>
              <a:rPr lang="fr-FR" altLang="zh-CN" sz="2000" b="1" dirty="0" smtClean="0">
                <a:latin typeface="Courier New" panose="02070309020205020404" pitchFamily="49" charset="0"/>
                <a:cs typeface="Courier New" panose="02070309020205020404" pitchFamily="49" charset="0"/>
              </a:rPr>
              <a:t>Fibonacci</a:t>
            </a:r>
            <a:r>
              <a:rPr lang="zh-CN" altLang="en-US" sz="2000" b="1" dirty="0" smtClean="0">
                <a:latin typeface="宋体" panose="02010600030101010101" pitchFamily="2" charset="-122"/>
              </a:rPr>
              <a:t>数</a:t>
            </a:r>
            <a:endParaRPr lang="zh-CN" altLang="en-US" sz="2000" b="1" dirty="0" smtClean="0">
              <a:latin typeface="Courier New" panose="02070309020205020404" pitchFamily="49" charset="0"/>
              <a:cs typeface="Courier New" panose="02070309020205020404" pitchFamily="49" charset="0"/>
            </a:endParaRPr>
          </a:p>
          <a:p>
            <a:pPr eaLnBrk="1" hangingPunct="1">
              <a:lnSpc>
                <a:spcPct val="80000"/>
              </a:lnSpc>
              <a:buFont typeface="Wingdings" panose="05000000000000000000" pitchFamily="2" charset="2"/>
              <a:buNone/>
              <a:defRPr/>
            </a:pPr>
            <a:r>
              <a:rPr lang="zh-CN" altLang="fr-FR" sz="2000" b="1" dirty="0" smtClean="0">
                <a:latin typeface="Courier New" panose="02070309020205020404" pitchFamily="49" charset="0"/>
                <a:cs typeface="Courier New" panose="02070309020205020404" pitchFamily="49" charset="0"/>
              </a:rPr>
              <a:t>	}</a:t>
            </a:r>
            <a:endParaRPr lang="en-US" altLang="zh-CN" sz="2000" b="1" dirty="0" smtClean="0">
              <a:latin typeface="Courier New" panose="02070309020205020404" pitchFamily="49" charset="0"/>
              <a:cs typeface="Courier New" panose="02070309020205020404" pitchFamily="49" charset="0"/>
            </a:endParaRPr>
          </a:p>
          <a:p>
            <a:pPr eaLnBrk="1" hangingPunct="1">
              <a:lnSpc>
                <a:spcPct val="80000"/>
              </a:lnSpc>
              <a:buFont typeface="Wingdings" panose="05000000000000000000" pitchFamily="2" charset="2"/>
              <a:buNone/>
              <a:defRPr/>
            </a:pPr>
            <a:r>
              <a:rPr lang="zh-CN" altLang="fr-FR" sz="2000" b="1" dirty="0" smtClean="0">
                <a:latin typeface="Courier New" panose="02070309020205020404" pitchFamily="49" charset="0"/>
                <a:cs typeface="Courier New" panose="02070309020205020404" pitchFamily="49" charset="0"/>
              </a:rPr>
              <a:t>	</a:t>
            </a:r>
            <a:r>
              <a:rPr lang="fr-FR" altLang="zh-CN" sz="2000" b="1" dirty="0" smtClean="0">
                <a:latin typeface="Courier New" panose="02070309020205020404" pitchFamily="49" charset="0"/>
                <a:cs typeface="Courier New" panose="02070309020205020404" pitchFamily="49" charset="0"/>
              </a:rPr>
              <a:t>cout &lt;&lt; "</a:t>
            </a:r>
            <a:r>
              <a:rPr lang="zh-CN" altLang="en-US" sz="2000" b="1" dirty="0" smtClean="0">
                <a:latin typeface="宋体" panose="02010600030101010101" pitchFamily="2" charset="-122"/>
              </a:rPr>
              <a:t>第</a:t>
            </a:r>
            <a:r>
              <a:rPr lang="zh-CN" altLang="fr-FR" sz="2000" b="1" dirty="0" smtClean="0">
                <a:latin typeface="Courier New" panose="02070309020205020404" pitchFamily="49" charset="0"/>
                <a:cs typeface="Courier New" panose="02070309020205020404" pitchFamily="49" charset="0"/>
              </a:rPr>
              <a:t>" &lt;&lt; </a:t>
            </a:r>
            <a:r>
              <a:rPr lang="fr-FR" altLang="zh-CN" sz="2000" b="1" dirty="0" smtClean="0">
                <a:latin typeface="Courier New" panose="02070309020205020404" pitchFamily="49" charset="0"/>
                <a:cs typeface="Courier New" panose="02070309020205020404" pitchFamily="49" charset="0"/>
              </a:rPr>
              <a:t>n &lt;&lt; "</a:t>
            </a:r>
            <a:r>
              <a:rPr lang="zh-CN" altLang="en-US" sz="2000" b="1" dirty="0" smtClean="0">
                <a:latin typeface="宋体" panose="02010600030101010101" pitchFamily="2" charset="-122"/>
              </a:rPr>
              <a:t>个费波那契数是</a:t>
            </a:r>
            <a:r>
              <a:rPr lang="zh-CN" altLang="fr-FR" sz="2000" b="1" dirty="0" smtClean="0">
                <a:latin typeface="宋体" panose="02010600030101010101" pitchFamily="2" charset="-122"/>
              </a:rPr>
              <a:t>：</a:t>
            </a:r>
            <a:r>
              <a:rPr lang="zh-CN" altLang="fr-FR" sz="2000" b="1" dirty="0" smtClean="0">
                <a:latin typeface="Courier New" panose="02070309020205020404" pitchFamily="49" charset="0"/>
                <a:cs typeface="Courier New" panose="02070309020205020404" pitchFamily="49" charset="0"/>
              </a:rPr>
              <a:t>" &lt;&lt; </a:t>
            </a:r>
            <a:r>
              <a:rPr lang="fr-FR" altLang="zh-CN" sz="2000" b="1" dirty="0" smtClean="0">
                <a:latin typeface="Courier New" panose="02070309020205020404" pitchFamily="49" charset="0"/>
                <a:cs typeface="Courier New" panose="02070309020205020404" pitchFamily="49" charset="0"/>
              </a:rPr>
              <a:t>fib_2 &lt;&lt; endl;</a:t>
            </a:r>
            <a:endParaRPr lang="en-US" altLang="zh-CN" sz="2000" b="1" dirty="0" smtClean="0">
              <a:latin typeface="Courier New" panose="02070309020205020404" pitchFamily="49" charset="0"/>
              <a:cs typeface="Courier New" panose="02070309020205020404" pitchFamily="49" charset="0"/>
            </a:endParaRPr>
          </a:p>
          <a:p>
            <a:pPr eaLnBrk="1" hangingPunct="1">
              <a:lnSpc>
                <a:spcPct val="80000"/>
              </a:lnSpc>
              <a:buFont typeface="Wingdings" panose="05000000000000000000" pitchFamily="2" charset="2"/>
              <a:buNone/>
              <a:defRPr/>
            </a:pPr>
            <a:r>
              <a:rPr lang="fr-FR" altLang="zh-CN" sz="2000" b="1" dirty="0" smtClean="0">
                <a:latin typeface="Courier New" panose="02070309020205020404" pitchFamily="49" charset="0"/>
                <a:cs typeface="Courier New" panose="02070309020205020404" pitchFamily="49" charset="0"/>
              </a:rPr>
              <a:t>	return 0;</a:t>
            </a:r>
            <a:endParaRPr lang="en-US" altLang="zh-CN" sz="2000" b="1" dirty="0" smtClean="0">
              <a:latin typeface="Courier New" panose="02070309020205020404" pitchFamily="49" charset="0"/>
              <a:cs typeface="Courier New" panose="02070309020205020404" pitchFamily="49" charset="0"/>
            </a:endParaRPr>
          </a:p>
          <a:p>
            <a:pPr eaLnBrk="1" hangingPunct="1">
              <a:lnSpc>
                <a:spcPct val="80000"/>
              </a:lnSpc>
              <a:buFont typeface="Wingdings" panose="05000000000000000000" pitchFamily="2" charset="2"/>
              <a:buNone/>
              <a:defRPr/>
            </a:pPr>
            <a:r>
              <a:rPr lang="fr-FR" altLang="zh-CN" sz="2000" b="1" dirty="0" smtClean="0">
                <a:latin typeface="Courier New" panose="02070309020205020404" pitchFamily="49" charset="0"/>
                <a:cs typeface="Courier New" panose="02070309020205020404" pitchFamily="49" charset="0"/>
              </a:rPr>
              <a:t>}</a:t>
            </a:r>
            <a:endParaRPr lang="en-US" altLang="zh-CN" sz="2000" dirty="0" smtClean="0"/>
          </a:p>
        </p:txBody>
      </p:sp>
      <p:sp>
        <p:nvSpPr>
          <p:cNvPr id="104451" name="Text Box 1027"/>
          <p:cNvSpPr txBox="1">
            <a:spLocks noChangeArrowheads="1"/>
          </p:cNvSpPr>
          <p:nvPr/>
        </p:nvSpPr>
        <p:spPr bwMode="auto">
          <a:xfrm>
            <a:off x="1042988" y="4221163"/>
            <a:ext cx="7273925" cy="91440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0000"/>
              </a:lnSpc>
              <a:spcBef>
                <a:spcPct val="50000"/>
              </a:spcBef>
              <a:buFontTx/>
              <a:buNone/>
              <a:defRPr/>
            </a:pPr>
            <a:r>
              <a:rPr lang="fr-FR" altLang="zh-CN" sz="2000" b="1">
                <a:effectLst>
                  <a:outerShdw blurRad="38100" dist="38100" dir="2700000" algn="tl">
                    <a:srgbClr val="000000"/>
                  </a:outerShdw>
                </a:effectLst>
              </a:rPr>
              <a:t>fib_2 = fib_1 + fib_2; //</a:t>
            </a:r>
            <a:r>
              <a:rPr lang="zh-CN" altLang="en-US" sz="2000" b="1">
                <a:effectLst>
                  <a:outerShdw blurRad="38100" dist="38100" dir="2700000" algn="tl">
                    <a:srgbClr val="000000"/>
                  </a:outerShdw>
                </a:effectLst>
              </a:rPr>
              <a:t>计算和记住新的</a:t>
            </a:r>
            <a:r>
              <a:rPr lang="fr-FR" altLang="zh-CN" sz="2000" b="1">
                <a:effectLst>
                  <a:outerShdw blurRad="38100" dist="38100" dir="2700000" algn="tl">
                    <a:srgbClr val="000000"/>
                  </a:outerShdw>
                </a:effectLst>
              </a:rPr>
              <a:t>Fibonacci</a:t>
            </a:r>
            <a:r>
              <a:rPr lang="zh-CN" altLang="en-US" sz="2000" b="1">
                <a:effectLst>
                  <a:outerShdw blurRad="38100" dist="38100" dir="2700000" algn="tl">
                    <a:srgbClr val="000000"/>
                  </a:outerShdw>
                </a:effectLst>
              </a:rPr>
              <a:t>数</a:t>
            </a:r>
            <a:endParaRPr lang="zh-CN" altLang="fr-FR" sz="2000" b="1">
              <a:effectLst>
                <a:outerShdw blurRad="38100" dist="38100" dir="2700000" algn="tl">
                  <a:srgbClr val="000000"/>
                </a:outerShdw>
              </a:effectLst>
            </a:endParaRPr>
          </a:p>
          <a:p>
            <a:pPr>
              <a:lnSpc>
                <a:spcPct val="130000"/>
              </a:lnSpc>
              <a:buFontTx/>
              <a:buNone/>
              <a:defRPr/>
            </a:pPr>
            <a:r>
              <a:rPr lang="fr-FR" altLang="zh-CN" sz="2000" b="1">
                <a:effectLst>
                  <a:outerShdw blurRad="38100" dist="38100" dir="2700000" algn="tl">
                    <a:srgbClr val="000000"/>
                  </a:outerShdw>
                </a:effectLst>
              </a:rPr>
              <a:t>fib_1 = fib_2 - fib_1; //</a:t>
            </a:r>
            <a:r>
              <a:rPr lang="zh-CN" altLang="en-US" sz="2000" b="1">
                <a:effectLst>
                  <a:outerShdw blurRad="38100" dist="38100" dir="2700000" algn="tl">
                    <a:srgbClr val="000000"/>
                  </a:outerShdw>
                </a:effectLst>
              </a:rPr>
              <a:t>记住前一个</a:t>
            </a:r>
            <a:r>
              <a:rPr lang="fr-FR" altLang="zh-CN" sz="2000" b="1">
                <a:effectLst>
                  <a:outerShdw blurRad="38100" dist="38100" dir="2700000" algn="tl">
                    <a:srgbClr val="000000"/>
                  </a:outerShdw>
                </a:effectLst>
              </a:rPr>
              <a:t>Fibonacci</a:t>
            </a:r>
            <a:r>
              <a:rPr lang="zh-CN" altLang="en-US" sz="2000" b="1">
                <a:effectLst>
                  <a:outerShdw blurRad="38100" dist="38100" dir="2700000" algn="tl">
                    <a:srgbClr val="000000"/>
                  </a:outerShdw>
                </a:effectLst>
              </a:rPr>
              <a:t>数 </a:t>
            </a:r>
            <a:endParaRPr lang="zh-CN" altLang="en-US" sz="2000" b="1">
              <a:effectLst>
                <a:outerShdw blurRad="38100" dist="38100" dir="2700000" algn="tl">
                  <a:srgbClr val="000000"/>
                </a:outerShdw>
              </a:effectLst>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4451"/>
                                        </p:tgtEl>
                                        <p:attrNameLst>
                                          <p:attrName>style.visibility</p:attrName>
                                        </p:attrNameLst>
                                      </p:cBhvr>
                                      <p:to>
                                        <p:strVal val="visible"/>
                                      </p:to>
                                    </p:set>
                                    <p:anim calcmode="lin" valueType="num">
                                      <p:cBhvr additive="base">
                                        <p:cTn id="7" dur="500" fill="hold"/>
                                        <p:tgtEl>
                                          <p:spTgt spid="104451"/>
                                        </p:tgtEl>
                                        <p:attrNameLst>
                                          <p:attrName>ppt_x</p:attrName>
                                        </p:attrNameLst>
                                      </p:cBhvr>
                                      <p:tavLst>
                                        <p:tav tm="0">
                                          <p:val>
                                            <p:strVal val="#ppt_x"/>
                                          </p:val>
                                        </p:tav>
                                        <p:tav tm="100000">
                                          <p:val>
                                            <p:strVal val="#ppt_x"/>
                                          </p:val>
                                        </p:tav>
                                      </p:tavLst>
                                    </p:anim>
                                    <p:anim calcmode="lin" valueType="num">
                                      <p:cBhvr additive="base">
                                        <p:cTn id="8" dur="500" fill="hold"/>
                                        <p:tgtEl>
                                          <p:spTgt spid="10445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451" grpId="0" animBg="1"/>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7810" name="Rectangle 2"/>
          <p:cNvSpPr>
            <a:spLocks noGrp="1" noChangeArrowheads="1"/>
          </p:cNvSpPr>
          <p:nvPr>
            <p:ph type="title"/>
          </p:nvPr>
        </p:nvSpPr>
        <p:spPr/>
        <p:txBody>
          <a:bodyPr/>
          <a:lstStyle/>
          <a:p>
            <a:pPr eaLnBrk="1" hangingPunct="1">
              <a:defRPr/>
            </a:pPr>
            <a:r>
              <a:rPr lang="zh-CN" altLang="en-US" smtClean="0"/>
              <a:t>用牛顿迭代法求 </a:t>
            </a:r>
            <a:endParaRPr lang="zh-CN" altLang="en-US" smtClean="0"/>
          </a:p>
        </p:txBody>
      </p:sp>
      <p:sp>
        <p:nvSpPr>
          <p:cNvPr id="247811" name="Rectangle 3"/>
          <p:cNvSpPr>
            <a:spLocks noGrp="1" noChangeArrowheads="1"/>
          </p:cNvSpPr>
          <p:nvPr>
            <p:ph type="body" idx="1"/>
          </p:nvPr>
        </p:nvSpPr>
        <p:spPr/>
        <p:txBody>
          <a:bodyPr/>
          <a:lstStyle/>
          <a:p>
            <a:pPr eaLnBrk="1" hangingPunct="1">
              <a:defRPr/>
            </a:pPr>
            <a:r>
              <a:rPr lang="zh-CN" altLang="en-US" dirty="0" smtClean="0"/>
              <a:t>计算    的牛顿迭代公式为：</a:t>
            </a:r>
            <a:endParaRPr lang="zh-CN" altLang="en-US" dirty="0" smtClean="0"/>
          </a:p>
          <a:p>
            <a:pPr eaLnBrk="1" hangingPunct="1">
              <a:defRPr/>
            </a:pPr>
            <a:endParaRPr lang="zh-CN" altLang="en-US" dirty="0" smtClean="0"/>
          </a:p>
          <a:p>
            <a:pPr eaLnBrk="1" hangingPunct="1">
              <a:defRPr/>
            </a:pPr>
            <a:endParaRPr lang="zh-CN" altLang="en-US" dirty="0" smtClean="0"/>
          </a:p>
          <a:p>
            <a:pPr eaLnBrk="1" hangingPunct="1">
              <a:defRPr/>
            </a:pPr>
            <a:r>
              <a:rPr lang="zh-CN" altLang="en-US" dirty="0" smtClean="0"/>
              <a:t>取</a:t>
            </a:r>
            <a:r>
              <a:rPr lang="en-US" altLang="zh-CN" dirty="0" smtClean="0"/>
              <a:t>x</a:t>
            </a:r>
            <a:r>
              <a:rPr lang="en-US" altLang="zh-CN" baseline="-25000" dirty="0" smtClean="0"/>
              <a:t>0</a:t>
            </a:r>
            <a:r>
              <a:rPr lang="zh-CN" altLang="en-US" dirty="0" smtClean="0"/>
              <a:t>为</a:t>
            </a:r>
            <a:r>
              <a:rPr lang="en-US" altLang="zh-CN" dirty="0" smtClean="0"/>
              <a:t>a</a:t>
            </a:r>
            <a:r>
              <a:rPr lang="zh-CN" altLang="en-US" dirty="0" smtClean="0"/>
              <a:t>（任何值都可以，但影响收敛速度！），依次计算</a:t>
            </a:r>
            <a:r>
              <a:rPr lang="en-US" altLang="zh-CN" dirty="0" smtClean="0"/>
              <a:t>x</a:t>
            </a:r>
            <a:r>
              <a:rPr lang="en-US" altLang="zh-CN" baseline="-25000" dirty="0" smtClean="0"/>
              <a:t>1</a:t>
            </a:r>
            <a:r>
              <a:rPr lang="zh-CN" altLang="en-US" dirty="0" smtClean="0"/>
              <a:t>、</a:t>
            </a:r>
            <a:r>
              <a:rPr lang="en-US" altLang="zh-CN" dirty="0" smtClean="0"/>
              <a:t>x</a:t>
            </a:r>
            <a:r>
              <a:rPr lang="en-US" altLang="zh-CN" baseline="-25000" dirty="0" smtClean="0"/>
              <a:t>2</a:t>
            </a:r>
            <a:r>
              <a:rPr lang="zh-CN" altLang="en-US" dirty="0" smtClean="0"/>
              <a:t>、</a:t>
            </a:r>
            <a:r>
              <a:rPr lang="en-US" altLang="zh-CN" dirty="0" smtClean="0"/>
              <a:t>...</a:t>
            </a:r>
            <a:r>
              <a:rPr lang="zh-CN" altLang="en-US" dirty="0" smtClean="0"/>
              <a:t>，直到：</a:t>
            </a:r>
            <a:endParaRPr lang="zh-CN" altLang="en-US" dirty="0" smtClean="0"/>
          </a:p>
          <a:p>
            <a:pPr eaLnBrk="1" hangingPunct="1">
              <a:defRPr/>
            </a:pPr>
            <a:r>
              <a:rPr lang="en-US" altLang="zh-CN" dirty="0" smtClean="0"/>
              <a:t>|x</a:t>
            </a:r>
            <a:r>
              <a:rPr lang="en-US" altLang="zh-CN" baseline="-25000" dirty="0" smtClean="0"/>
              <a:t>n+1</a:t>
            </a:r>
            <a:r>
              <a:rPr lang="en-US" altLang="zh-CN" dirty="0" smtClean="0"/>
              <a:t>-x</a:t>
            </a:r>
            <a:r>
              <a:rPr lang="en-US" altLang="zh-CN" baseline="-25000" dirty="0" smtClean="0"/>
              <a:t>n</a:t>
            </a:r>
            <a:r>
              <a:rPr lang="en-US" altLang="zh-CN" dirty="0" smtClean="0"/>
              <a:t>|&lt; ε</a:t>
            </a:r>
            <a:r>
              <a:rPr lang="zh-CN" altLang="en-US" dirty="0" smtClean="0"/>
              <a:t>（</a:t>
            </a:r>
            <a:r>
              <a:rPr lang="en-US" altLang="zh-CN" dirty="0" smtClean="0"/>
              <a:t>ε</a:t>
            </a:r>
            <a:r>
              <a:rPr lang="zh-CN" altLang="en-US" dirty="0" smtClean="0"/>
              <a:t>为一个很小的数，可设为</a:t>
            </a:r>
            <a:r>
              <a:rPr lang="en-US" altLang="zh-CN" dirty="0" smtClean="0"/>
              <a:t>10</a:t>
            </a:r>
            <a:r>
              <a:rPr lang="en-US" altLang="zh-CN" baseline="30000" dirty="0" smtClean="0"/>
              <a:t>-6</a:t>
            </a:r>
            <a:r>
              <a:rPr lang="zh-CN" altLang="en-US" dirty="0" smtClean="0"/>
              <a:t>）时为止，</a:t>
            </a:r>
            <a:r>
              <a:rPr lang="en-US" altLang="zh-CN" dirty="0" smtClean="0"/>
              <a:t>x</a:t>
            </a:r>
            <a:r>
              <a:rPr lang="en-US" altLang="zh-CN" baseline="-25000" dirty="0" smtClean="0"/>
              <a:t>n+1</a:t>
            </a:r>
            <a:r>
              <a:rPr lang="zh-CN" altLang="en-US" dirty="0" smtClean="0"/>
              <a:t>即为    的值。</a:t>
            </a:r>
            <a:endParaRPr lang="zh-CN" altLang="en-US" dirty="0" smtClean="0"/>
          </a:p>
        </p:txBody>
      </p:sp>
      <p:sp>
        <p:nvSpPr>
          <p:cNvPr id="247813" name="Rectangle 5"/>
          <p:cNvSpPr>
            <a:spLocks noChangeArrowheads="1"/>
          </p:cNvSpPr>
          <p:nvPr/>
        </p:nvSpPr>
        <p:spPr bwMode="auto">
          <a:xfrm>
            <a:off x="0" y="33289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defRPr/>
            </a:pPr>
            <a:endParaRPr lang="zh-CN" altLang="en-US"/>
          </a:p>
        </p:txBody>
      </p:sp>
      <p:graphicFrame>
        <p:nvGraphicFramePr>
          <p:cNvPr id="46085" name="Object 4"/>
          <p:cNvGraphicFramePr>
            <a:graphicFrameLocks noChangeAspect="1"/>
          </p:cNvGraphicFramePr>
          <p:nvPr/>
        </p:nvGraphicFramePr>
        <p:xfrm>
          <a:off x="6659563" y="620713"/>
          <a:ext cx="481012" cy="504825"/>
        </p:xfrm>
        <a:graphic>
          <a:graphicData uri="http://schemas.openxmlformats.org/presentationml/2006/ole">
            <mc:AlternateContent xmlns:mc="http://schemas.openxmlformats.org/markup-compatibility/2006">
              <mc:Choice xmlns:v="urn:schemas-microsoft-com:vml" Requires="v">
                <p:oleObj spid="_x0000_s46844" name="Equation" r:id="rId1" imgW="190500" imgH="203200" progId="Equation.DSMT4">
                  <p:embed/>
                </p:oleObj>
              </mc:Choice>
              <mc:Fallback>
                <p:oleObj name="Equation" r:id="rId1" imgW="190500" imgH="203200" progId="Equation.DSMT4">
                  <p:embed/>
                  <p:pic>
                    <p:nvPicPr>
                      <p:cNvPr id="0" name="Object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59563" y="620713"/>
                        <a:ext cx="481012" cy="504825"/>
                      </a:xfrm>
                      <a:prstGeom prst="rect">
                        <a:avLst/>
                      </a:prstGeom>
                      <a:solidFill>
                        <a:schemeClr val="tx2"/>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47817" name="Rectangle 9"/>
          <p:cNvSpPr>
            <a:spLocks noChangeArrowheads="1"/>
          </p:cNvSpPr>
          <p:nvPr/>
        </p:nvSpPr>
        <p:spPr bwMode="auto">
          <a:xfrm>
            <a:off x="0" y="32527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defRPr/>
            </a:pPr>
            <a:endParaRPr lang="zh-CN" altLang="en-US"/>
          </a:p>
        </p:txBody>
      </p:sp>
      <p:graphicFrame>
        <p:nvGraphicFramePr>
          <p:cNvPr id="46087" name="Object 8"/>
          <p:cNvGraphicFramePr>
            <a:graphicFrameLocks noChangeAspect="1"/>
          </p:cNvGraphicFramePr>
          <p:nvPr/>
        </p:nvGraphicFramePr>
        <p:xfrm>
          <a:off x="1692275" y="2276475"/>
          <a:ext cx="2700338" cy="950913"/>
        </p:xfrm>
        <a:graphic>
          <a:graphicData uri="http://schemas.openxmlformats.org/presentationml/2006/ole">
            <mc:AlternateContent xmlns:mc="http://schemas.openxmlformats.org/markup-compatibility/2006">
              <mc:Choice xmlns:v="urn:schemas-microsoft-com:vml" Requires="v">
                <p:oleObj spid="_x0000_s46845" name="Equation" r:id="rId3" imgW="1002665" imgH="355600" progId="Equation.DSMT4">
                  <p:embed/>
                </p:oleObj>
              </mc:Choice>
              <mc:Fallback>
                <p:oleObj name="Equation" r:id="rId3" imgW="1002665" imgH="355600" progId="Equation.DSMT4">
                  <p:embed/>
                  <p:pic>
                    <p:nvPicPr>
                      <p:cNvPr id="0" name="Object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92275" y="2276475"/>
                        <a:ext cx="2700338" cy="950913"/>
                      </a:xfrm>
                      <a:prstGeom prst="rect">
                        <a:avLst/>
                      </a:prstGeom>
                      <a:solidFill>
                        <a:schemeClr val="tx2"/>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47819" name="Rectangle 11"/>
          <p:cNvSpPr>
            <a:spLocks noChangeArrowheads="1"/>
          </p:cNvSpPr>
          <p:nvPr/>
        </p:nvSpPr>
        <p:spPr bwMode="auto">
          <a:xfrm>
            <a:off x="0" y="33289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defRPr/>
            </a:pPr>
            <a:endParaRPr lang="zh-CN" altLang="en-US"/>
          </a:p>
        </p:txBody>
      </p:sp>
      <p:graphicFrame>
        <p:nvGraphicFramePr>
          <p:cNvPr id="46089" name="Object 10"/>
          <p:cNvGraphicFramePr>
            <a:graphicFrameLocks noChangeAspect="1"/>
          </p:cNvGraphicFramePr>
          <p:nvPr/>
        </p:nvGraphicFramePr>
        <p:xfrm>
          <a:off x="5435600" y="4941888"/>
          <a:ext cx="506413" cy="531812"/>
        </p:xfrm>
        <a:graphic>
          <a:graphicData uri="http://schemas.openxmlformats.org/presentationml/2006/ole">
            <mc:AlternateContent xmlns:mc="http://schemas.openxmlformats.org/markup-compatibility/2006">
              <mc:Choice xmlns:v="urn:schemas-microsoft-com:vml" Requires="v">
                <p:oleObj spid="_x0000_s46846" name="Equation" r:id="rId5" imgW="190500" imgH="203200" progId="Equation.DSMT4">
                  <p:embed/>
                </p:oleObj>
              </mc:Choice>
              <mc:Fallback>
                <p:oleObj name="Equation" r:id="rId5" imgW="190500" imgH="203200" progId="Equation.DSMT4">
                  <p:embed/>
                  <p:pic>
                    <p:nvPicPr>
                      <p:cNvPr id="0" name="Object 1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35600" y="4941888"/>
                        <a:ext cx="506413" cy="531812"/>
                      </a:xfrm>
                      <a:prstGeom prst="rect">
                        <a:avLst/>
                      </a:prstGeom>
                      <a:solidFill>
                        <a:schemeClr val="tx2"/>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47821" name="Rectangle 13"/>
          <p:cNvSpPr>
            <a:spLocks noChangeArrowheads="1"/>
          </p:cNvSpPr>
          <p:nvPr/>
        </p:nvSpPr>
        <p:spPr bwMode="auto">
          <a:xfrm>
            <a:off x="0" y="33289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defRPr/>
            </a:pPr>
            <a:endParaRPr lang="zh-CN" altLang="en-US"/>
          </a:p>
        </p:txBody>
      </p:sp>
      <p:graphicFrame>
        <p:nvGraphicFramePr>
          <p:cNvPr id="46091" name="Object 12"/>
          <p:cNvGraphicFramePr>
            <a:graphicFrameLocks noChangeAspect="1"/>
          </p:cNvGraphicFramePr>
          <p:nvPr/>
        </p:nvGraphicFramePr>
        <p:xfrm>
          <a:off x="1763713" y="1628775"/>
          <a:ext cx="506412" cy="531813"/>
        </p:xfrm>
        <a:graphic>
          <a:graphicData uri="http://schemas.openxmlformats.org/presentationml/2006/ole">
            <mc:AlternateContent xmlns:mc="http://schemas.openxmlformats.org/markup-compatibility/2006">
              <mc:Choice xmlns:v="urn:schemas-microsoft-com:vml" Requires="v">
                <p:oleObj spid="_x0000_s46847" name="Equation" r:id="rId6" imgW="190500" imgH="203200" progId="Equation.DSMT4">
                  <p:embed/>
                </p:oleObj>
              </mc:Choice>
              <mc:Fallback>
                <p:oleObj name="Equation" r:id="rId6" imgW="190500" imgH="203200" progId="Equation.DSMT4">
                  <p:embed/>
                  <p:pic>
                    <p:nvPicPr>
                      <p:cNvPr id="0" name="Object 1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63713" y="1628775"/>
                        <a:ext cx="506412" cy="531813"/>
                      </a:xfrm>
                      <a:prstGeom prst="rect">
                        <a:avLst/>
                      </a:prstGeom>
                      <a:solidFill>
                        <a:schemeClr val="tx2"/>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9859" name="Rectangle 3"/>
          <p:cNvSpPr>
            <a:spLocks noGrp="1" noChangeArrowheads="1"/>
          </p:cNvSpPr>
          <p:nvPr>
            <p:ph type="body" idx="1"/>
          </p:nvPr>
        </p:nvSpPr>
        <p:spPr>
          <a:xfrm>
            <a:off x="250825" y="250825"/>
            <a:ext cx="8497639" cy="6490543"/>
          </a:xfrm>
        </p:spPr>
        <p:txBody>
          <a:bodyPr>
            <a:normAutofit fontScale="85000" lnSpcReduction="20000"/>
          </a:bodyPr>
          <a:lstStyle/>
          <a:p>
            <a:pPr eaLnBrk="1" hangingPunct="1">
              <a:lnSpc>
                <a:spcPct val="110000"/>
              </a:lnSpc>
              <a:buFont typeface="Wingdings" panose="05000000000000000000" pitchFamily="2" charset="2"/>
              <a:buNone/>
              <a:defRPr/>
            </a:pPr>
            <a:r>
              <a:rPr lang="en-US" altLang="zh-CN" sz="2400" dirty="0" smtClean="0"/>
              <a:t>#include &lt;</a:t>
            </a:r>
            <a:r>
              <a:rPr lang="en-US" altLang="zh-CN" sz="2400" dirty="0" err="1" smtClean="0"/>
              <a:t>iostream</a:t>
            </a:r>
            <a:r>
              <a:rPr lang="en-US" altLang="zh-CN" sz="2400" dirty="0" smtClean="0"/>
              <a:t>&gt;</a:t>
            </a:r>
            <a:endParaRPr lang="en-US" altLang="zh-CN" sz="2400" dirty="0" smtClean="0"/>
          </a:p>
          <a:p>
            <a:pPr eaLnBrk="1" hangingPunct="1">
              <a:lnSpc>
                <a:spcPct val="110000"/>
              </a:lnSpc>
              <a:buFont typeface="Wingdings" panose="05000000000000000000" pitchFamily="2" charset="2"/>
              <a:buNone/>
              <a:defRPr/>
            </a:pPr>
            <a:r>
              <a:rPr lang="en-US" altLang="zh-CN" sz="2400" dirty="0" smtClean="0"/>
              <a:t>#include &lt;</a:t>
            </a:r>
            <a:r>
              <a:rPr lang="en-US" altLang="zh-CN" sz="2400" dirty="0" err="1" smtClean="0"/>
              <a:t>cmath</a:t>
            </a:r>
            <a:r>
              <a:rPr lang="en-US" altLang="zh-CN" sz="2400" dirty="0" smtClean="0"/>
              <a:t>&gt;</a:t>
            </a:r>
            <a:endParaRPr lang="en-US" altLang="zh-CN" sz="2400" dirty="0" smtClean="0"/>
          </a:p>
          <a:p>
            <a:pPr eaLnBrk="1" hangingPunct="1">
              <a:lnSpc>
                <a:spcPct val="110000"/>
              </a:lnSpc>
              <a:buFont typeface="Wingdings" panose="05000000000000000000" pitchFamily="2" charset="2"/>
              <a:buNone/>
              <a:defRPr/>
            </a:pPr>
            <a:r>
              <a:rPr lang="en-US" altLang="zh-CN" sz="2400" dirty="0" smtClean="0"/>
              <a:t>using namespace </a:t>
            </a:r>
            <a:r>
              <a:rPr lang="en-US" altLang="zh-CN" sz="2400" dirty="0" err="1" smtClean="0"/>
              <a:t>std</a:t>
            </a:r>
            <a:r>
              <a:rPr lang="en-US" altLang="zh-CN" sz="2400" dirty="0" smtClean="0"/>
              <a:t>;</a:t>
            </a:r>
            <a:endParaRPr lang="fr-FR" altLang="zh-CN" sz="2400" dirty="0" smtClean="0"/>
          </a:p>
          <a:p>
            <a:pPr eaLnBrk="1" hangingPunct="1">
              <a:lnSpc>
                <a:spcPct val="110000"/>
              </a:lnSpc>
              <a:buFont typeface="Wingdings" panose="05000000000000000000" pitchFamily="2" charset="2"/>
              <a:buNone/>
              <a:defRPr/>
            </a:pPr>
            <a:r>
              <a:rPr lang="fr-FR" altLang="zh-CN" sz="2400" dirty="0" smtClean="0"/>
              <a:t>int main()</a:t>
            </a:r>
            <a:endParaRPr lang="fr-FR" altLang="zh-CN" sz="2400" dirty="0" smtClean="0"/>
          </a:p>
          <a:p>
            <a:pPr eaLnBrk="1" hangingPunct="1">
              <a:lnSpc>
                <a:spcPct val="110000"/>
              </a:lnSpc>
              <a:buFont typeface="Wingdings" panose="05000000000000000000" pitchFamily="2" charset="2"/>
              <a:buNone/>
              <a:defRPr/>
            </a:pPr>
            <a:r>
              <a:rPr lang="fr-FR" altLang="zh-CN" sz="2400" dirty="0" smtClean="0"/>
              <a:t>{	const double </a:t>
            </a:r>
            <a:r>
              <a:rPr lang="en-US" altLang="zh-CN" sz="2400" dirty="0" smtClean="0"/>
              <a:t>EPS</a:t>
            </a:r>
            <a:r>
              <a:rPr lang="fr-FR" altLang="zh-CN" sz="2400" dirty="0" smtClean="0"/>
              <a:t>=1e-6; //</a:t>
            </a:r>
            <a:r>
              <a:rPr lang="zh-CN" altLang="fr-FR" sz="2400" dirty="0" smtClean="0"/>
              <a:t>一个很小的数</a:t>
            </a:r>
            <a:endParaRPr lang="zh-CN" altLang="fr-FR" sz="2400" dirty="0" smtClean="0"/>
          </a:p>
          <a:p>
            <a:pPr eaLnBrk="1" hangingPunct="1">
              <a:lnSpc>
                <a:spcPct val="110000"/>
              </a:lnSpc>
              <a:buFont typeface="Wingdings" panose="05000000000000000000" pitchFamily="2" charset="2"/>
              <a:buNone/>
              <a:defRPr/>
            </a:pPr>
            <a:r>
              <a:rPr lang="zh-CN" altLang="fr-FR" sz="2400" dirty="0" smtClean="0"/>
              <a:t>	</a:t>
            </a:r>
            <a:r>
              <a:rPr lang="fr-FR" altLang="zh-CN" sz="2400" dirty="0" smtClean="0"/>
              <a:t>double a,x1,x2; //x1</a:t>
            </a:r>
            <a:r>
              <a:rPr lang="zh-CN" altLang="fr-FR" sz="2400" dirty="0" smtClean="0"/>
              <a:t>和</a:t>
            </a:r>
            <a:r>
              <a:rPr lang="fr-FR" altLang="zh-CN" sz="2400" dirty="0" smtClean="0"/>
              <a:t>x2</a:t>
            </a:r>
            <a:r>
              <a:rPr lang="zh-CN" altLang="fr-FR" sz="2400" dirty="0" smtClean="0"/>
              <a:t>分别用于存储最新算出的两个值</a:t>
            </a:r>
            <a:endParaRPr lang="fr-FR" altLang="zh-CN" sz="2400" dirty="0" smtClean="0"/>
          </a:p>
          <a:p>
            <a:pPr eaLnBrk="1" hangingPunct="1">
              <a:lnSpc>
                <a:spcPct val="110000"/>
              </a:lnSpc>
              <a:buFont typeface="Wingdings" panose="05000000000000000000" pitchFamily="2" charset="2"/>
              <a:buNone/>
              <a:defRPr/>
            </a:pPr>
            <a:r>
              <a:rPr lang="fr-FR" altLang="zh-CN" sz="2400" dirty="0" smtClean="0"/>
              <a:t>	cout &lt;&lt; "</a:t>
            </a:r>
            <a:r>
              <a:rPr lang="zh-CN" altLang="fr-FR" sz="2400" dirty="0" smtClean="0"/>
              <a:t>请输入一个数：</a:t>
            </a:r>
            <a:r>
              <a:rPr lang="fr-FR" altLang="zh-CN" sz="2400" dirty="0" smtClean="0"/>
              <a:t>";</a:t>
            </a:r>
            <a:endParaRPr lang="fr-FR" altLang="zh-CN" sz="2400" dirty="0" smtClean="0"/>
          </a:p>
          <a:p>
            <a:pPr eaLnBrk="1" hangingPunct="1">
              <a:lnSpc>
                <a:spcPct val="110000"/>
              </a:lnSpc>
              <a:buFont typeface="Wingdings" panose="05000000000000000000" pitchFamily="2" charset="2"/>
              <a:buNone/>
              <a:defRPr/>
            </a:pPr>
            <a:r>
              <a:rPr lang="fr-FR" altLang="zh-CN" sz="2400" dirty="0" smtClean="0"/>
              <a:t>	cin &gt;&gt; a;</a:t>
            </a:r>
            <a:endParaRPr lang="fr-FR" altLang="zh-CN" sz="2400" dirty="0" smtClean="0"/>
          </a:p>
          <a:p>
            <a:pPr eaLnBrk="1" hangingPunct="1">
              <a:lnSpc>
                <a:spcPct val="110000"/>
              </a:lnSpc>
              <a:buFont typeface="Wingdings" panose="05000000000000000000" pitchFamily="2" charset="2"/>
              <a:buNone/>
              <a:defRPr/>
            </a:pPr>
            <a:r>
              <a:rPr lang="fr-FR" altLang="zh-CN" sz="2400" dirty="0" smtClean="0"/>
              <a:t>	x1 = a; //</a:t>
            </a:r>
            <a:r>
              <a:rPr lang="zh-CN" altLang="fr-FR" sz="2400" dirty="0" smtClean="0"/>
              <a:t>第一个值取</a:t>
            </a:r>
            <a:r>
              <a:rPr lang="fr-FR" altLang="zh-CN" sz="2400" dirty="0" smtClean="0"/>
              <a:t>a</a:t>
            </a:r>
            <a:endParaRPr lang="fr-FR" altLang="zh-CN" sz="2400" dirty="0" smtClean="0"/>
          </a:p>
          <a:p>
            <a:pPr eaLnBrk="1" hangingPunct="1">
              <a:lnSpc>
                <a:spcPct val="110000"/>
              </a:lnSpc>
              <a:buFont typeface="Wingdings" panose="05000000000000000000" pitchFamily="2" charset="2"/>
              <a:buNone/>
              <a:defRPr/>
            </a:pPr>
            <a:r>
              <a:rPr lang="fr-FR" altLang="zh-CN" sz="2400" dirty="0" smtClean="0"/>
              <a:t>	x2 = (2*x1+a/(x1*x1))/3; //</a:t>
            </a:r>
            <a:r>
              <a:rPr lang="zh-CN" altLang="fr-FR" sz="2400" dirty="0" smtClean="0"/>
              <a:t>计算第二个值</a:t>
            </a:r>
            <a:endParaRPr lang="zh-CN" altLang="fr-FR" sz="2400" dirty="0" smtClean="0"/>
          </a:p>
          <a:p>
            <a:pPr eaLnBrk="1" hangingPunct="1">
              <a:lnSpc>
                <a:spcPct val="110000"/>
              </a:lnSpc>
              <a:buFont typeface="Wingdings" panose="05000000000000000000" pitchFamily="2" charset="2"/>
              <a:buNone/>
              <a:defRPr/>
            </a:pPr>
            <a:r>
              <a:rPr lang="zh-CN" altLang="en-US" sz="2400" dirty="0" smtClean="0"/>
              <a:t>	</a:t>
            </a:r>
            <a:r>
              <a:rPr lang="en-US" altLang="zh-CN" sz="2400" dirty="0" smtClean="0"/>
              <a:t>while (</a:t>
            </a:r>
            <a:r>
              <a:rPr lang="en-US" altLang="zh-CN" sz="2400" dirty="0" err="1" smtClean="0"/>
              <a:t>fabs</a:t>
            </a:r>
            <a:r>
              <a:rPr lang="en-US" altLang="zh-CN" sz="2400" dirty="0" smtClean="0"/>
              <a:t>(x2-x1) &gt;= EPS)</a:t>
            </a:r>
            <a:endParaRPr lang="fr-FR" altLang="zh-CN" sz="2400" dirty="0" smtClean="0"/>
          </a:p>
          <a:p>
            <a:pPr eaLnBrk="1" hangingPunct="1">
              <a:lnSpc>
                <a:spcPct val="110000"/>
              </a:lnSpc>
              <a:buFont typeface="Wingdings" panose="05000000000000000000" pitchFamily="2" charset="2"/>
              <a:buNone/>
              <a:defRPr/>
            </a:pPr>
            <a:r>
              <a:rPr lang="fr-FR" altLang="zh-CN" sz="2400" dirty="0" smtClean="0"/>
              <a:t>	{ x1 = x2; //</a:t>
            </a:r>
            <a:r>
              <a:rPr lang="zh-CN" altLang="fr-FR" sz="2400" dirty="0" smtClean="0"/>
              <a:t>记住前一个值</a:t>
            </a:r>
            <a:endParaRPr lang="zh-CN" altLang="fr-FR" sz="2400" dirty="0" smtClean="0"/>
          </a:p>
          <a:p>
            <a:pPr eaLnBrk="1" hangingPunct="1">
              <a:lnSpc>
                <a:spcPct val="110000"/>
              </a:lnSpc>
              <a:buFont typeface="Wingdings" panose="05000000000000000000" pitchFamily="2" charset="2"/>
              <a:buNone/>
              <a:defRPr/>
            </a:pPr>
            <a:r>
              <a:rPr lang="zh-CN" altLang="fr-FR" sz="2400" dirty="0" smtClean="0"/>
              <a:t>	   </a:t>
            </a:r>
            <a:r>
              <a:rPr lang="fr-FR" altLang="zh-CN" sz="2400" dirty="0" smtClean="0"/>
              <a:t>x2 = (2*x1+a/(x1*x1))/3; //</a:t>
            </a:r>
            <a:r>
              <a:rPr lang="zh-CN" altLang="fr-FR" sz="2400" dirty="0" smtClean="0"/>
              <a:t>计算新的值		</a:t>
            </a:r>
            <a:endParaRPr lang="zh-CN" altLang="fr-FR" sz="2400" dirty="0" smtClean="0"/>
          </a:p>
          <a:p>
            <a:pPr eaLnBrk="1" hangingPunct="1">
              <a:lnSpc>
                <a:spcPct val="110000"/>
              </a:lnSpc>
              <a:buFont typeface="Wingdings" panose="05000000000000000000" pitchFamily="2" charset="2"/>
              <a:buNone/>
              <a:defRPr/>
            </a:pPr>
            <a:r>
              <a:rPr lang="zh-CN" altLang="fr-FR" sz="2400" dirty="0" smtClean="0"/>
              <a:t>	</a:t>
            </a:r>
            <a:r>
              <a:rPr lang="en-US" altLang="zh-CN" sz="2400" dirty="0" smtClean="0"/>
              <a:t>}</a:t>
            </a:r>
            <a:endParaRPr lang="en-US" altLang="zh-CN" sz="2400" dirty="0" smtClean="0"/>
          </a:p>
          <a:p>
            <a:pPr eaLnBrk="1" hangingPunct="1">
              <a:lnSpc>
                <a:spcPct val="110000"/>
              </a:lnSpc>
              <a:buFont typeface="Wingdings" panose="05000000000000000000" pitchFamily="2" charset="2"/>
              <a:buNone/>
              <a:defRPr/>
            </a:pPr>
            <a:r>
              <a:rPr lang="en-US" altLang="zh-CN" sz="2400" dirty="0" smtClean="0"/>
              <a:t>	</a:t>
            </a:r>
            <a:r>
              <a:rPr lang="en-US" altLang="zh-CN" sz="2400" dirty="0" err="1" smtClean="0"/>
              <a:t>cout</a:t>
            </a:r>
            <a:r>
              <a:rPr lang="en-US" altLang="zh-CN" sz="2400" dirty="0" smtClean="0"/>
              <a:t> &lt;&lt; a &lt;&lt; "</a:t>
            </a:r>
            <a:r>
              <a:rPr lang="zh-CN" altLang="en-US" sz="2400" dirty="0" smtClean="0"/>
              <a:t>的立方根是</a:t>
            </a:r>
            <a:r>
              <a:rPr lang="zh-CN" altLang="en-GB" sz="2400" dirty="0" smtClean="0"/>
              <a:t>：</a:t>
            </a:r>
            <a:r>
              <a:rPr lang="en-US" altLang="zh-CN" sz="2400" dirty="0" smtClean="0"/>
              <a:t>" &lt;&lt; x2 &lt;&lt; </a:t>
            </a:r>
            <a:r>
              <a:rPr lang="en-US" altLang="zh-CN" sz="2400" dirty="0" err="1" smtClean="0"/>
              <a:t>endl</a:t>
            </a:r>
            <a:r>
              <a:rPr lang="en-US" altLang="zh-CN" sz="2400" dirty="0" smtClean="0"/>
              <a:t>;</a:t>
            </a:r>
            <a:endParaRPr lang="en-US" altLang="zh-CN" sz="2400" dirty="0" smtClean="0"/>
          </a:p>
          <a:p>
            <a:pPr eaLnBrk="1" hangingPunct="1">
              <a:lnSpc>
                <a:spcPct val="110000"/>
              </a:lnSpc>
              <a:buFont typeface="Wingdings" panose="05000000000000000000" pitchFamily="2" charset="2"/>
              <a:buNone/>
              <a:defRPr/>
            </a:pPr>
            <a:r>
              <a:rPr lang="en-US" altLang="zh-CN" sz="2400" dirty="0" smtClean="0"/>
              <a:t>	return 0;</a:t>
            </a:r>
            <a:endParaRPr lang="en-US" altLang="zh-CN" sz="2400" dirty="0" smtClean="0"/>
          </a:p>
          <a:p>
            <a:pPr eaLnBrk="1" hangingPunct="1">
              <a:lnSpc>
                <a:spcPct val="110000"/>
              </a:lnSpc>
              <a:buFont typeface="Wingdings" panose="05000000000000000000" pitchFamily="2" charset="2"/>
              <a:buNone/>
              <a:defRPr/>
            </a:pPr>
            <a:r>
              <a:rPr lang="en-US" altLang="zh-CN" sz="2400" dirty="0" smtClean="0"/>
              <a:t>}</a:t>
            </a:r>
            <a:endParaRPr lang="en-US" altLang="zh-CN" sz="2400" dirty="0" smtClean="0"/>
          </a:p>
          <a:p>
            <a:pPr eaLnBrk="1" hangingPunct="1">
              <a:lnSpc>
                <a:spcPct val="110000"/>
              </a:lnSpc>
              <a:defRPr/>
            </a:pPr>
            <a:r>
              <a:rPr lang="zh-CN" altLang="en-US" sz="2400" dirty="0" smtClean="0"/>
              <a:t>上面程序中，“</a:t>
            </a:r>
            <a:r>
              <a:rPr lang="fr-FR" altLang="zh-CN" sz="2400" dirty="0"/>
              <a:t>x2 = (2*x1+a/(x1*x1))/3;</a:t>
            </a:r>
            <a:r>
              <a:rPr lang="zh-CN" altLang="en-US" sz="2400" dirty="0" smtClean="0"/>
              <a:t>”写了两次，容易造成</a:t>
            </a:r>
            <a:r>
              <a:rPr lang="zh-CN" altLang="en-US" sz="2400" dirty="0" smtClean="0">
                <a:solidFill>
                  <a:srgbClr val="FFC000"/>
                </a:solidFill>
              </a:rPr>
              <a:t>不一致</a:t>
            </a:r>
            <a:r>
              <a:rPr lang="zh-CN" altLang="en-US" sz="2400" dirty="0"/>
              <a:t>错误</a:t>
            </a:r>
            <a:r>
              <a:rPr lang="zh-CN" altLang="en-US" sz="2400" dirty="0" smtClean="0"/>
              <a:t>！</a:t>
            </a:r>
            <a:endParaRPr lang="en-US" altLang="zh-CN" sz="2400" dirty="0"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49859">
                                            <p:txEl>
                                              <p:pRg st="17" end="17"/>
                                            </p:txEl>
                                          </p:spTgt>
                                        </p:tgtEl>
                                        <p:attrNameLst>
                                          <p:attrName>style.visibility</p:attrName>
                                        </p:attrNameLst>
                                      </p:cBhvr>
                                      <p:to>
                                        <p:strVal val="visible"/>
                                      </p:to>
                                    </p:set>
                                    <p:anim calcmode="lin" valueType="num">
                                      <p:cBhvr additive="base">
                                        <p:cTn id="7" dur="500" fill="hold"/>
                                        <p:tgtEl>
                                          <p:spTgt spid="249859">
                                            <p:txEl>
                                              <p:pRg st="17" end="17"/>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49859">
                                            <p:txEl>
                                              <p:pRg st="17" end="1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9859" name="Rectangle 3"/>
          <p:cNvSpPr>
            <a:spLocks noGrp="1" noChangeArrowheads="1"/>
          </p:cNvSpPr>
          <p:nvPr>
            <p:ph type="body" idx="1"/>
          </p:nvPr>
        </p:nvSpPr>
        <p:spPr>
          <a:xfrm>
            <a:off x="250825" y="250825"/>
            <a:ext cx="8497639" cy="5914479"/>
          </a:xfrm>
        </p:spPr>
        <p:txBody>
          <a:bodyPr>
            <a:normAutofit fontScale="85000" lnSpcReduction="20000"/>
          </a:bodyPr>
          <a:lstStyle/>
          <a:p>
            <a:pPr eaLnBrk="1" hangingPunct="1">
              <a:lnSpc>
                <a:spcPct val="110000"/>
              </a:lnSpc>
              <a:buFont typeface="Wingdings" panose="05000000000000000000" pitchFamily="2" charset="2"/>
              <a:buNone/>
              <a:defRPr/>
            </a:pPr>
            <a:r>
              <a:rPr lang="en-US" altLang="zh-CN" sz="2400" dirty="0" smtClean="0"/>
              <a:t>#include &lt;</a:t>
            </a:r>
            <a:r>
              <a:rPr lang="en-US" altLang="zh-CN" sz="2400" dirty="0" err="1" smtClean="0"/>
              <a:t>iostream</a:t>
            </a:r>
            <a:r>
              <a:rPr lang="en-US" altLang="zh-CN" sz="2400" dirty="0" smtClean="0"/>
              <a:t>&gt;</a:t>
            </a:r>
            <a:endParaRPr lang="en-US" altLang="zh-CN" sz="2400" dirty="0" smtClean="0"/>
          </a:p>
          <a:p>
            <a:pPr eaLnBrk="1" hangingPunct="1">
              <a:lnSpc>
                <a:spcPct val="110000"/>
              </a:lnSpc>
              <a:buFont typeface="Wingdings" panose="05000000000000000000" pitchFamily="2" charset="2"/>
              <a:buNone/>
              <a:defRPr/>
            </a:pPr>
            <a:r>
              <a:rPr lang="en-US" altLang="zh-CN" sz="2400" dirty="0" smtClean="0"/>
              <a:t>#include &lt;</a:t>
            </a:r>
            <a:r>
              <a:rPr lang="en-US" altLang="zh-CN" sz="2400" dirty="0" err="1" smtClean="0"/>
              <a:t>cmath</a:t>
            </a:r>
            <a:r>
              <a:rPr lang="en-US" altLang="zh-CN" sz="2400" dirty="0" smtClean="0"/>
              <a:t>&gt;</a:t>
            </a:r>
            <a:endParaRPr lang="en-US" altLang="zh-CN" sz="2400" dirty="0" smtClean="0"/>
          </a:p>
          <a:p>
            <a:pPr eaLnBrk="1" hangingPunct="1">
              <a:lnSpc>
                <a:spcPct val="110000"/>
              </a:lnSpc>
              <a:buFont typeface="Wingdings" panose="05000000000000000000" pitchFamily="2" charset="2"/>
              <a:buNone/>
              <a:defRPr/>
            </a:pPr>
            <a:r>
              <a:rPr lang="en-US" altLang="zh-CN" sz="2400" dirty="0" smtClean="0"/>
              <a:t>using namespace </a:t>
            </a:r>
            <a:r>
              <a:rPr lang="en-US" altLang="zh-CN" sz="2400" dirty="0" err="1" smtClean="0"/>
              <a:t>std</a:t>
            </a:r>
            <a:r>
              <a:rPr lang="en-US" altLang="zh-CN" sz="2400" dirty="0" smtClean="0"/>
              <a:t>;</a:t>
            </a:r>
            <a:endParaRPr lang="fr-FR" altLang="zh-CN" sz="2400" dirty="0" smtClean="0"/>
          </a:p>
          <a:p>
            <a:pPr eaLnBrk="1" hangingPunct="1">
              <a:lnSpc>
                <a:spcPct val="110000"/>
              </a:lnSpc>
              <a:buFont typeface="Wingdings" panose="05000000000000000000" pitchFamily="2" charset="2"/>
              <a:buNone/>
              <a:defRPr/>
            </a:pPr>
            <a:r>
              <a:rPr lang="fr-FR" altLang="zh-CN" sz="2400" dirty="0" smtClean="0"/>
              <a:t>int main()</a:t>
            </a:r>
            <a:endParaRPr lang="fr-FR" altLang="zh-CN" sz="2400" dirty="0" smtClean="0"/>
          </a:p>
          <a:p>
            <a:pPr eaLnBrk="1" hangingPunct="1">
              <a:lnSpc>
                <a:spcPct val="110000"/>
              </a:lnSpc>
              <a:buFont typeface="Wingdings" panose="05000000000000000000" pitchFamily="2" charset="2"/>
              <a:buNone/>
              <a:defRPr/>
            </a:pPr>
            <a:r>
              <a:rPr lang="fr-FR" altLang="zh-CN" sz="2400" dirty="0" smtClean="0"/>
              <a:t>{	const double </a:t>
            </a:r>
            <a:r>
              <a:rPr lang="en-US" altLang="zh-CN" sz="2400" dirty="0" smtClean="0"/>
              <a:t>EPS</a:t>
            </a:r>
            <a:r>
              <a:rPr lang="fr-FR" altLang="zh-CN" sz="2400" dirty="0" smtClean="0"/>
              <a:t>=1e-6; //</a:t>
            </a:r>
            <a:r>
              <a:rPr lang="zh-CN" altLang="fr-FR" sz="2400" dirty="0" smtClean="0"/>
              <a:t>一个很小的数</a:t>
            </a:r>
            <a:endParaRPr lang="zh-CN" altLang="fr-FR" sz="2400" dirty="0" smtClean="0"/>
          </a:p>
          <a:p>
            <a:pPr eaLnBrk="1" hangingPunct="1">
              <a:lnSpc>
                <a:spcPct val="110000"/>
              </a:lnSpc>
              <a:buFont typeface="Wingdings" panose="05000000000000000000" pitchFamily="2" charset="2"/>
              <a:buNone/>
              <a:defRPr/>
            </a:pPr>
            <a:r>
              <a:rPr lang="zh-CN" altLang="fr-FR" sz="2400" dirty="0" smtClean="0"/>
              <a:t>	</a:t>
            </a:r>
            <a:r>
              <a:rPr lang="fr-FR" altLang="zh-CN" sz="2400" dirty="0" smtClean="0"/>
              <a:t>double a,x1,x2; //x1</a:t>
            </a:r>
            <a:r>
              <a:rPr lang="zh-CN" altLang="fr-FR" sz="2400" dirty="0" smtClean="0"/>
              <a:t>和</a:t>
            </a:r>
            <a:r>
              <a:rPr lang="fr-FR" altLang="zh-CN" sz="2400" dirty="0" smtClean="0"/>
              <a:t>x2</a:t>
            </a:r>
            <a:r>
              <a:rPr lang="zh-CN" altLang="fr-FR" sz="2400" dirty="0" smtClean="0"/>
              <a:t>分别用于存储最新算出的两个值</a:t>
            </a:r>
            <a:endParaRPr lang="fr-FR" altLang="zh-CN" sz="2400" dirty="0" smtClean="0"/>
          </a:p>
          <a:p>
            <a:pPr eaLnBrk="1" hangingPunct="1">
              <a:lnSpc>
                <a:spcPct val="110000"/>
              </a:lnSpc>
              <a:buFont typeface="Wingdings" panose="05000000000000000000" pitchFamily="2" charset="2"/>
              <a:buNone/>
              <a:defRPr/>
            </a:pPr>
            <a:r>
              <a:rPr lang="fr-FR" altLang="zh-CN" sz="2400" dirty="0" smtClean="0"/>
              <a:t>	cout &lt;&lt; "</a:t>
            </a:r>
            <a:r>
              <a:rPr lang="zh-CN" altLang="fr-FR" sz="2400" dirty="0" smtClean="0"/>
              <a:t>请输入一个数：</a:t>
            </a:r>
            <a:r>
              <a:rPr lang="fr-FR" altLang="zh-CN" sz="2400" dirty="0" smtClean="0"/>
              <a:t>";</a:t>
            </a:r>
            <a:endParaRPr lang="fr-FR" altLang="zh-CN" sz="2400" dirty="0" smtClean="0"/>
          </a:p>
          <a:p>
            <a:pPr eaLnBrk="1" hangingPunct="1">
              <a:lnSpc>
                <a:spcPct val="110000"/>
              </a:lnSpc>
              <a:buFont typeface="Wingdings" panose="05000000000000000000" pitchFamily="2" charset="2"/>
              <a:buNone/>
              <a:defRPr/>
            </a:pPr>
            <a:r>
              <a:rPr lang="fr-FR" altLang="zh-CN" sz="2400" dirty="0" smtClean="0"/>
              <a:t>	cin &gt;&gt; a;</a:t>
            </a:r>
            <a:endParaRPr lang="fr-FR" altLang="zh-CN" sz="2400" dirty="0" smtClean="0"/>
          </a:p>
          <a:p>
            <a:pPr eaLnBrk="1" hangingPunct="1">
              <a:lnSpc>
                <a:spcPct val="110000"/>
              </a:lnSpc>
              <a:buFont typeface="Wingdings" panose="05000000000000000000" pitchFamily="2" charset="2"/>
              <a:buNone/>
              <a:defRPr/>
            </a:pPr>
            <a:r>
              <a:rPr lang="fr-FR" altLang="zh-CN" sz="2400" dirty="0" smtClean="0"/>
              <a:t>	x2 = a; //</a:t>
            </a:r>
            <a:r>
              <a:rPr lang="zh-CN" altLang="fr-FR" sz="2400" dirty="0" smtClean="0"/>
              <a:t>第一个值取</a:t>
            </a:r>
            <a:r>
              <a:rPr lang="fr-FR" altLang="zh-CN" sz="2400" dirty="0" smtClean="0"/>
              <a:t>a</a:t>
            </a:r>
            <a:endParaRPr lang="fr-FR" altLang="zh-CN" sz="2400" dirty="0" smtClean="0"/>
          </a:p>
          <a:p>
            <a:pPr eaLnBrk="1" hangingPunct="1">
              <a:lnSpc>
                <a:spcPct val="110000"/>
              </a:lnSpc>
              <a:buFont typeface="Wingdings" panose="05000000000000000000" pitchFamily="2" charset="2"/>
              <a:buNone/>
              <a:defRPr/>
            </a:pPr>
            <a:r>
              <a:rPr lang="fr-FR" altLang="zh-CN" sz="2400" dirty="0" smtClean="0"/>
              <a:t>	</a:t>
            </a:r>
            <a:endParaRPr lang="zh-CN" altLang="fr-FR" sz="2400" dirty="0" smtClean="0"/>
          </a:p>
          <a:p>
            <a:pPr eaLnBrk="1" hangingPunct="1">
              <a:lnSpc>
                <a:spcPct val="110000"/>
              </a:lnSpc>
              <a:buFont typeface="Wingdings" panose="05000000000000000000" pitchFamily="2" charset="2"/>
              <a:buNone/>
              <a:defRPr/>
            </a:pPr>
            <a:r>
              <a:rPr lang="zh-CN" altLang="en-US" sz="2400" dirty="0" smtClean="0"/>
              <a:t>	</a:t>
            </a:r>
            <a:r>
              <a:rPr lang="en-US" altLang="zh-CN" sz="2400" dirty="0" smtClean="0"/>
              <a:t>do</a:t>
            </a:r>
            <a:endParaRPr lang="fr-FR" altLang="zh-CN" sz="2400" dirty="0" smtClean="0"/>
          </a:p>
          <a:p>
            <a:pPr eaLnBrk="1" hangingPunct="1">
              <a:lnSpc>
                <a:spcPct val="110000"/>
              </a:lnSpc>
              <a:buFont typeface="Wingdings" panose="05000000000000000000" pitchFamily="2" charset="2"/>
              <a:buNone/>
              <a:defRPr/>
            </a:pPr>
            <a:r>
              <a:rPr lang="fr-FR" altLang="zh-CN" sz="2400" dirty="0" smtClean="0"/>
              <a:t>	{ x1 = x2; //</a:t>
            </a:r>
            <a:r>
              <a:rPr lang="zh-CN" altLang="fr-FR" sz="2400" dirty="0" smtClean="0"/>
              <a:t>记住前一个值</a:t>
            </a:r>
            <a:endParaRPr lang="zh-CN" altLang="fr-FR" sz="2400" dirty="0" smtClean="0"/>
          </a:p>
          <a:p>
            <a:pPr eaLnBrk="1" hangingPunct="1">
              <a:lnSpc>
                <a:spcPct val="110000"/>
              </a:lnSpc>
              <a:buFont typeface="Wingdings" panose="05000000000000000000" pitchFamily="2" charset="2"/>
              <a:buNone/>
              <a:defRPr/>
            </a:pPr>
            <a:r>
              <a:rPr lang="zh-CN" altLang="fr-FR" sz="2400" dirty="0" smtClean="0"/>
              <a:t>	   </a:t>
            </a:r>
            <a:r>
              <a:rPr lang="fr-FR" altLang="zh-CN" sz="2400" dirty="0" smtClean="0"/>
              <a:t>x2 = (2*x1+a/(x1*x1))/3; //</a:t>
            </a:r>
            <a:r>
              <a:rPr lang="zh-CN" altLang="fr-FR" sz="2400" dirty="0" smtClean="0"/>
              <a:t>计算新的值		</a:t>
            </a:r>
            <a:endParaRPr lang="zh-CN" altLang="fr-FR" sz="2400" dirty="0" smtClean="0"/>
          </a:p>
          <a:p>
            <a:pPr eaLnBrk="1" hangingPunct="1">
              <a:lnSpc>
                <a:spcPct val="110000"/>
              </a:lnSpc>
              <a:buNone/>
              <a:defRPr/>
            </a:pPr>
            <a:r>
              <a:rPr lang="zh-CN" altLang="fr-FR" sz="2400" dirty="0" smtClean="0"/>
              <a:t>	</a:t>
            </a:r>
            <a:r>
              <a:rPr lang="en-US" altLang="zh-CN" sz="2400" dirty="0"/>
              <a:t>} while (</a:t>
            </a:r>
            <a:r>
              <a:rPr lang="en-US" altLang="zh-CN" sz="2400" dirty="0" err="1"/>
              <a:t>fabs</a:t>
            </a:r>
            <a:r>
              <a:rPr lang="en-US" altLang="zh-CN" sz="2400" dirty="0"/>
              <a:t>(x2-x1) &gt;= EPS);</a:t>
            </a:r>
            <a:endParaRPr lang="en-US" altLang="zh-CN" sz="2400" dirty="0" smtClean="0"/>
          </a:p>
          <a:p>
            <a:pPr eaLnBrk="1" hangingPunct="1">
              <a:lnSpc>
                <a:spcPct val="110000"/>
              </a:lnSpc>
              <a:buFont typeface="Wingdings" panose="05000000000000000000" pitchFamily="2" charset="2"/>
              <a:buNone/>
              <a:defRPr/>
            </a:pPr>
            <a:r>
              <a:rPr lang="en-US" altLang="zh-CN" sz="2400" dirty="0" smtClean="0"/>
              <a:t>	</a:t>
            </a:r>
            <a:r>
              <a:rPr lang="en-US" altLang="zh-CN" sz="2400" dirty="0" err="1" smtClean="0"/>
              <a:t>cout</a:t>
            </a:r>
            <a:r>
              <a:rPr lang="en-US" altLang="zh-CN" sz="2400" dirty="0" smtClean="0"/>
              <a:t> &lt;&lt; a &lt;&lt; "</a:t>
            </a:r>
            <a:r>
              <a:rPr lang="zh-CN" altLang="en-US" sz="2400" dirty="0" smtClean="0"/>
              <a:t>的立方根是</a:t>
            </a:r>
            <a:r>
              <a:rPr lang="zh-CN" altLang="en-GB" sz="2400" dirty="0" smtClean="0"/>
              <a:t>：</a:t>
            </a:r>
            <a:r>
              <a:rPr lang="en-US" altLang="zh-CN" sz="2400" dirty="0" smtClean="0"/>
              <a:t>" &lt;&lt; x2 &lt;&lt; </a:t>
            </a:r>
            <a:r>
              <a:rPr lang="en-US" altLang="zh-CN" sz="2400" dirty="0" err="1" smtClean="0"/>
              <a:t>endl</a:t>
            </a:r>
            <a:r>
              <a:rPr lang="en-US" altLang="zh-CN" sz="2400" dirty="0" smtClean="0"/>
              <a:t>;</a:t>
            </a:r>
            <a:endParaRPr lang="en-US" altLang="zh-CN" sz="2400" dirty="0" smtClean="0"/>
          </a:p>
          <a:p>
            <a:pPr eaLnBrk="1" hangingPunct="1">
              <a:lnSpc>
                <a:spcPct val="110000"/>
              </a:lnSpc>
              <a:buFont typeface="Wingdings" panose="05000000000000000000" pitchFamily="2" charset="2"/>
              <a:buNone/>
              <a:defRPr/>
            </a:pPr>
            <a:r>
              <a:rPr lang="en-US" altLang="zh-CN" sz="2400" dirty="0" smtClean="0"/>
              <a:t>	return 0;</a:t>
            </a:r>
            <a:endParaRPr lang="en-US" altLang="zh-CN" sz="2400" dirty="0" smtClean="0"/>
          </a:p>
          <a:p>
            <a:pPr eaLnBrk="1" hangingPunct="1">
              <a:lnSpc>
                <a:spcPct val="110000"/>
              </a:lnSpc>
              <a:buFont typeface="Wingdings" panose="05000000000000000000" pitchFamily="2" charset="2"/>
              <a:buNone/>
              <a:defRPr/>
            </a:pPr>
            <a:r>
              <a:rPr lang="en-US" altLang="zh-CN" sz="2400" dirty="0" smtClean="0"/>
              <a:t>}</a:t>
            </a:r>
            <a:endParaRPr lang="en-US" altLang="zh-CN" sz="2400" dirty="0" smtClean="0"/>
          </a:p>
        </p:txBody>
      </p:sp>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514" name="Rectangle 2"/>
          <p:cNvSpPr>
            <a:spLocks noGrp="1" noChangeArrowheads="1"/>
          </p:cNvSpPr>
          <p:nvPr>
            <p:ph type="title"/>
          </p:nvPr>
        </p:nvSpPr>
        <p:spPr/>
        <p:txBody>
          <a:bodyPr/>
          <a:lstStyle/>
          <a:p>
            <a:pPr eaLnBrk="1" hangingPunct="1">
              <a:defRPr/>
            </a:pPr>
            <a:r>
              <a:rPr lang="zh-CN" altLang="en-US" smtClean="0"/>
              <a:t>循环优化问题</a:t>
            </a:r>
            <a:endParaRPr lang="zh-CN" altLang="en-US" smtClean="0"/>
          </a:p>
        </p:txBody>
      </p:sp>
      <p:sp>
        <p:nvSpPr>
          <p:cNvPr id="192515" name="Rectangle 3"/>
          <p:cNvSpPr>
            <a:spLocks noGrp="1" noChangeArrowheads="1"/>
          </p:cNvSpPr>
          <p:nvPr>
            <p:ph type="body" idx="1"/>
          </p:nvPr>
        </p:nvSpPr>
        <p:spPr/>
        <p:txBody>
          <a:bodyPr/>
          <a:lstStyle/>
          <a:p>
            <a:pPr eaLnBrk="1" hangingPunct="1">
              <a:defRPr/>
            </a:pPr>
            <a:r>
              <a:rPr lang="zh-CN" altLang="en-US" dirty="0" smtClean="0"/>
              <a:t>算法的优化：减少循环次数</a:t>
            </a:r>
            <a:endParaRPr lang="zh-CN" altLang="en-US" dirty="0" smtClean="0"/>
          </a:p>
          <a:p>
            <a:pPr eaLnBrk="1" hangingPunct="1">
              <a:defRPr/>
            </a:pPr>
            <a:r>
              <a:rPr lang="zh-CN" altLang="en-US" dirty="0" smtClean="0"/>
              <a:t>避免在循环中重复计算不变的表达式</a:t>
            </a:r>
            <a:endParaRPr lang="zh-CN" altLang="en-US" dirty="0" smtClean="0"/>
          </a:p>
        </p:txBody>
      </p:sp>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538" name="Rectangle 2"/>
          <p:cNvSpPr>
            <a:spLocks noGrp="1" noChangeArrowheads="1"/>
          </p:cNvSpPr>
          <p:nvPr>
            <p:ph type="body" idx="1"/>
          </p:nvPr>
        </p:nvSpPr>
        <p:spPr>
          <a:xfrm>
            <a:off x="250825" y="981075"/>
            <a:ext cx="8686800" cy="5661025"/>
          </a:xfrm>
        </p:spPr>
        <p:txBody>
          <a:bodyPr>
            <a:normAutofit/>
          </a:bodyPr>
          <a:lstStyle/>
          <a:p>
            <a:pPr eaLnBrk="1" hangingPunct="1">
              <a:lnSpc>
                <a:spcPct val="80000"/>
              </a:lnSpc>
              <a:spcAft>
                <a:spcPct val="20000"/>
              </a:spcAft>
              <a:buFont typeface="Wingdings" panose="05000000000000000000" pitchFamily="2" charset="2"/>
              <a:buNone/>
              <a:defRPr/>
            </a:pPr>
            <a:r>
              <a:rPr lang="en-US" altLang="zh-CN" sz="2000" dirty="0" smtClean="0"/>
              <a:t>#include &lt;</a:t>
            </a:r>
            <a:r>
              <a:rPr lang="en-US" altLang="zh-CN" sz="2000" dirty="0" err="1" smtClean="0"/>
              <a:t>iostream</a:t>
            </a:r>
            <a:r>
              <a:rPr lang="en-US" altLang="zh-CN" sz="2000" dirty="0" smtClean="0"/>
              <a:t>&gt;</a:t>
            </a:r>
            <a:endParaRPr lang="en-US" altLang="zh-CN" sz="2000" dirty="0" smtClean="0"/>
          </a:p>
          <a:p>
            <a:pPr eaLnBrk="1" hangingPunct="1">
              <a:lnSpc>
                <a:spcPct val="80000"/>
              </a:lnSpc>
              <a:buFont typeface="Wingdings" panose="05000000000000000000" pitchFamily="2" charset="2"/>
              <a:buNone/>
              <a:defRPr/>
            </a:pPr>
            <a:r>
              <a:rPr lang="en-US" altLang="zh-CN" sz="2000" dirty="0" smtClean="0"/>
              <a:t>using namespace </a:t>
            </a:r>
            <a:r>
              <a:rPr lang="en-US" altLang="zh-CN" sz="2000" dirty="0" err="1" smtClean="0"/>
              <a:t>std</a:t>
            </a:r>
            <a:r>
              <a:rPr lang="en-US" altLang="zh-CN" sz="2000" dirty="0" smtClean="0"/>
              <a:t>;</a:t>
            </a:r>
            <a:endParaRPr lang="en-US" altLang="zh-CN" sz="2000" dirty="0" smtClean="0"/>
          </a:p>
          <a:p>
            <a:pPr eaLnBrk="1" hangingPunct="1">
              <a:lnSpc>
                <a:spcPct val="80000"/>
              </a:lnSpc>
              <a:buFont typeface="Wingdings" panose="05000000000000000000" pitchFamily="2" charset="2"/>
              <a:buNone/>
              <a:defRPr/>
            </a:pPr>
            <a:r>
              <a:rPr lang="en-US" altLang="zh-CN" sz="2000" dirty="0" err="1" smtClean="0"/>
              <a:t>int</a:t>
            </a:r>
            <a:r>
              <a:rPr lang="en-US" altLang="zh-CN" sz="2000" dirty="0" smtClean="0"/>
              <a:t> main()</a:t>
            </a:r>
            <a:endParaRPr lang="en-US" altLang="zh-CN" sz="2000" dirty="0" smtClean="0"/>
          </a:p>
          <a:p>
            <a:pPr eaLnBrk="1" hangingPunct="1">
              <a:lnSpc>
                <a:spcPct val="80000"/>
              </a:lnSpc>
              <a:buFont typeface="Wingdings" panose="05000000000000000000" pitchFamily="2" charset="2"/>
              <a:buNone/>
              <a:defRPr/>
            </a:pPr>
            <a:r>
              <a:rPr lang="en-US" altLang="zh-CN" sz="2000" dirty="0" smtClean="0"/>
              <a:t>{	</a:t>
            </a:r>
            <a:r>
              <a:rPr lang="en-US" altLang="zh-CN" sz="2000" dirty="0" err="1" smtClean="0"/>
              <a:t>int</a:t>
            </a:r>
            <a:r>
              <a:rPr lang="en-US" altLang="zh-CN" sz="2000" dirty="0" smtClean="0"/>
              <a:t> n;</a:t>
            </a:r>
            <a:endParaRPr lang="en-US" altLang="zh-CN" sz="2000" dirty="0" smtClean="0"/>
          </a:p>
          <a:p>
            <a:pPr eaLnBrk="1" hangingPunct="1">
              <a:lnSpc>
                <a:spcPct val="80000"/>
              </a:lnSpc>
              <a:buFont typeface="Wingdings" panose="05000000000000000000" pitchFamily="2" charset="2"/>
              <a:buNone/>
              <a:defRPr/>
            </a:pPr>
            <a:r>
              <a:rPr lang="en-US" altLang="zh-CN" sz="2000" dirty="0" smtClean="0"/>
              <a:t>	</a:t>
            </a:r>
            <a:r>
              <a:rPr lang="en-US" altLang="zh-CN" sz="2000" dirty="0" err="1" smtClean="0"/>
              <a:t>cout</a:t>
            </a:r>
            <a:r>
              <a:rPr lang="en-US" altLang="zh-CN" sz="2000" dirty="0" smtClean="0"/>
              <a:t> &lt;&lt; "</a:t>
            </a:r>
            <a:r>
              <a:rPr lang="zh-CN" altLang="en-US" sz="2000" dirty="0" smtClean="0"/>
              <a:t>请输入一个正整数：</a:t>
            </a:r>
            <a:r>
              <a:rPr lang="en-US" altLang="zh-CN" sz="2000" dirty="0" smtClean="0"/>
              <a:t>"</a:t>
            </a:r>
            <a:endParaRPr lang="en-US" altLang="zh-CN" sz="2000" dirty="0" smtClean="0"/>
          </a:p>
          <a:p>
            <a:pPr eaLnBrk="1" hangingPunct="1">
              <a:lnSpc>
                <a:spcPct val="80000"/>
              </a:lnSpc>
              <a:buFont typeface="Wingdings" panose="05000000000000000000" pitchFamily="2" charset="2"/>
              <a:buNone/>
              <a:defRPr/>
            </a:pPr>
            <a:r>
              <a:rPr lang="en-US" altLang="zh-CN" sz="2000" dirty="0" smtClean="0"/>
              <a:t>	</a:t>
            </a:r>
            <a:r>
              <a:rPr lang="en-US" altLang="zh-CN" sz="2000" dirty="0" err="1" smtClean="0"/>
              <a:t>cin</a:t>
            </a:r>
            <a:r>
              <a:rPr lang="en-US" altLang="zh-CN" sz="2000" dirty="0" smtClean="0"/>
              <a:t> &gt;&gt; n;  //</a:t>
            </a:r>
            <a:r>
              <a:rPr lang="zh-CN" altLang="en-US" sz="2000" dirty="0" smtClean="0"/>
              <a:t>从键盘输入一个正整数</a:t>
            </a:r>
            <a:endParaRPr lang="zh-CN" altLang="en-US" sz="2000" dirty="0" smtClean="0"/>
          </a:p>
          <a:p>
            <a:pPr eaLnBrk="1" hangingPunct="1">
              <a:lnSpc>
                <a:spcPct val="80000"/>
              </a:lnSpc>
              <a:buFont typeface="Wingdings" panose="05000000000000000000" pitchFamily="2" charset="2"/>
              <a:buNone/>
              <a:defRPr/>
            </a:pPr>
            <a:r>
              <a:rPr lang="en-US" altLang="zh-CN" sz="2000" dirty="0" smtClean="0"/>
              <a:t>	</a:t>
            </a:r>
            <a:r>
              <a:rPr lang="en-US" altLang="zh-CN" sz="2000" dirty="0" err="1" smtClean="0"/>
              <a:t>int</a:t>
            </a:r>
            <a:r>
              <a:rPr lang="en-US" altLang="zh-CN" sz="2000" dirty="0" smtClean="0"/>
              <a:t> </a:t>
            </a:r>
            <a:r>
              <a:rPr lang="en-US" altLang="zh-CN" sz="2000" dirty="0" err="1" smtClean="0"/>
              <a:t>i</a:t>
            </a:r>
            <a:r>
              <a:rPr lang="en-US" altLang="zh-CN" sz="2000" dirty="0" smtClean="0"/>
              <a:t>=2;</a:t>
            </a:r>
            <a:endParaRPr lang="en-US" altLang="zh-CN" sz="2000" dirty="0" smtClean="0"/>
          </a:p>
          <a:p>
            <a:pPr eaLnBrk="1" hangingPunct="1">
              <a:lnSpc>
                <a:spcPct val="80000"/>
              </a:lnSpc>
              <a:buFont typeface="Wingdings" panose="05000000000000000000" pitchFamily="2" charset="2"/>
              <a:buNone/>
              <a:defRPr/>
            </a:pPr>
            <a:r>
              <a:rPr lang="en-US" altLang="zh-CN" sz="2000" dirty="0" smtClean="0"/>
              <a:t>	while (</a:t>
            </a:r>
            <a:r>
              <a:rPr lang="en-US" altLang="zh-CN" sz="2000" dirty="0" err="1" smtClean="0"/>
              <a:t>i</a:t>
            </a:r>
            <a:r>
              <a:rPr lang="en-US" altLang="zh-CN" sz="2000" dirty="0" smtClean="0"/>
              <a:t> &lt; </a:t>
            </a:r>
            <a:r>
              <a:rPr lang="en-US" altLang="zh-CN" sz="2000" dirty="0" smtClean="0">
                <a:solidFill>
                  <a:schemeClr val="folHlink"/>
                </a:solidFill>
              </a:rPr>
              <a:t>n</a:t>
            </a:r>
            <a:r>
              <a:rPr lang="en-US" altLang="zh-CN" sz="2000" dirty="0" smtClean="0"/>
              <a:t> &amp;&amp; </a:t>
            </a:r>
            <a:r>
              <a:rPr lang="en-US" altLang="zh-CN" sz="2000" dirty="0" err="1" smtClean="0"/>
              <a:t>n%i</a:t>
            </a:r>
            <a:r>
              <a:rPr lang="en-US" altLang="zh-CN" sz="2000" dirty="0" smtClean="0"/>
              <a:t> != 0) </a:t>
            </a:r>
            <a:r>
              <a:rPr lang="en-US" altLang="zh-CN" sz="1800" dirty="0" smtClean="0"/>
              <a:t>//</a:t>
            </a:r>
            <a:r>
              <a:rPr lang="zh-CN" altLang="en-US" sz="1800" dirty="0" smtClean="0"/>
              <a:t>循环：分别判断</a:t>
            </a:r>
            <a:r>
              <a:rPr lang="en-US" altLang="zh-CN" sz="1800" dirty="0" smtClean="0"/>
              <a:t>n</a:t>
            </a:r>
            <a:r>
              <a:rPr lang="zh-CN" altLang="en-US" sz="1800" dirty="0" smtClean="0"/>
              <a:t>是否能被</a:t>
            </a:r>
            <a:r>
              <a:rPr lang="en-US" altLang="zh-CN" sz="1800" dirty="0" smtClean="0"/>
              <a:t>2 ~ n-1</a:t>
            </a:r>
            <a:r>
              <a:rPr lang="zh-CN" altLang="en-US" sz="1800" dirty="0" smtClean="0"/>
              <a:t>整除</a:t>
            </a:r>
            <a:endParaRPr lang="zh-CN" altLang="en-US" sz="1800" dirty="0" smtClean="0"/>
          </a:p>
          <a:p>
            <a:pPr eaLnBrk="1" hangingPunct="1">
              <a:lnSpc>
                <a:spcPct val="80000"/>
              </a:lnSpc>
              <a:buFont typeface="Wingdings" panose="05000000000000000000" pitchFamily="2" charset="2"/>
              <a:buNone/>
              <a:defRPr/>
            </a:pPr>
            <a:r>
              <a:rPr lang="zh-CN" altLang="en-US" sz="2000" dirty="0" smtClean="0"/>
              <a:t>	</a:t>
            </a:r>
            <a:r>
              <a:rPr lang="en-US" altLang="zh-CN" sz="2000" dirty="0"/>
              <a:t> </a:t>
            </a:r>
            <a:r>
              <a:rPr lang="en-US" altLang="zh-CN" sz="2000" dirty="0" smtClean="0"/>
              <a:t> </a:t>
            </a:r>
            <a:r>
              <a:rPr lang="en-US" altLang="zh-CN" sz="2000" dirty="0" err="1" smtClean="0"/>
              <a:t>i</a:t>
            </a:r>
            <a:r>
              <a:rPr lang="en-US" altLang="zh-CN" sz="2000" dirty="0" smtClean="0"/>
              <a:t>++;</a:t>
            </a:r>
            <a:endParaRPr lang="en-US" altLang="zh-CN" sz="2000" dirty="0" smtClean="0"/>
          </a:p>
          <a:p>
            <a:pPr eaLnBrk="1" hangingPunct="1">
              <a:lnSpc>
                <a:spcPct val="80000"/>
              </a:lnSpc>
              <a:buFont typeface="Wingdings" panose="05000000000000000000" pitchFamily="2" charset="2"/>
              <a:buNone/>
              <a:defRPr/>
            </a:pPr>
            <a:r>
              <a:rPr lang="en-US" altLang="zh-CN" sz="2000" dirty="0" smtClean="0"/>
              <a:t>	if (</a:t>
            </a:r>
            <a:r>
              <a:rPr lang="en-US" altLang="zh-CN" sz="2000" dirty="0" err="1" smtClean="0"/>
              <a:t>i</a:t>
            </a:r>
            <a:r>
              <a:rPr lang="en-US" altLang="zh-CN" sz="2000" dirty="0" smtClean="0"/>
              <a:t> == n) //n</a:t>
            </a:r>
            <a:r>
              <a:rPr lang="zh-CN" altLang="en-US" sz="2000" dirty="0" smtClean="0"/>
              <a:t>是素数</a:t>
            </a:r>
            <a:endParaRPr lang="zh-CN" altLang="en-US" sz="2000" dirty="0" smtClean="0"/>
          </a:p>
          <a:p>
            <a:pPr eaLnBrk="1" hangingPunct="1">
              <a:lnSpc>
                <a:spcPct val="80000"/>
              </a:lnSpc>
              <a:buNone/>
              <a:defRPr/>
            </a:pPr>
            <a:r>
              <a:rPr lang="zh-CN" altLang="en-US" sz="2000" dirty="0" smtClean="0"/>
              <a:t>	  </a:t>
            </a:r>
            <a:r>
              <a:rPr lang="en-US" altLang="zh-CN" sz="2000" dirty="0" err="1" smtClean="0"/>
              <a:t>cout</a:t>
            </a:r>
            <a:r>
              <a:rPr lang="en-US" altLang="zh-CN" sz="2000" dirty="0" smtClean="0"/>
              <a:t> &lt;&lt; n </a:t>
            </a:r>
            <a:r>
              <a:rPr lang="en-US" altLang="zh-CN" sz="2000" dirty="0"/>
              <a:t>&lt;&lt; "</a:t>
            </a:r>
            <a:r>
              <a:rPr lang="zh-CN" altLang="en-US" sz="2000" dirty="0"/>
              <a:t>是素数</a:t>
            </a:r>
            <a:r>
              <a:rPr lang="en-US" altLang="zh-CN" sz="2000" dirty="0"/>
              <a:t>" &lt;&lt; </a:t>
            </a:r>
            <a:r>
              <a:rPr lang="en-US" altLang="zh-CN" sz="2000" dirty="0" err="1" smtClean="0"/>
              <a:t>endl</a:t>
            </a:r>
            <a:r>
              <a:rPr lang="en-US" altLang="zh-CN" sz="2000" dirty="0" smtClean="0"/>
              <a:t>;</a:t>
            </a:r>
            <a:endParaRPr lang="en-US" altLang="zh-CN" sz="2000" dirty="0" smtClean="0"/>
          </a:p>
          <a:p>
            <a:pPr eaLnBrk="1" hangingPunct="1">
              <a:lnSpc>
                <a:spcPct val="80000"/>
              </a:lnSpc>
              <a:buFont typeface="Wingdings" panose="05000000000000000000" pitchFamily="2" charset="2"/>
              <a:buNone/>
              <a:defRPr/>
            </a:pPr>
            <a:r>
              <a:rPr lang="en-US" altLang="zh-CN" sz="2000" dirty="0" smtClean="0"/>
              <a:t>	return 0;</a:t>
            </a:r>
            <a:endParaRPr lang="en-US" altLang="zh-CN" sz="2000" dirty="0" smtClean="0"/>
          </a:p>
          <a:p>
            <a:pPr eaLnBrk="1" hangingPunct="1">
              <a:lnSpc>
                <a:spcPct val="80000"/>
              </a:lnSpc>
              <a:buFont typeface="Wingdings" panose="05000000000000000000" pitchFamily="2" charset="2"/>
              <a:buNone/>
              <a:defRPr/>
            </a:pPr>
            <a:r>
              <a:rPr lang="en-US" altLang="zh-CN" sz="2000" dirty="0" smtClean="0"/>
              <a:t>}</a:t>
            </a:r>
            <a:endParaRPr lang="en-US" altLang="zh-CN" sz="2000" dirty="0" smtClean="0"/>
          </a:p>
          <a:p>
            <a:pPr eaLnBrk="1" hangingPunct="1">
              <a:lnSpc>
                <a:spcPct val="80000"/>
              </a:lnSpc>
              <a:defRPr/>
            </a:pPr>
            <a:r>
              <a:rPr lang="zh-CN" altLang="en-US" sz="2000" dirty="0" smtClean="0"/>
              <a:t>注意：上面的</a:t>
            </a:r>
            <a:r>
              <a:rPr lang="en-US" altLang="zh-CN" sz="2000" dirty="0" smtClean="0"/>
              <a:t>while</a:t>
            </a:r>
            <a:r>
              <a:rPr lang="zh-CN" altLang="en-US" sz="2000" dirty="0" smtClean="0"/>
              <a:t>循环中</a:t>
            </a:r>
            <a:r>
              <a:rPr lang="en-US" altLang="zh-CN" sz="2000" dirty="0" err="1" smtClean="0"/>
              <a:t>i</a:t>
            </a:r>
            <a:r>
              <a:rPr lang="zh-CN" altLang="en-US" sz="2000" dirty="0" smtClean="0"/>
              <a:t>没有必要到</a:t>
            </a:r>
            <a:r>
              <a:rPr lang="en-US" altLang="zh-CN" sz="2000" dirty="0" smtClean="0"/>
              <a:t>n-1</a:t>
            </a:r>
            <a:r>
              <a:rPr lang="zh-CN" altLang="en-US" sz="2000" dirty="0" smtClean="0"/>
              <a:t>，只需要到</a:t>
            </a:r>
            <a:r>
              <a:rPr lang="zh-CN" altLang="en-US" sz="2000" dirty="0"/>
              <a:t>：</a:t>
            </a:r>
            <a:r>
              <a:rPr lang="en-US" altLang="zh-CN" sz="2000" dirty="0" smtClean="0"/>
              <a:t> </a:t>
            </a:r>
            <a:endParaRPr lang="en-US" altLang="zh-CN" sz="2000" dirty="0" smtClean="0"/>
          </a:p>
        </p:txBody>
      </p:sp>
      <p:sp>
        <p:nvSpPr>
          <p:cNvPr id="193539" name="Rectangle 3"/>
          <p:cNvSpPr>
            <a:spLocks noGrp="1" noChangeArrowheads="1"/>
          </p:cNvSpPr>
          <p:nvPr>
            <p:ph type="title"/>
          </p:nvPr>
        </p:nvSpPr>
        <p:spPr>
          <a:xfrm>
            <a:off x="0" y="71438"/>
            <a:ext cx="9144000" cy="836612"/>
          </a:xfrm>
        </p:spPr>
        <p:txBody>
          <a:bodyPr/>
          <a:lstStyle/>
          <a:p>
            <a:pPr algn="l" eaLnBrk="1" hangingPunct="1">
              <a:defRPr/>
            </a:pPr>
            <a:r>
              <a:rPr lang="zh-CN" altLang="en-US" sz="3600" dirty="0" smtClean="0">
                <a:latin typeface="+mj-ea"/>
              </a:rPr>
              <a:t>例：编程判断</a:t>
            </a:r>
            <a:r>
              <a:rPr lang="en-US" altLang="zh-CN" sz="3600" dirty="0" smtClean="0">
                <a:latin typeface="+mj-ea"/>
              </a:rPr>
              <a:t>n</a:t>
            </a:r>
            <a:r>
              <a:rPr lang="zh-CN" altLang="en-US" sz="3600" dirty="0" smtClean="0">
                <a:latin typeface="+mj-ea"/>
              </a:rPr>
              <a:t>是否为素数（穷举法）</a:t>
            </a:r>
            <a:endParaRPr lang="zh-CN" altLang="en-US" sz="3600" dirty="0" smtClean="0">
              <a:latin typeface="+mj-ea"/>
            </a:endParaRPr>
          </a:p>
        </p:txBody>
      </p:sp>
      <p:pic>
        <p:nvPicPr>
          <p:cNvPr id="3" name="图片 2"/>
          <p:cNvPicPr>
            <a:picLocks noChangeAspect="1"/>
          </p:cNvPicPr>
          <p:nvPr/>
        </p:nvPicPr>
        <p:blipFill>
          <a:blip r:embed="rId1"/>
          <a:stretch>
            <a:fillRect/>
          </a:stretch>
        </p:blipFill>
        <p:spPr>
          <a:xfrm>
            <a:off x="6830913" y="4986883"/>
            <a:ext cx="333375" cy="31432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93538">
                                            <p:txEl>
                                              <p:pRg st="6" end="6"/>
                                            </p:txEl>
                                          </p:spTgt>
                                        </p:tgtEl>
                                        <p:attrNameLst>
                                          <p:attrName>style.visibility</p:attrName>
                                        </p:attrNameLst>
                                      </p:cBhvr>
                                      <p:to>
                                        <p:strVal val="visible"/>
                                      </p:to>
                                    </p:set>
                                    <p:animEffect transition="in" filter="blinds(horizontal)">
                                      <p:cBhvr>
                                        <p:cTn id="7" dur="500"/>
                                        <p:tgtEl>
                                          <p:spTgt spid="193538">
                                            <p:txEl>
                                              <p:pRg st="6" end="6"/>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193538">
                                            <p:txEl>
                                              <p:pRg st="7" end="7"/>
                                            </p:txEl>
                                          </p:spTgt>
                                        </p:tgtEl>
                                        <p:attrNameLst>
                                          <p:attrName>style.visibility</p:attrName>
                                        </p:attrNameLst>
                                      </p:cBhvr>
                                      <p:to>
                                        <p:strVal val="visible"/>
                                      </p:to>
                                    </p:set>
                                    <p:animEffect transition="in" filter="blinds(horizontal)">
                                      <p:cBhvr>
                                        <p:cTn id="10" dur="500"/>
                                        <p:tgtEl>
                                          <p:spTgt spid="193538">
                                            <p:txEl>
                                              <p:pRg st="7" end="7"/>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193538">
                                            <p:txEl>
                                              <p:pRg st="8" end="8"/>
                                            </p:txEl>
                                          </p:spTgt>
                                        </p:tgtEl>
                                        <p:attrNameLst>
                                          <p:attrName>style.visibility</p:attrName>
                                        </p:attrNameLst>
                                      </p:cBhvr>
                                      <p:to>
                                        <p:strVal val="visible"/>
                                      </p:to>
                                    </p:set>
                                    <p:animEffect transition="in" filter="blinds(horizontal)">
                                      <p:cBhvr>
                                        <p:cTn id="13" dur="500"/>
                                        <p:tgtEl>
                                          <p:spTgt spid="193538">
                                            <p:txEl>
                                              <p:pRg st="8" end="8"/>
                                            </p:txEl>
                                          </p:spTgt>
                                        </p:tgtEl>
                                      </p:cBhvr>
                                    </p:animEffect>
                                  </p:childTnLst>
                                </p:cTn>
                              </p:par>
                              <p:par>
                                <p:cTn id="14" presetID="3" presetClass="entr" presetSubtype="10" fill="hold" nodeType="withEffect">
                                  <p:stCondLst>
                                    <p:cond delay="0"/>
                                  </p:stCondLst>
                                  <p:childTnLst>
                                    <p:set>
                                      <p:cBhvr>
                                        <p:cTn id="15" dur="1" fill="hold">
                                          <p:stCondLst>
                                            <p:cond delay="0"/>
                                          </p:stCondLst>
                                        </p:cTn>
                                        <p:tgtEl>
                                          <p:spTgt spid="193538">
                                            <p:txEl>
                                              <p:pRg st="9" end="9"/>
                                            </p:txEl>
                                          </p:spTgt>
                                        </p:tgtEl>
                                        <p:attrNameLst>
                                          <p:attrName>style.visibility</p:attrName>
                                        </p:attrNameLst>
                                      </p:cBhvr>
                                      <p:to>
                                        <p:strVal val="visible"/>
                                      </p:to>
                                    </p:set>
                                    <p:animEffect transition="in" filter="blinds(horizontal)">
                                      <p:cBhvr>
                                        <p:cTn id="16" dur="500"/>
                                        <p:tgtEl>
                                          <p:spTgt spid="193538">
                                            <p:txEl>
                                              <p:pRg st="9" end="9"/>
                                            </p:txEl>
                                          </p:spTgt>
                                        </p:tgtEl>
                                      </p:cBhvr>
                                    </p:animEffect>
                                  </p:childTnLst>
                                </p:cTn>
                              </p:par>
                              <p:par>
                                <p:cTn id="17" presetID="3" presetClass="entr" presetSubtype="10" fill="hold" nodeType="withEffect">
                                  <p:stCondLst>
                                    <p:cond delay="0"/>
                                  </p:stCondLst>
                                  <p:childTnLst>
                                    <p:set>
                                      <p:cBhvr>
                                        <p:cTn id="18" dur="1" fill="hold">
                                          <p:stCondLst>
                                            <p:cond delay="0"/>
                                          </p:stCondLst>
                                        </p:cTn>
                                        <p:tgtEl>
                                          <p:spTgt spid="193538">
                                            <p:txEl>
                                              <p:pRg st="10" end="10"/>
                                            </p:txEl>
                                          </p:spTgt>
                                        </p:tgtEl>
                                        <p:attrNameLst>
                                          <p:attrName>style.visibility</p:attrName>
                                        </p:attrNameLst>
                                      </p:cBhvr>
                                      <p:to>
                                        <p:strVal val="visible"/>
                                      </p:to>
                                    </p:set>
                                    <p:animEffect transition="in" filter="blinds(horizontal)">
                                      <p:cBhvr>
                                        <p:cTn id="19" dur="500"/>
                                        <p:tgtEl>
                                          <p:spTgt spid="193538">
                                            <p:txEl>
                                              <p:pRg st="10" end="10"/>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nodeType="clickEffect">
                                  <p:stCondLst>
                                    <p:cond delay="0"/>
                                  </p:stCondLst>
                                  <p:childTnLst>
                                    <p:set>
                                      <p:cBhvr>
                                        <p:cTn id="23" dur="1" fill="hold">
                                          <p:stCondLst>
                                            <p:cond delay="0"/>
                                          </p:stCondLst>
                                        </p:cTn>
                                        <p:tgtEl>
                                          <p:spTgt spid="193538">
                                            <p:txEl>
                                              <p:pRg st="13" end="13"/>
                                            </p:txEl>
                                          </p:spTgt>
                                        </p:tgtEl>
                                        <p:attrNameLst>
                                          <p:attrName>style.visibility</p:attrName>
                                        </p:attrNameLst>
                                      </p:cBhvr>
                                      <p:to>
                                        <p:strVal val="visible"/>
                                      </p:to>
                                    </p:set>
                                    <p:anim calcmode="lin" valueType="num">
                                      <p:cBhvr additive="base">
                                        <p:cTn id="24" dur="500" fill="hold"/>
                                        <p:tgtEl>
                                          <p:spTgt spid="193538">
                                            <p:txEl>
                                              <p:pRg st="13" end="13"/>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193538">
                                            <p:txEl>
                                              <p:pRg st="13" end="13"/>
                                            </p:txEl>
                                          </p:spTgt>
                                        </p:tgtEl>
                                        <p:attrNameLst>
                                          <p:attrName>ppt_y</p:attrName>
                                        </p:attrNameLst>
                                      </p:cBhvr>
                                      <p:tavLst>
                                        <p:tav tm="0">
                                          <p:val>
                                            <p:strVal val="1+#ppt_h/2"/>
                                          </p:val>
                                        </p:tav>
                                        <p:tav tm="100000">
                                          <p:val>
                                            <p:strVal val="#ppt_y"/>
                                          </p:val>
                                        </p:tav>
                                      </p:tavLst>
                                    </p:anim>
                                  </p:childTnLst>
                                </p:cTn>
                              </p:par>
                              <p:par>
                                <p:cTn id="26" presetID="2" presetClass="entr" presetSubtype="4" fill="hold" nodeType="withEffect">
                                  <p:stCondLst>
                                    <p:cond delay="0"/>
                                  </p:stCondLst>
                                  <p:childTnLst>
                                    <p:set>
                                      <p:cBhvr>
                                        <p:cTn id="27" dur="1" fill="hold">
                                          <p:stCondLst>
                                            <p:cond delay="0"/>
                                          </p:stCondLst>
                                        </p:cTn>
                                        <p:tgtEl>
                                          <p:spTgt spid="3"/>
                                        </p:tgtEl>
                                        <p:attrNameLst>
                                          <p:attrName>style.visibility</p:attrName>
                                        </p:attrNameLst>
                                      </p:cBhvr>
                                      <p:to>
                                        <p:strVal val="visible"/>
                                      </p:to>
                                    </p:set>
                                    <p:anim calcmode="lin" valueType="num">
                                      <p:cBhvr additive="base">
                                        <p:cTn id="28" dur="500" fill="hold"/>
                                        <p:tgtEl>
                                          <p:spTgt spid="3"/>
                                        </p:tgtEl>
                                        <p:attrNameLst>
                                          <p:attrName>ppt_x</p:attrName>
                                        </p:attrNameLst>
                                      </p:cBhvr>
                                      <p:tavLst>
                                        <p:tav tm="0">
                                          <p:val>
                                            <p:strVal val="#ppt_x"/>
                                          </p:val>
                                        </p:tav>
                                        <p:tav tm="100000">
                                          <p:val>
                                            <p:strVal val="#ppt_x"/>
                                          </p:val>
                                        </p:tav>
                                      </p:tavLst>
                                    </p:anim>
                                    <p:anim calcmode="lin" valueType="num">
                                      <p:cBhvr additive="base">
                                        <p:cTn id="29"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538" name="Rectangle 2"/>
          <p:cNvSpPr>
            <a:spLocks noGrp="1" noChangeArrowheads="1"/>
          </p:cNvSpPr>
          <p:nvPr>
            <p:ph type="body" idx="1"/>
          </p:nvPr>
        </p:nvSpPr>
        <p:spPr>
          <a:xfrm>
            <a:off x="250825" y="548681"/>
            <a:ext cx="7993583" cy="6192688"/>
          </a:xfrm>
        </p:spPr>
        <p:txBody>
          <a:bodyPr>
            <a:normAutofit/>
          </a:bodyPr>
          <a:lstStyle/>
          <a:p>
            <a:pPr eaLnBrk="1" hangingPunct="1">
              <a:lnSpc>
                <a:spcPct val="80000"/>
              </a:lnSpc>
              <a:spcAft>
                <a:spcPct val="20000"/>
              </a:spcAft>
              <a:buFont typeface="Wingdings" panose="05000000000000000000" pitchFamily="2" charset="2"/>
              <a:buNone/>
              <a:defRPr/>
            </a:pPr>
            <a:r>
              <a:rPr lang="en-US" altLang="zh-CN" sz="2000" dirty="0" smtClean="0"/>
              <a:t>#include &lt;</a:t>
            </a:r>
            <a:r>
              <a:rPr lang="en-US" altLang="zh-CN" sz="2000" dirty="0" err="1" smtClean="0"/>
              <a:t>iostream</a:t>
            </a:r>
            <a:r>
              <a:rPr lang="en-US" altLang="zh-CN" sz="2000" dirty="0" smtClean="0"/>
              <a:t>&gt;</a:t>
            </a:r>
            <a:endParaRPr lang="en-US" altLang="zh-CN" sz="2000" dirty="0" smtClean="0"/>
          </a:p>
          <a:p>
            <a:pPr eaLnBrk="1" hangingPunct="1">
              <a:lnSpc>
                <a:spcPct val="80000"/>
              </a:lnSpc>
              <a:spcAft>
                <a:spcPct val="20000"/>
              </a:spcAft>
              <a:buNone/>
              <a:defRPr/>
            </a:pPr>
            <a:r>
              <a:rPr lang="en-US" altLang="zh-CN" sz="2000" dirty="0">
                <a:solidFill>
                  <a:srgbClr val="FFC000"/>
                </a:solidFill>
              </a:rPr>
              <a:t>#include &lt;</a:t>
            </a:r>
            <a:r>
              <a:rPr lang="en-US" altLang="zh-CN" sz="2000" dirty="0" err="1">
                <a:solidFill>
                  <a:srgbClr val="FFC000"/>
                </a:solidFill>
              </a:rPr>
              <a:t>cmath</a:t>
            </a:r>
            <a:r>
              <a:rPr lang="en-US" altLang="zh-CN" sz="2000" dirty="0">
                <a:solidFill>
                  <a:srgbClr val="FFC000"/>
                </a:solidFill>
              </a:rPr>
              <a:t>&gt;</a:t>
            </a:r>
            <a:endParaRPr lang="en-US" altLang="zh-CN" sz="2000" dirty="0">
              <a:solidFill>
                <a:srgbClr val="FFC000"/>
              </a:solidFill>
            </a:endParaRPr>
          </a:p>
          <a:p>
            <a:pPr eaLnBrk="1" hangingPunct="1">
              <a:lnSpc>
                <a:spcPct val="80000"/>
              </a:lnSpc>
              <a:buFont typeface="Wingdings" panose="05000000000000000000" pitchFamily="2" charset="2"/>
              <a:buNone/>
              <a:defRPr/>
            </a:pPr>
            <a:r>
              <a:rPr lang="en-US" altLang="zh-CN" sz="2000" dirty="0" smtClean="0"/>
              <a:t>using namespace </a:t>
            </a:r>
            <a:r>
              <a:rPr lang="en-US" altLang="zh-CN" sz="2000" dirty="0" err="1" smtClean="0"/>
              <a:t>std</a:t>
            </a:r>
            <a:r>
              <a:rPr lang="en-US" altLang="zh-CN" sz="2000" dirty="0" smtClean="0"/>
              <a:t>;</a:t>
            </a:r>
            <a:endParaRPr lang="en-US" altLang="zh-CN" sz="2000" dirty="0" smtClean="0"/>
          </a:p>
          <a:p>
            <a:pPr eaLnBrk="1" hangingPunct="1">
              <a:lnSpc>
                <a:spcPct val="80000"/>
              </a:lnSpc>
              <a:buFont typeface="Wingdings" panose="05000000000000000000" pitchFamily="2" charset="2"/>
              <a:buNone/>
              <a:defRPr/>
            </a:pPr>
            <a:r>
              <a:rPr lang="en-US" altLang="zh-CN" sz="2000" dirty="0" err="1" smtClean="0"/>
              <a:t>int</a:t>
            </a:r>
            <a:r>
              <a:rPr lang="en-US" altLang="zh-CN" sz="2000" dirty="0" smtClean="0"/>
              <a:t> main()</a:t>
            </a:r>
            <a:endParaRPr lang="en-US" altLang="zh-CN" sz="2000" dirty="0" smtClean="0"/>
          </a:p>
          <a:p>
            <a:pPr eaLnBrk="1" hangingPunct="1">
              <a:lnSpc>
                <a:spcPct val="80000"/>
              </a:lnSpc>
              <a:buFont typeface="Wingdings" panose="05000000000000000000" pitchFamily="2" charset="2"/>
              <a:buNone/>
              <a:defRPr/>
            </a:pPr>
            <a:r>
              <a:rPr lang="en-US" altLang="zh-CN" sz="2000" dirty="0" smtClean="0"/>
              <a:t>{	</a:t>
            </a:r>
            <a:r>
              <a:rPr lang="en-US" altLang="zh-CN" sz="2000" dirty="0" err="1" smtClean="0"/>
              <a:t>int</a:t>
            </a:r>
            <a:r>
              <a:rPr lang="en-US" altLang="zh-CN" sz="2000" dirty="0" smtClean="0"/>
              <a:t> </a:t>
            </a:r>
            <a:r>
              <a:rPr lang="en-US" altLang="zh-CN" sz="2000" dirty="0"/>
              <a:t>n</a:t>
            </a:r>
            <a:r>
              <a:rPr lang="en-US" altLang="zh-CN" sz="2000" dirty="0" smtClean="0"/>
              <a:t>;</a:t>
            </a:r>
            <a:endParaRPr lang="en-US" altLang="zh-CN" sz="2000" dirty="0" smtClean="0"/>
          </a:p>
          <a:p>
            <a:pPr eaLnBrk="1" hangingPunct="1">
              <a:lnSpc>
                <a:spcPct val="80000"/>
              </a:lnSpc>
              <a:buFont typeface="Wingdings" panose="05000000000000000000" pitchFamily="2" charset="2"/>
              <a:buNone/>
              <a:defRPr/>
            </a:pPr>
            <a:r>
              <a:rPr lang="en-US" altLang="zh-CN" sz="2000" dirty="0" smtClean="0"/>
              <a:t>	</a:t>
            </a:r>
            <a:r>
              <a:rPr lang="en-US" altLang="zh-CN" sz="2000" dirty="0" err="1" smtClean="0"/>
              <a:t>cout</a:t>
            </a:r>
            <a:r>
              <a:rPr lang="en-US" altLang="zh-CN" sz="2000" dirty="0" smtClean="0"/>
              <a:t> &lt;&lt; "</a:t>
            </a:r>
            <a:r>
              <a:rPr lang="zh-CN" altLang="en-US" sz="2000" dirty="0" smtClean="0"/>
              <a:t>请输入一个正整数：</a:t>
            </a:r>
            <a:r>
              <a:rPr lang="en-US" altLang="zh-CN" sz="2000" dirty="0" smtClean="0"/>
              <a:t>"</a:t>
            </a:r>
            <a:endParaRPr lang="en-US" altLang="zh-CN" sz="2000" dirty="0" smtClean="0"/>
          </a:p>
          <a:p>
            <a:pPr eaLnBrk="1" hangingPunct="1">
              <a:lnSpc>
                <a:spcPct val="80000"/>
              </a:lnSpc>
              <a:buFont typeface="Wingdings" panose="05000000000000000000" pitchFamily="2" charset="2"/>
              <a:buNone/>
              <a:defRPr/>
            </a:pPr>
            <a:r>
              <a:rPr lang="en-US" altLang="zh-CN" sz="2000" dirty="0" smtClean="0"/>
              <a:t>	</a:t>
            </a:r>
            <a:r>
              <a:rPr lang="en-US" altLang="zh-CN" sz="2000" dirty="0" err="1" smtClean="0"/>
              <a:t>cin</a:t>
            </a:r>
            <a:r>
              <a:rPr lang="en-US" altLang="zh-CN" sz="2000" dirty="0" smtClean="0"/>
              <a:t> &gt;&gt; n;  //</a:t>
            </a:r>
            <a:r>
              <a:rPr lang="zh-CN" altLang="en-US" sz="2000" dirty="0" smtClean="0"/>
              <a:t>从键盘输入一个正整数</a:t>
            </a:r>
            <a:endParaRPr lang="zh-CN" altLang="en-US" sz="2000" dirty="0" smtClean="0"/>
          </a:p>
          <a:p>
            <a:pPr eaLnBrk="1" hangingPunct="1">
              <a:lnSpc>
                <a:spcPct val="80000"/>
              </a:lnSpc>
              <a:buFont typeface="Wingdings" panose="05000000000000000000" pitchFamily="2" charset="2"/>
              <a:buNone/>
              <a:defRPr/>
            </a:pPr>
            <a:r>
              <a:rPr lang="en-US" altLang="zh-CN" sz="2000" dirty="0" smtClean="0"/>
              <a:t>	</a:t>
            </a:r>
            <a:r>
              <a:rPr lang="en-US" altLang="zh-CN" sz="2000" dirty="0" err="1" smtClean="0"/>
              <a:t>int</a:t>
            </a:r>
            <a:r>
              <a:rPr lang="en-US" altLang="zh-CN" sz="2000" dirty="0" smtClean="0"/>
              <a:t> </a:t>
            </a:r>
            <a:r>
              <a:rPr lang="en-US" altLang="zh-CN" sz="2000" dirty="0" err="1"/>
              <a:t>i</a:t>
            </a:r>
            <a:r>
              <a:rPr lang="en-US" altLang="zh-CN" sz="2000" dirty="0" smtClean="0"/>
              <a:t>=2;</a:t>
            </a:r>
            <a:endParaRPr lang="en-US" altLang="zh-CN" sz="2000" dirty="0" smtClean="0"/>
          </a:p>
          <a:p>
            <a:pPr eaLnBrk="1" hangingPunct="1">
              <a:lnSpc>
                <a:spcPct val="80000"/>
              </a:lnSpc>
              <a:buNone/>
              <a:defRPr/>
            </a:pPr>
            <a:r>
              <a:rPr lang="en-US" altLang="zh-CN" sz="2000" dirty="0" smtClean="0"/>
              <a:t>	while (</a:t>
            </a:r>
            <a:r>
              <a:rPr lang="en-US" altLang="zh-CN" sz="2000" dirty="0" err="1" smtClean="0"/>
              <a:t>i</a:t>
            </a:r>
            <a:r>
              <a:rPr lang="en-US" altLang="zh-CN" sz="2000" dirty="0" smtClean="0"/>
              <a:t> &lt;= </a:t>
            </a:r>
            <a:r>
              <a:rPr lang="en-US" altLang="zh-CN" sz="2000" dirty="0" smtClean="0">
                <a:solidFill>
                  <a:srgbClr val="FFC000"/>
                </a:solidFill>
              </a:rPr>
              <a:t>(</a:t>
            </a:r>
            <a:r>
              <a:rPr lang="en-US" altLang="zh-CN" sz="2000" dirty="0" err="1" smtClean="0">
                <a:solidFill>
                  <a:srgbClr val="FFC000"/>
                </a:solidFill>
              </a:rPr>
              <a:t>int</a:t>
            </a:r>
            <a:r>
              <a:rPr lang="en-US" altLang="zh-CN" sz="2000" dirty="0" smtClean="0">
                <a:solidFill>
                  <a:srgbClr val="FFC000"/>
                </a:solidFill>
              </a:rPr>
              <a:t>)</a:t>
            </a:r>
            <a:r>
              <a:rPr lang="en-US" altLang="zh-CN" sz="2000" dirty="0" err="1" smtClean="0">
                <a:solidFill>
                  <a:schemeClr val="folHlink"/>
                </a:solidFill>
              </a:rPr>
              <a:t>sqrt</a:t>
            </a:r>
            <a:r>
              <a:rPr lang="en-US" altLang="zh-CN" sz="2000" dirty="0" smtClean="0">
                <a:solidFill>
                  <a:schemeClr val="folHlink"/>
                </a:solidFill>
              </a:rPr>
              <a:t>((double)n)</a:t>
            </a:r>
            <a:r>
              <a:rPr lang="en-US" altLang="zh-CN" sz="2000" dirty="0" smtClean="0"/>
              <a:t> &amp;&amp; </a:t>
            </a:r>
            <a:r>
              <a:rPr lang="en-US" altLang="zh-CN" sz="2000" dirty="0" err="1" smtClean="0"/>
              <a:t>n%i</a:t>
            </a:r>
            <a:r>
              <a:rPr lang="en-US" altLang="zh-CN" sz="2000" dirty="0" smtClean="0"/>
              <a:t> != 0)</a:t>
            </a:r>
            <a:endParaRPr lang="zh-CN" altLang="en-US" sz="1800" dirty="0" smtClean="0"/>
          </a:p>
          <a:p>
            <a:pPr eaLnBrk="1" hangingPunct="1">
              <a:lnSpc>
                <a:spcPct val="80000"/>
              </a:lnSpc>
              <a:buFont typeface="Wingdings" panose="05000000000000000000" pitchFamily="2" charset="2"/>
              <a:buNone/>
              <a:defRPr/>
            </a:pPr>
            <a:r>
              <a:rPr lang="zh-CN" altLang="en-US" sz="2000" dirty="0" smtClean="0"/>
              <a:t>	</a:t>
            </a:r>
            <a:r>
              <a:rPr lang="en-US" altLang="zh-CN" sz="2000" dirty="0"/>
              <a:t> </a:t>
            </a:r>
            <a:r>
              <a:rPr lang="en-US" altLang="zh-CN" sz="2000" dirty="0" smtClean="0"/>
              <a:t> </a:t>
            </a:r>
            <a:r>
              <a:rPr lang="en-US" altLang="zh-CN" sz="2000" dirty="0" err="1" smtClean="0"/>
              <a:t>i</a:t>
            </a:r>
            <a:r>
              <a:rPr lang="en-US" altLang="zh-CN" sz="2000" dirty="0" smtClean="0"/>
              <a:t>++;</a:t>
            </a:r>
            <a:endParaRPr lang="en-US" altLang="zh-CN" sz="2000" dirty="0" smtClean="0"/>
          </a:p>
          <a:p>
            <a:pPr eaLnBrk="1" hangingPunct="1">
              <a:lnSpc>
                <a:spcPct val="80000"/>
              </a:lnSpc>
              <a:buNone/>
              <a:defRPr/>
            </a:pPr>
            <a:r>
              <a:rPr lang="en-US" altLang="zh-CN" sz="2000" dirty="0" smtClean="0"/>
              <a:t>	if (</a:t>
            </a:r>
            <a:r>
              <a:rPr lang="en-US" altLang="zh-CN" sz="2000" dirty="0" err="1" smtClean="0"/>
              <a:t>i</a:t>
            </a:r>
            <a:r>
              <a:rPr lang="en-US" altLang="zh-CN" sz="2000" dirty="0" smtClean="0"/>
              <a:t> </a:t>
            </a:r>
            <a:r>
              <a:rPr lang="en-US" altLang="zh-CN" sz="2000" dirty="0"/>
              <a:t>&gt;</a:t>
            </a:r>
            <a:r>
              <a:rPr lang="en-US" altLang="zh-CN" sz="2000" dirty="0" smtClean="0"/>
              <a:t> </a:t>
            </a:r>
            <a:r>
              <a:rPr lang="en-US" altLang="zh-CN" sz="2000" dirty="0">
                <a:solidFill>
                  <a:srgbClr val="FFC000"/>
                </a:solidFill>
              </a:rPr>
              <a:t>(</a:t>
            </a:r>
            <a:r>
              <a:rPr lang="en-US" altLang="zh-CN" sz="2000" dirty="0" err="1">
                <a:solidFill>
                  <a:srgbClr val="FFC000"/>
                </a:solidFill>
              </a:rPr>
              <a:t>int</a:t>
            </a:r>
            <a:r>
              <a:rPr lang="en-US" altLang="zh-CN" sz="2000" dirty="0">
                <a:solidFill>
                  <a:srgbClr val="FFC000"/>
                </a:solidFill>
              </a:rPr>
              <a:t>)</a:t>
            </a:r>
            <a:r>
              <a:rPr lang="en-US" altLang="zh-CN" sz="2000" dirty="0" err="1">
                <a:solidFill>
                  <a:schemeClr val="folHlink"/>
                </a:solidFill>
              </a:rPr>
              <a:t>sqrt</a:t>
            </a:r>
            <a:r>
              <a:rPr lang="en-US" altLang="zh-CN" sz="2000" dirty="0">
                <a:solidFill>
                  <a:schemeClr val="folHlink"/>
                </a:solidFill>
              </a:rPr>
              <a:t>((</a:t>
            </a:r>
            <a:r>
              <a:rPr lang="en-US" altLang="zh-CN" sz="2000" dirty="0" smtClean="0">
                <a:solidFill>
                  <a:schemeClr val="folHlink"/>
                </a:solidFill>
              </a:rPr>
              <a:t>double)n)</a:t>
            </a:r>
            <a:r>
              <a:rPr lang="en-US" altLang="zh-CN" sz="2000" dirty="0" smtClean="0"/>
              <a:t>) //n</a:t>
            </a:r>
            <a:r>
              <a:rPr lang="zh-CN" altLang="en-US" sz="2000" dirty="0" smtClean="0"/>
              <a:t>是素数</a:t>
            </a:r>
            <a:endParaRPr lang="zh-CN" altLang="en-US" sz="2000" dirty="0" smtClean="0"/>
          </a:p>
          <a:p>
            <a:pPr eaLnBrk="1" hangingPunct="1">
              <a:lnSpc>
                <a:spcPct val="80000"/>
              </a:lnSpc>
              <a:buFont typeface="Wingdings" panose="05000000000000000000" pitchFamily="2" charset="2"/>
              <a:buNone/>
              <a:defRPr/>
            </a:pPr>
            <a:r>
              <a:rPr lang="zh-CN" altLang="en-US" sz="2000" dirty="0" smtClean="0"/>
              <a:t>	  </a:t>
            </a:r>
            <a:r>
              <a:rPr lang="en-US" altLang="zh-CN" sz="2000" dirty="0" err="1" smtClean="0"/>
              <a:t>cout</a:t>
            </a:r>
            <a:r>
              <a:rPr lang="en-US" altLang="zh-CN" sz="2000" dirty="0" smtClean="0"/>
              <a:t> &lt;&lt; n &lt;&lt; "</a:t>
            </a:r>
            <a:r>
              <a:rPr lang="zh-CN" altLang="en-US" sz="2000" dirty="0" smtClean="0"/>
              <a:t>是素数</a:t>
            </a:r>
            <a:r>
              <a:rPr lang="en-US" altLang="zh-CN" sz="2000" dirty="0" smtClean="0"/>
              <a:t>" &lt;&lt; </a:t>
            </a:r>
            <a:r>
              <a:rPr lang="en-US" altLang="zh-CN" sz="2000" dirty="0" err="1" smtClean="0"/>
              <a:t>endl</a:t>
            </a:r>
            <a:r>
              <a:rPr lang="en-US" altLang="zh-CN" sz="2000" dirty="0" smtClean="0"/>
              <a:t>;</a:t>
            </a:r>
            <a:endParaRPr lang="en-US" altLang="zh-CN" sz="2000" dirty="0" smtClean="0"/>
          </a:p>
          <a:p>
            <a:pPr eaLnBrk="1" hangingPunct="1">
              <a:lnSpc>
                <a:spcPct val="80000"/>
              </a:lnSpc>
              <a:buFont typeface="Wingdings" panose="05000000000000000000" pitchFamily="2" charset="2"/>
              <a:buNone/>
              <a:defRPr/>
            </a:pPr>
            <a:r>
              <a:rPr lang="en-US" altLang="zh-CN" sz="2000" dirty="0" smtClean="0"/>
              <a:t>	return 0;</a:t>
            </a:r>
            <a:endParaRPr lang="en-US" altLang="zh-CN" sz="2000" dirty="0" smtClean="0"/>
          </a:p>
          <a:p>
            <a:pPr eaLnBrk="1" hangingPunct="1">
              <a:lnSpc>
                <a:spcPct val="80000"/>
              </a:lnSpc>
              <a:buFont typeface="Wingdings" panose="05000000000000000000" pitchFamily="2" charset="2"/>
              <a:buNone/>
              <a:defRPr/>
            </a:pPr>
            <a:r>
              <a:rPr lang="en-US" altLang="zh-CN" sz="2000" dirty="0" smtClean="0"/>
              <a:t>}</a:t>
            </a:r>
            <a:endParaRPr lang="en-US" altLang="zh-CN" sz="2000" dirty="0" smtClean="0"/>
          </a:p>
          <a:p>
            <a:pPr eaLnBrk="1" hangingPunct="1">
              <a:lnSpc>
                <a:spcPct val="80000"/>
              </a:lnSpc>
              <a:defRPr/>
            </a:pPr>
            <a:r>
              <a:rPr lang="en-US" altLang="zh-CN" sz="2000" dirty="0" err="1" smtClean="0">
                <a:solidFill>
                  <a:srgbClr val="FFC000"/>
                </a:solidFill>
              </a:rPr>
              <a:t>sqrt</a:t>
            </a:r>
            <a:r>
              <a:rPr lang="en-US" altLang="zh-CN" sz="2000" dirty="0" smtClean="0">
                <a:solidFill>
                  <a:srgbClr val="FFC000"/>
                </a:solidFill>
              </a:rPr>
              <a:t>()</a:t>
            </a:r>
            <a:r>
              <a:rPr lang="en-US" altLang="zh-CN" sz="2000" dirty="0" smtClean="0"/>
              <a:t> </a:t>
            </a:r>
            <a:r>
              <a:rPr lang="zh-CN" altLang="en-US" sz="2000" dirty="0" smtClean="0"/>
              <a:t>为</a:t>
            </a:r>
            <a:r>
              <a:rPr lang="en-US" altLang="zh-CN" sz="2000" dirty="0" smtClean="0"/>
              <a:t>C++</a:t>
            </a:r>
            <a:r>
              <a:rPr lang="zh-CN" altLang="en-US" sz="2000" dirty="0" smtClean="0"/>
              <a:t>的一个库函数，它有三个版本：</a:t>
            </a:r>
            <a:endParaRPr lang="en-US" altLang="zh-CN" sz="2000" dirty="0" smtClean="0"/>
          </a:p>
          <a:p>
            <a:pPr lvl="1" eaLnBrk="1" hangingPunct="1">
              <a:lnSpc>
                <a:spcPct val="80000"/>
              </a:lnSpc>
              <a:defRPr/>
            </a:pPr>
            <a:r>
              <a:rPr lang="en-US" altLang="zh-CN" sz="1600" dirty="0" smtClean="0"/>
              <a:t>float </a:t>
            </a:r>
            <a:r>
              <a:rPr lang="en-US" altLang="zh-CN" sz="1600" dirty="0" err="1" smtClean="0">
                <a:solidFill>
                  <a:srgbClr val="FFC000"/>
                </a:solidFill>
              </a:rPr>
              <a:t>sqrt</a:t>
            </a:r>
            <a:r>
              <a:rPr lang="en-US" altLang="zh-CN" sz="1600" dirty="0" smtClean="0"/>
              <a:t>(float);</a:t>
            </a:r>
            <a:endParaRPr lang="en-US" altLang="zh-CN" sz="1600" dirty="0" smtClean="0"/>
          </a:p>
          <a:p>
            <a:pPr lvl="1" eaLnBrk="1" hangingPunct="1">
              <a:lnSpc>
                <a:spcPct val="80000"/>
              </a:lnSpc>
              <a:defRPr/>
            </a:pPr>
            <a:r>
              <a:rPr lang="en-US" altLang="zh-CN" sz="1600" dirty="0" smtClean="0"/>
              <a:t>double </a:t>
            </a:r>
            <a:r>
              <a:rPr lang="en-US" altLang="zh-CN" sz="1600" dirty="0" err="1" smtClean="0">
                <a:solidFill>
                  <a:srgbClr val="FFC000"/>
                </a:solidFill>
              </a:rPr>
              <a:t>sqrt</a:t>
            </a:r>
            <a:r>
              <a:rPr lang="en-US" altLang="zh-CN" sz="1600" dirty="0" smtClean="0"/>
              <a:t>(double);</a:t>
            </a:r>
            <a:endParaRPr lang="en-US" altLang="zh-CN" sz="1600" dirty="0" smtClean="0"/>
          </a:p>
          <a:p>
            <a:pPr lvl="1" eaLnBrk="1" hangingPunct="1">
              <a:lnSpc>
                <a:spcPct val="80000"/>
              </a:lnSpc>
              <a:defRPr/>
            </a:pPr>
            <a:r>
              <a:rPr lang="en-US" altLang="zh-CN" sz="1600" dirty="0"/>
              <a:t>long </a:t>
            </a:r>
            <a:r>
              <a:rPr lang="en-US" altLang="zh-CN" sz="1600" dirty="0" smtClean="0"/>
              <a:t>double </a:t>
            </a:r>
            <a:r>
              <a:rPr lang="en-US" altLang="zh-CN" sz="1600" dirty="0" err="1" smtClean="0">
                <a:solidFill>
                  <a:srgbClr val="FFC000"/>
                </a:solidFill>
              </a:rPr>
              <a:t>sqrt</a:t>
            </a:r>
            <a:r>
              <a:rPr lang="en-US" altLang="zh-CN" sz="1600" dirty="0" smtClean="0"/>
              <a:t>(long double);</a:t>
            </a:r>
            <a:endParaRPr lang="en-US" altLang="zh-CN" sz="1600" dirty="0" smtClean="0"/>
          </a:p>
          <a:p>
            <a:pPr eaLnBrk="1" hangingPunct="1">
              <a:lnSpc>
                <a:spcPct val="80000"/>
              </a:lnSpc>
              <a:defRPr/>
            </a:pPr>
            <a:r>
              <a:rPr lang="zh-CN" altLang="en-US" sz="2000" dirty="0"/>
              <a:t>注意：上面程序中的</a:t>
            </a:r>
            <a:r>
              <a:rPr lang="en-US" altLang="zh-CN" sz="2000" dirty="0" err="1" smtClean="0"/>
              <a:t>sqrt</a:t>
            </a:r>
            <a:r>
              <a:rPr lang="en-US" altLang="zh-CN" sz="2000" dirty="0" smtClean="0"/>
              <a:t>(n)</a:t>
            </a:r>
            <a:r>
              <a:rPr lang="zh-CN" altLang="en-US" sz="2000" dirty="0"/>
              <a:t>被重复计算！</a:t>
            </a:r>
            <a:endParaRPr lang="zh-CN" altLang="en-US" sz="2000" dirty="0"/>
          </a:p>
          <a:p>
            <a:pPr eaLnBrk="1" hangingPunct="1">
              <a:lnSpc>
                <a:spcPct val="80000"/>
              </a:lnSpc>
              <a:defRPr/>
            </a:pPr>
            <a:endParaRPr lang="en-US" altLang="zh-CN" sz="2000" dirty="0"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93538">
                                            <p:txEl>
                                              <p:pRg st="18" end="18"/>
                                            </p:txEl>
                                          </p:spTgt>
                                        </p:tgtEl>
                                        <p:attrNameLst>
                                          <p:attrName>style.visibility</p:attrName>
                                        </p:attrNameLst>
                                      </p:cBhvr>
                                      <p:to>
                                        <p:strVal val="visible"/>
                                      </p:to>
                                    </p:set>
                                    <p:anim calcmode="lin" valueType="num">
                                      <p:cBhvr additive="base">
                                        <p:cTn id="7" dur="500" fill="hold"/>
                                        <p:tgtEl>
                                          <p:spTgt spid="193538">
                                            <p:txEl>
                                              <p:pRg st="18" end="18"/>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93538">
                                            <p:txEl>
                                              <p:pRg st="18" end="1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538" name="Rectangle 2"/>
          <p:cNvSpPr>
            <a:spLocks noGrp="1" noChangeArrowheads="1"/>
          </p:cNvSpPr>
          <p:nvPr>
            <p:ph type="body" idx="1"/>
          </p:nvPr>
        </p:nvSpPr>
        <p:spPr>
          <a:xfrm>
            <a:off x="250825" y="981075"/>
            <a:ext cx="8686800" cy="5661025"/>
          </a:xfrm>
        </p:spPr>
        <p:txBody>
          <a:bodyPr>
            <a:normAutofit/>
          </a:bodyPr>
          <a:lstStyle/>
          <a:p>
            <a:pPr eaLnBrk="1" hangingPunct="1">
              <a:lnSpc>
                <a:spcPct val="80000"/>
              </a:lnSpc>
              <a:spcAft>
                <a:spcPct val="20000"/>
              </a:spcAft>
              <a:buFont typeface="Wingdings" panose="05000000000000000000" pitchFamily="2" charset="2"/>
              <a:buNone/>
              <a:defRPr/>
            </a:pPr>
            <a:r>
              <a:rPr lang="en-US" altLang="zh-CN" sz="2000" dirty="0" smtClean="0"/>
              <a:t>#include &lt;</a:t>
            </a:r>
            <a:r>
              <a:rPr lang="en-US" altLang="zh-CN" sz="2000" dirty="0" err="1" smtClean="0"/>
              <a:t>iostream</a:t>
            </a:r>
            <a:r>
              <a:rPr lang="en-US" altLang="zh-CN" sz="2000" dirty="0" smtClean="0"/>
              <a:t>&gt;</a:t>
            </a:r>
            <a:endParaRPr lang="en-US" altLang="zh-CN" sz="2000" dirty="0" smtClean="0"/>
          </a:p>
          <a:p>
            <a:pPr eaLnBrk="1" hangingPunct="1">
              <a:lnSpc>
                <a:spcPct val="80000"/>
              </a:lnSpc>
              <a:spcAft>
                <a:spcPct val="20000"/>
              </a:spcAft>
              <a:buNone/>
              <a:defRPr/>
            </a:pPr>
            <a:r>
              <a:rPr lang="en-US" altLang="zh-CN" sz="2000" dirty="0">
                <a:solidFill>
                  <a:srgbClr val="FFC000"/>
                </a:solidFill>
              </a:rPr>
              <a:t>#include &lt;</a:t>
            </a:r>
            <a:r>
              <a:rPr lang="en-US" altLang="zh-CN" sz="2000" dirty="0" err="1">
                <a:solidFill>
                  <a:srgbClr val="FFC000"/>
                </a:solidFill>
              </a:rPr>
              <a:t>cmath</a:t>
            </a:r>
            <a:r>
              <a:rPr lang="en-US" altLang="zh-CN" sz="2000" dirty="0">
                <a:solidFill>
                  <a:srgbClr val="FFC000"/>
                </a:solidFill>
              </a:rPr>
              <a:t>&gt;</a:t>
            </a:r>
            <a:endParaRPr lang="en-US" altLang="zh-CN" sz="2000" dirty="0">
              <a:solidFill>
                <a:srgbClr val="FFC000"/>
              </a:solidFill>
            </a:endParaRPr>
          </a:p>
          <a:p>
            <a:pPr eaLnBrk="1" hangingPunct="1">
              <a:lnSpc>
                <a:spcPct val="80000"/>
              </a:lnSpc>
              <a:buFont typeface="Wingdings" panose="05000000000000000000" pitchFamily="2" charset="2"/>
              <a:buNone/>
              <a:defRPr/>
            </a:pPr>
            <a:r>
              <a:rPr lang="en-US" altLang="zh-CN" sz="2000" dirty="0" smtClean="0"/>
              <a:t>using namespace </a:t>
            </a:r>
            <a:r>
              <a:rPr lang="en-US" altLang="zh-CN" sz="2000" dirty="0" err="1" smtClean="0"/>
              <a:t>std</a:t>
            </a:r>
            <a:r>
              <a:rPr lang="en-US" altLang="zh-CN" sz="2000" dirty="0" smtClean="0"/>
              <a:t>;</a:t>
            </a:r>
            <a:endParaRPr lang="en-US" altLang="zh-CN" sz="2000" dirty="0" smtClean="0"/>
          </a:p>
          <a:p>
            <a:pPr eaLnBrk="1" hangingPunct="1">
              <a:lnSpc>
                <a:spcPct val="80000"/>
              </a:lnSpc>
              <a:buFont typeface="Wingdings" panose="05000000000000000000" pitchFamily="2" charset="2"/>
              <a:buNone/>
              <a:defRPr/>
            </a:pPr>
            <a:r>
              <a:rPr lang="en-US" altLang="zh-CN" sz="2000" dirty="0" err="1" smtClean="0"/>
              <a:t>int</a:t>
            </a:r>
            <a:r>
              <a:rPr lang="en-US" altLang="zh-CN" sz="2000" dirty="0" smtClean="0"/>
              <a:t> main()</a:t>
            </a:r>
            <a:endParaRPr lang="en-US" altLang="zh-CN" sz="2000" dirty="0" smtClean="0"/>
          </a:p>
          <a:p>
            <a:pPr eaLnBrk="1" hangingPunct="1">
              <a:lnSpc>
                <a:spcPct val="80000"/>
              </a:lnSpc>
              <a:buFont typeface="Wingdings" panose="05000000000000000000" pitchFamily="2" charset="2"/>
              <a:buNone/>
              <a:defRPr/>
            </a:pPr>
            <a:r>
              <a:rPr lang="en-US" altLang="zh-CN" sz="2000" dirty="0" smtClean="0"/>
              <a:t>{	</a:t>
            </a:r>
            <a:r>
              <a:rPr lang="en-US" altLang="zh-CN" sz="2000" dirty="0" err="1" smtClean="0"/>
              <a:t>int</a:t>
            </a:r>
            <a:r>
              <a:rPr lang="en-US" altLang="zh-CN" sz="2000" dirty="0" smtClean="0"/>
              <a:t> n;</a:t>
            </a:r>
            <a:endParaRPr lang="en-US" altLang="zh-CN" sz="2000" dirty="0" smtClean="0"/>
          </a:p>
          <a:p>
            <a:pPr eaLnBrk="1" hangingPunct="1">
              <a:lnSpc>
                <a:spcPct val="80000"/>
              </a:lnSpc>
              <a:buFont typeface="Wingdings" panose="05000000000000000000" pitchFamily="2" charset="2"/>
              <a:buNone/>
              <a:defRPr/>
            </a:pPr>
            <a:r>
              <a:rPr lang="en-US" altLang="zh-CN" sz="2000" dirty="0" smtClean="0"/>
              <a:t>	</a:t>
            </a:r>
            <a:r>
              <a:rPr lang="en-US" altLang="zh-CN" sz="2000" dirty="0" err="1" smtClean="0"/>
              <a:t>cout</a:t>
            </a:r>
            <a:r>
              <a:rPr lang="en-US" altLang="zh-CN" sz="2000" dirty="0" smtClean="0"/>
              <a:t> &lt;&lt; "</a:t>
            </a:r>
            <a:r>
              <a:rPr lang="zh-CN" altLang="en-US" sz="2000" dirty="0" smtClean="0"/>
              <a:t>请输入一个正整数：</a:t>
            </a:r>
            <a:r>
              <a:rPr lang="en-US" altLang="zh-CN" sz="2000" dirty="0" smtClean="0"/>
              <a:t>"</a:t>
            </a:r>
            <a:endParaRPr lang="en-US" altLang="zh-CN" sz="2000" dirty="0" smtClean="0"/>
          </a:p>
          <a:p>
            <a:pPr eaLnBrk="1" hangingPunct="1">
              <a:lnSpc>
                <a:spcPct val="80000"/>
              </a:lnSpc>
              <a:buFont typeface="Wingdings" panose="05000000000000000000" pitchFamily="2" charset="2"/>
              <a:buNone/>
              <a:defRPr/>
            </a:pPr>
            <a:r>
              <a:rPr lang="en-US" altLang="zh-CN" sz="2000" dirty="0" smtClean="0"/>
              <a:t>	</a:t>
            </a:r>
            <a:r>
              <a:rPr lang="en-US" altLang="zh-CN" sz="2000" dirty="0" err="1" smtClean="0"/>
              <a:t>cin</a:t>
            </a:r>
            <a:r>
              <a:rPr lang="en-US" altLang="zh-CN" sz="2000" dirty="0" smtClean="0"/>
              <a:t> &gt;&gt; n;  //</a:t>
            </a:r>
            <a:r>
              <a:rPr lang="zh-CN" altLang="en-US" sz="2000" dirty="0" smtClean="0"/>
              <a:t>从键盘输入一个正整数</a:t>
            </a:r>
            <a:endParaRPr lang="zh-CN" altLang="en-US" sz="2000" dirty="0" smtClean="0"/>
          </a:p>
          <a:p>
            <a:pPr eaLnBrk="1" hangingPunct="1">
              <a:lnSpc>
                <a:spcPct val="80000"/>
              </a:lnSpc>
              <a:buNone/>
              <a:defRPr/>
            </a:pPr>
            <a:r>
              <a:rPr lang="en-US" altLang="zh-CN" sz="2000" dirty="0" smtClean="0"/>
              <a:t>	</a:t>
            </a:r>
            <a:r>
              <a:rPr lang="en-US" altLang="zh-CN" sz="2000" dirty="0" err="1" smtClean="0"/>
              <a:t>int</a:t>
            </a:r>
            <a:r>
              <a:rPr lang="en-US" altLang="zh-CN" sz="2000" dirty="0" smtClean="0"/>
              <a:t> </a:t>
            </a:r>
            <a:r>
              <a:rPr lang="en-US" altLang="zh-CN" sz="2000" dirty="0" err="1" smtClean="0"/>
              <a:t>i</a:t>
            </a:r>
            <a:r>
              <a:rPr lang="en-US" altLang="zh-CN" sz="2000" dirty="0" smtClean="0"/>
              <a:t>=2,</a:t>
            </a:r>
            <a:r>
              <a:rPr lang="en-US" altLang="zh-CN" sz="2000" dirty="0" smtClean="0">
                <a:solidFill>
                  <a:srgbClr val="FFC000"/>
                </a:solidFill>
              </a:rPr>
              <a:t>k</a:t>
            </a:r>
            <a:r>
              <a:rPr lang="en-US" altLang="zh-CN" sz="2000" dirty="0" smtClean="0"/>
              <a:t>=</a:t>
            </a:r>
            <a:r>
              <a:rPr lang="en-US" altLang="zh-CN" sz="2000" dirty="0"/>
              <a:t>(</a:t>
            </a:r>
            <a:r>
              <a:rPr lang="en-US" altLang="zh-CN" sz="2000" dirty="0" err="1"/>
              <a:t>int</a:t>
            </a:r>
            <a:r>
              <a:rPr lang="en-US" altLang="zh-CN" sz="2000" dirty="0"/>
              <a:t>)</a:t>
            </a:r>
            <a:r>
              <a:rPr lang="en-US" altLang="zh-CN" sz="2000" dirty="0" err="1"/>
              <a:t>sqrt</a:t>
            </a:r>
            <a:r>
              <a:rPr lang="en-US" altLang="zh-CN" sz="2000" dirty="0"/>
              <a:t>((</a:t>
            </a:r>
            <a:r>
              <a:rPr lang="en-US" altLang="zh-CN" sz="2000" dirty="0" smtClean="0"/>
              <a:t>double)n); //</a:t>
            </a:r>
            <a:r>
              <a:rPr lang="zh-CN" altLang="en-US" sz="2000" dirty="0" smtClean="0"/>
              <a:t>循环前计算好</a:t>
            </a:r>
            <a:r>
              <a:rPr lang="en-US" altLang="zh-CN" sz="2000" dirty="0" err="1"/>
              <a:t>sqrt</a:t>
            </a:r>
            <a:r>
              <a:rPr lang="en-US" altLang="zh-CN" sz="2000" dirty="0"/>
              <a:t>(n)</a:t>
            </a:r>
            <a:endParaRPr lang="en-US" altLang="zh-CN" sz="2000" dirty="0" smtClean="0"/>
          </a:p>
          <a:p>
            <a:pPr eaLnBrk="1" hangingPunct="1">
              <a:lnSpc>
                <a:spcPct val="80000"/>
              </a:lnSpc>
              <a:buNone/>
              <a:defRPr/>
            </a:pPr>
            <a:r>
              <a:rPr lang="en-US" altLang="zh-CN" sz="2000" dirty="0" smtClean="0"/>
              <a:t>	while (</a:t>
            </a:r>
            <a:r>
              <a:rPr lang="en-US" altLang="zh-CN" sz="2000" dirty="0" err="1" smtClean="0"/>
              <a:t>i</a:t>
            </a:r>
            <a:r>
              <a:rPr lang="en-US" altLang="zh-CN" sz="2000" dirty="0" smtClean="0"/>
              <a:t> &lt;= </a:t>
            </a:r>
            <a:r>
              <a:rPr lang="en-US" altLang="zh-CN" sz="2000" dirty="0" smtClean="0">
                <a:solidFill>
                  <a:srgbClr val="FFC000"/>
                </a:solidFill>
              </a:rPr>
              <a:t>k</a:t>
            </a:r>
            <a:r>
              <a:rPr lang="en-US" altLang="zh-CN" sz="2000" dirty="0" smtClean="0"/>
              <a:t> &amp;&amp; </a:t>
            </a:r>
            <a:r>
              <a:rPr lang="en-US" altLang="zh-CN" sz="2000" dirty="0" err="1" smtClean="0"/>
              <a:t>n%i</a:t>
            </a:r>
            <a:r>
              <a:rPr lang="en-US" altLang="zh-CN" sz="2000" dirty="0" smtClean="0"/>
              <a:t> != 0)</a:t>
            </a:r>
            <a:endParaRPr lang="zh-CN" altLang="en-US" sz="1800" dirty="0" smtClean="0"/>
          </a:p>
          <a:p>
            <a:pPr eaLnBrk="1" hangingPunct="1">
              <a:lnSpc>
                <a:spcPct val="80000"/>
              </a:lnSpc>
              <a:buFont typeface="Wingdings" panose="05000000000000000000" pitchFamily="2" charset="2"/>
              <a:buNone/>
              <a:defRPr/>
            </a:pPr>
            <a:r>
              <a:rPr lang="zh-CN" altLang="en-US" sz="2000" dirty="0" smtClean="0"/>
              <a:t>	</a:t>
            </a:r>
            <a:r>
              <a:rPr lang="en-US" altLang="zh-CN" sz="2000" dirty="0"/>
              <a:t> </a:t>
            </a:r>
            <a:r>
              <a:rPr lang="en-US" altLang="zh-CN" sz="2000" dirty="0" smtClean="0"/>
              <a:t> </a:t>
            </a:r>
            <a:r>
              <a:rPr lang="en-US" altLang="zh-CN" sz="2000" dirty="0" err="1" smtClean="0"/>
              <a:t>i</a:t>
            </a:r>
            <a:r>
              <a:rPr lang="en-US" altLang="zh-CN" sz="2000" dirty="0" smtClean="0"/>
              <a:t>++;</a:t>
            </a:r>
            <a:endParaRPr lang="en-US" altLang="zh-CN" sz="2000" dirty="0" smtClean="0"/>
          </a:p>
          <a:p>
            <a:pPr eaLnBrk="1" hangingPunct="1">
              <a:lnSpc>
                <a:spcPct val="80000"/>
              </a:lnSpc>
              <a:buNone/>
              <a:defRPr/>
            </a:pPr>
            <a:r>
              <a:rPr lang="en-US" altLang="zh-CN" sz="2000" dirty="0" smtClean="0"/>
              <a:t>	if (</a:t>
            </a:r>
            <a:r>
              <a:rPr lang="en-US" altLang="zh-CN" sz="2000" dirty="0" err="1" smtClean="0"/>
              <a:t>i</a:t>
            </a:r>
            <a:r>
              <a:rPr lang="en-US" altLang="zh-CN" sz="2000" dirty="0" smtClean="0"/>
              <a:t> </a:t>
            </a:r>
            <a:r>
              <a:rPr lang="en-US" altLang="zh-CN" sz="2000" dirty="0"/>
              <a:t>&gt;</a:t>
            </a:r>
            <a:r>
              <a:rPr lang="en-US" altLang="zh-CN" sz="2000" dirty="0" smtClean="0"/>
              <a:t> </a:t>
            </a:r>
            <a:r>
              <a:rPr lang="en-US" altLang="zh-CN" sz="2000" dirty="0" smtClean="0">
                <a:solidFill>
                  <a:srgbClr val="FFC000"/>
                </a:solidFill>
              </a:rPr>
              <a:t>k</a:t>
            </a:r>
            <a:r>
              <a:rPr lang="en-US" altLang="zh-CN" sz="2000" dirty="0" smtClean="0"/>
              <a:t>) //n</a:t>
            </a:r>
            <a:r>
              <a:rPr lang="zh-CN" altLang="en-US" sz="2000" dirty="0" smtClean="0"/>
              <a:t>是素数</a:t>
            </a:r>
            <a:endParaRPr lang="zh-CN" altLang="en-US" sz="2000" dirty="0" smtClean="0"/>
          </a:p>
          <a:p>
            <a:pPr eaLnBrk="1" hangingPunct="1">
              <a:lnSpc>
                <a:spcPct val="80000"/>
              </a:lnSpc>
              <a:buFont typeface="Wingdings" panose="05000000000000000000" pitchFamily="2" charset="2"/>
              <a:buNone/>
              <a:defRPr/>
            </a:pPr>
            <a:r>
              <a:rPr lang="zh-CN" altLang="en-US" sz="2000" dirty="0" smtClean="0"/>
              <a:t>	  </a:t>
            </a:r>
            <a:r>
              <a:rPr lang="en-US" altLang="zh-CN" sz="2000" dirty="0" err="1" smtClean="0"/>
              <a:t>cout</a:t>
            </a:r>
            <a:r>
              <a:rPr lang="en-US" altLang="zh-CN" sz="2000" dirty="0" smtClean="0"/>
              <a:t> &lt;&lt; n &lt;&lt; "</a:t>
            </a:r>
            <a:r>
              <a:rPr lang="zh-CN" altLang="en-US" sz="2000" dirty="0" smtClean="0"/>
              <a:t>是素数</a:t>
            </a:r>
            <a:r>
              <a:rPr lang="en-US" altLang="zh-CN" sz="2000" dirty="0" smtClean="0"/>
              <a:t>" &lt;&lt; </a:t>
            </a:r>
            <a:r>
              <a:rPr lang="en-US" altLang="zh-CN" sz="2000" dirty="0" err="1" smtClean="0"/>
              <a:t>endl</a:t>
            </a:r>
            <a:r>
              <a:rPr lang="en-US" altLang="zh-CN" sz="2000" dirty="0" smtClean="0"/>
              <a:t>;</a:t>
            </a:r>
            <a:endParaRPr lang="en-US" altLang="zh-CN" sz="2000" dirty="0" smtClean="0"/>
          </a:p>
          <a:p>
            <a:pPr eaLnBrk="1" hangingPunct="1">
              <a:lnSpc>
                <a:spcPct val="80000"/>
              </a:lnSpc>
              <a:buFont typeface="Wingdings" panose="05000000000000000000" pitchFamily="2" charset="2"/>
              <a:buNone/>
              <a:defRPr/>
            </a:pPr>
            <a:r>
              <a:rPr lang="en-US" altLang="zh-CN" sz="2000" dirty="0" smtClean="0"/>
              <a:t>	return 0;</a:t>
            </a:r>
            <a:endParaRPr lang="en-US" altLang="zh-CN" sz="2000" dirty="0" smtClean="0"/>
          </a:p>
          <a:p>
            <a:pPr eaLnBrk="1" hangingPunct="1">
              <a:lnSpc>
                <a:spcPct val="80000"/>
              </a:lnSpc>
              <a:buFont typeface="Wingdings" panose="05000000000000000000" pitchFamily="2" charset="2"/>
              <a:buNone/>
              <a:defRPr/>
            </a:pPr>
            <a:r>
              <a:rPr lang="en-US" altLang="zh-CN" sz="2000" dirty="0" smtClean="0"/>
              <a:t>}</a:t>
            </a:r>
            <a:endParaRPr lang="en-US" altLang="zh-CN" sz="2000" dirty="0" smtClean="0"/>
          </a:p>
          <a:p>
            <a:pPr eaLnBrk="1" hangingPunct="1">
              <a:lnSpc>
                <a:spcPct val="80000"/>
              </a:lnSpc>
              <a:defRPr/>
            </a:pPr>
            <a:r>
              <a:rPr lang="zh-CN" altLang="en-US" sz="2000" dirty="0" smtClean="0"/>
              <a:t>这个优化编译器</a:t>
            </a:r>
            <a:r>
              <a:rPr lang="zh-CN" altLang="en-US" sz="2000" dirty="0"/>
              <a:t>能自动实现</a:t>
            </a:r>
            <a:r>
              <a:rPr lang="zh-CN" altLang="en-US" sz="2000" dirty="0" smtClean="0"/>
              <a:t>！</a:t>
            </a:r>
            <a:endParaRPr lang="zh-CN" altLang="en-US" sz="2000" dirty="0"/>
          </a:p>
          <a:p>
            <a:pPr eaLnBrk="1" hangingPunct="1">
              <a:lnSpc>
                <a:spcPct val="80000"/>
              </a:lnSpc>
              <a:defRPr/>
            </a:pPr>
            <a:endParaRPr lang="en-US" altLang="zh-CN" sz="2000" dirty="0"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93538">
                                            <p:txEl>
                                              <p:pRg st="14" end="14"/>
                                            </p:txEl>
                                          </p:spTgt>
                                        </p:tgtEl>
                                        <p:attrNameLst>
                                          <p:attrName>style.visibility</p:attrName>
                                        </p:attrNameLst>
                                      </p:cBhvr>
                                      <p:to>
                                        <p:strVal val="visible"/>
                                      </p:to>
                                    </p:set>
                                    <p:anim calcmode="lin" valueType="num">
                                      <p:cBhvr additive="base">
                                        <p:cTn id="7" dur="500" fill="hold"/>
                                        <p:tgtEl>
                                          <p:spTgt spid="193538">
                                            <p:txEl>
                                              <p:pRg st="14" end="14"/>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93538">
                                            <p:txEl>
                                              <p:pRg st="14" end="1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r>
              <a:rPr lang="zh-CN" altLang="en-US" dirty="0" smtClean="0"/>
              <a:t>循环可以</a:t>
            </a:r>
            <a:r>
              <a:rPr lang="zh-CN" altLang="en-US" dirty="0" smtClean="0">
                <a:solidFill>
                  <a:srgbClr val="FFC000"/>
                </a:solidFill>
              </a:rPr>
              <a:t>嵌套</a:t>
            </a:r>
            <a:r>
              <a:rPr lang="zh-CN" altLang="en-US" dirty="0" smtClean="0"/>
              <a:t>：</a:t>
            </a:r>
            <a:endParaRPr lang="en-US" altLang="zh-CN" dirty="0" smtClean="0"/>
          </a:p>
          <a:p>
            <a:pPr lvl="1"/>
            <a:r>
              <a:rPr lang="zh-CN" altLang="en-US" dirty="0"/>
              <a:t>循环体内还可以包含</a:t>
            </a:r>
            <a:r>
              <a:rPr lang="zh-CN" altLang="en-US" dirty="0" smtClean="0"/>
              <a:t>循环</a:t>
            </a:r>
            <a:endParaRPr lang="zh-CN" altLang="en-US" dirty="0"/>
          </a:p>
        </p:txBody>
      </p:sp>
    </p:spTree>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538" name="Rectangle 2"/>
          <p:cNvSpPr>
            <a:spLocks noGrp="1" noChangeArrowheads="1"/>
          </p:cNvSpPr>
          <p:nvPr>
            <p:ph type="body" idx="1"/>
          </p:nvPr>
        </p:nvSpPr>
        <p:spPr>
          <a:xfrm>
            <a:off x="250825" y="981075"/>
            <a:ext cx="8686800" cy="5661025"/>
          </a:xfrm>
        </p:spPr>
        <p:txBody>
          <a:bodyPr>
            <a:normAutofit/>
          </a:bodyPr>
          <a:lstStyle/>
          <a:p>
            <a:pPr eaLnBrk="1" hangingPunct="1">
              <a:lnSpc>
                <a:spcPct val="80000"/>
              </a:lnSpc>
              <a:spcAft>
                <a:spcPct val="20000"/>
              </a:spcAft>
              <a:buFont typeface="Wingdings" panose="05000000000000000000" pitchFamily="2" charset="2"/>
              <a:buNone/>
              <a:defRPr/>
            </a:pPr>
            <a:r>
              <a:rPr lang="en-US" altLang="zh-CN" sz="2000" dirty="0" smtClean="0"/>
              <a:t>#include &lt;</a:t>
            </a:r>
            <a:r>
              <a:rPr lang="en-US" altLang="zh-CN" sz="2000" dirty="0" err="1" smtClean="0"/>
              <a:t>iostream</a:t>
            </a:r>
            <a:r>
              <a:rPr lang="en-US" altLang="zh-CN" sz="2000" dirty="0" smtClean="0"/>
              <a:t>&gt;</a:t>
            </a:r>
            <a:endParaRPr lang="en-US" altLang="zh-CN" sz="2000" dirty="0" smtClean="0"/>
          </a:p>
          <a:p>
            <a:pPr eaLnBrk="1" hangingPunct="1">
              <a:lnSpc>
                <a:spcPct val="80000"/>
              </a:lnSpc>
              <a:buNone/>
              <a:defRPr/>
            </a:pPr>
            <a:r>
              <a:rPr lang="en-US" altLang="zh-CN" sz="2000" dirty="0"/>
              <a:t>#include &lt;</a:t>
            </a:r>
            <a:r>
              <a:rPr lang="en-US" altLang="zh-CN" sz="2000" dirty="0" err="1"/>
              <a:t>cmath</a:t>
            </a:r>
            <a:r>
              <a:rPr lang="en-US" altLang="zh-CN" sz="2000" dirty="0"/>
              <a:t>&gt;</a:t>
            </a:r>
            <a:endParaRPr lang="en-US" altLang="zh-CN" sz="2000" dirty="0"/>
          </a:p>
          <a:p>
            <a:pPr eaLnBrk="1" hangingPunct="1">
              <a:lnSpc>
                <a:spcPct val="80000"/>
              </a:lnSpc>
              <a:buFont typeface="Wingdings" panose="05000000000000000000" pitchFamily="2" charset="2"/>
              <a:buNone/>
              <a:defRPr/>
            </a:pPr>
            <a:r>
              <a:rPr lang="en-US" altLang="zh-CN" sz="2000" dirty="0" smtClean="0"/>
              <a:t>using namespace </a:t>
            </a:r>
            <a:r>
              <a:rPr lang="en-US" altLang="zh-CN" sz="2000" dirty="0" err="1" smtClean="0"/>
              <a:t>std</a:t>
            </a:r>
            <a:r>
              <a:rPr lang="en-US" altLang="zh-CN" sz="2000" dirty="0" smtClean="0"/>
              <a:t>;</a:t>
            </a:r>
            <a:endParaRPr lang="en-US" altLang="zh-CN" sz="2000" dirty="0" smtClean="0"/>
          </a:p>
          <a:p>
            <a:pPr eaLnBrk="1" hangingPunct="1">
              <a:lnSpc>
                <a:spcPct val="80000"/>
              </a:lnSpc>
              <a:buFont typeface="Wingdings" panose="05000000000000000000" pitchFamily="2" charset="2"/>
              <a:buNone/>
              <a:defRPr/>
            </a:pPr>
            <a:r>
              <a:rPr lang="en-US" altLang="zh-CN" sz="2000" dirty="0" err="1" smtClean="0"/>
              <a:t>int</a:t>
            </a:r>
            <a:r>
              <a:rPr lang="en-US" altLang="zh-CN" sz="2000" dirty="0" smtClean="0"/>
              <a:t> main()</a:t>
            </a:r>
            <a:endParaRPr lang="en-US" altLang="zh-CN" sz="2000" dirty="0" smtClean="0"/>
          </a:p>
          <a:p>
            <a:pPr eaLnBrk="1" hangingPunct="1">
              <a:lnSpc>
                <a:spcPct val="80000"/>
              </a:lnSpc>
              <a:buFont typeface="Wingdings" panose="05000000000000000000" pitchFamily="2" charset="2"/>
              <a:buNone/>
              <a:defRPr/>
            </a:pPr>
            <a:r>
              <a:rPr lang="en-US" altLang="zh-CN" sz="2000" dirty="0" smtClean="0"/>
              <a:t>{	</a:t>
            </a:r>
            <a:r>
              <a:rPr lang="en-US" altLang="zh-CN" sz="2000" dirty="0" err="1" smtClean="0"/>
              <a:t>int</a:t>
            </a:r>
            <a:r>
              <a:rPr lang="en-US" altLang="zh-CN" sz="2000" dirty="0" smtClean="0"/>
              <a:t> n;</a:t>
            </a:r>
            <a:endParaRPr lang="en-US" altLang="zh-CN" sz="2000" dirty="0" smtClean="0"/>
          </a:p>
          <a:p>
            <a:pPr eaLnBrk="1" hangingPunct="1">
              <a:lnSpc>
                <a:spcPct val="80000"/>
              </a:lnSpc>
              <a:buFont typeface="Wingdings" panose="05000000000000000000" pitchFamily="2" charset="2"/>
              <a:buNone/>
              <a:defRPr/>
            </a:pPr>
            <a:r>
              <a:rPr lang="en-US" altLang="zh-CN" sz="2000" dirty="0" smtClean="0"/>
              <a:t>	</a:t>
            </a:r>
            <a:r>
              <a:rPr lang="en-US" altLang="zh-CN" sz="2000" dirty="0" err="1" smtClean="0"/>
              <a:t>cout</a:t>
            </a:r>
            <a:r>
              <a:rPr lang="en-US" altLang="zh-CN" sz="2000" dirty="0" smtClean="0"/>
              <a:t> &lt;&lt; "</a:t>
            </a:r>
            <a:r>
              <a:rPr lang="zh-CN" altLang="en-US" sz="2000" dirty="0" smtClean="0"/>
              <a:t>请输入一个正整数：</a:t>
            </a:r>
            <a:r>
              <a:rPr lang="en-US" altLang="zh-CN" sz="2000" dirty="0" smtClean="0"/>
              <a:t>"</a:t>
            </a:r>
            <a:endParaRPr lang="en-US" altLang="zh-CN" sz="2000" dirty="0" smtClean="0"/>
          </a:p>
          <a:p>
            <a:pPr eaLnBrk="1" hangingPunct="1">
              <a:lnSpc>
                <a:spcPct val="80000"/>
              </a:lnSpc>
              <a:buFont typeface="Wingdings" panose="05000000000000000000" pitchFamily="2" charset="2"/>
              <a:buNone/>
              <a:defRPr/>
            </a:pPr>
            <a:r>
              <a:rPr lang="en-US" altLang="zh-CN" sz="2000" dirty="0" smtClean="0"/>
              <a:t>	</a:t>
            </a:r>
            <a:r>
              <a:rPr lang="en-US" altLang="zh-CN" sz="2000" dirty="0" err="1" smtClean="0"/>
              <a:t>cin</a:t>
            </a:r>
            <a:r>
              <a:rPr lang="en-US" altLang="zh-CN" sz="2000" dirty="0" smtClean="0"/>
              <a:t> &gt;&gt; n;  //</a:t>
            </a:r>
            <a:r>
              <a:rPr lang="zh-CN" altLang="en-US" sz="2000" dirty="0" smtClean="0"/>
              <a:t>从键盘输入一个正整数</a:t>
            </a:r>
            <a:endParaRPr lang="zh-CN" altLang="en-US" sz="2000" dirty="0" smtClean="0"/>
          </a:p>
          <a:p>
            <a:pPr eaLnBrk="1" hangingPunct="1">
              <a:lnSpc>
                <a:spcPct val="80000"/>
              </a:lnSpc>
              <a:buFont typeface="Wingdings" panose="05000000000000000000" pitchFamily="2" charset="2"/>
              <a:buNone/>
              <a:defRPr/>
            </a:pPr>
            <a:r>
              <a:rPr lang="zh-CN" altLang="en-US" sz="2000" dirty="0" smtClean="0"/>
              <a:t>	</a:t>
            </a:r>
            <a:r>
              <a:rPr lang="en-US" altLang="zh-CN" sz="2000" dirty="0" smtClean="0"/>
              <a:t>for (</a:t>
            </a:r>
            <a:r>
              <a:rPr lang="en-US" altLang="zh-CN" sz="2000" dirty="0" err="1" smtClean="0"/>
              <a:t>int</a:t>
            </a:r>
            <a:r>
              <a:rPr lang="en-US" altLang="zh-CN" sz="2000" dirty="0" smtClean="0"/>
              <a:t> </a:t>
            </a:r>
            <a:r>
              <a:rPr lang="en-US" altLang="zh-CN" sz="2000" dirty="0" err="1" smtClean="0"/>
              <a:t>i</a:t>
            </a:r>
            <a:r>
              <a:rPr lang="en-US" altLang="zh-CN" sz="2000" dirty="0" smtClean="0"/>
              <a:t>=2; </a:t>
            </a:r>
            <a:r>
              <a:rPr lang="en-US" altLang="zh-CN" sz="2000" dirty="0" err="1" smtClean="0"/>
              <a:t>i</a:t>
            </a:r>
            <a:r>
              <a:rPr lang="en-US" altLang="zh-CN" sz="2000" dirty="0" smtClean="0"/>
              <a:t>&lt;n; </a:t>
            </a:r>
            <a:r>
              <a:rPr lang="en-US" altLang="zh-CN" sz="2000" dirty="0" err="1" smtClean="0"/>
              <a:t>i</a:t>
            </a:r>
            <a:r>
              <a:rPr lang="en-US" altLang="zh-CN" sz="2000" dirty="0" smtClean="0"/>
              <a:t>++)  </a:t>
            </a:r>
            <a:r>
              <a:rPr lang="en-US" altLang="zh-CN" sz="1800" dirty="0" smtClean="0"/>
              <a:t>//</a:t>
            </a:r>
            <a:r>
              <a:rPr lang="zh-CN" altLang="en-US" sz="1800" dirty="0" smtClean="0"/>
              <a:t>循环：分别判断</a:t>
            </a:r>
            <a:r>
              <a:rPr lang="en-US" altLang="zh-CN" sz="1800" dirty="0" err="1" smtClean="0"/>
              <a:t>i</a:t>
            </a:r>
            <a:r>
              <a:rPr lang="en-US" altLang="zh-CN" sz="1800" dirty="0" smtClean="0"/>
              <a:t>=2</a:t>
            </a:r>
            <a:r>
              <a:rPr lang="zh-CN" altLang="en-US" sz="1800" dirty="0" smtClean="0"/>
              <a:t>、</a:t>
            </a:r>
            <a:r>
              <a:rPr lang="en-US" altLang="zh-CN" sz="1800" dirty="0" smtClean="0"/>
              <a:t>3</a:t>
            </a:r>
            <a:r>
              <a:rPr lang="zh-CN" altLang="en-US" sz="1800" dirty="0" smtClean="0"/>
              <a:t>、</a:t>
            </a:r>
            <a:r>
              <a:rPr lang="en-US" altLang="zh-CN" sz="1800" dirty="0" smtClean="0"/>
              <a:t>...</a:t>
            </a:r>
            <a:r>
              <a:rPr lang="zh-CN" altLang="en-US" sz="1800" dirty="0" smtClean="0"/>
              <a:t>、</a:t>
            </a:r>
            <a:r>
              <a:rPr lang="en-US" altLang="zh-CN" sz="1800" dirty="0" smtClean="0"/>
              <a:t>n-1</a:t>
            </a:r>
            <a:r>
              <a:rPr lang="zh-CN" altLang="en-US" sz="1800" dirty="0" smtClean="0"/>
              <a:t>是否为素数</a:t>
            </a:r>
            <a:endParaRPr lang="zh-CN" altLang="en-US" sz="1800" dirty="0" smtClean="0"/>
          </a:p>
          <a:p>
            <a:pPr eaLnBrk="1" hangingPunct="1">
              <a:lnSpc>
                <a:spcPct val="80000"/>
              </a:lnSpc>
              <a:buNone/>
              <a:defRPr/>
            </a:pPr>
            <a:r>
              <a:rPr lang="zh-CN" altLang="en-US" sz="2000" dirty="0" smtClean="0"/>
              <a:t>	</a:t>
            </a:r>
            <a:r>
              <a:rPr lang="en-US" altLang="zh-CN" sz="2000" dirty="0" smtClean="0"/>
              <a:t>{	</a:t>
            </a:r>
            <a:r>
              <a:rPr lang="en-US" altLang="zh-CN" sz="2000" dirty="0" err="1"/>
              <a:t>int</a:t>
            </a:r>
            <a:r>
              <a:rPr lang="en-US" altLang="zh-CN" sz="2000" dirty="0"/>
              <a:t> j=2,k=(</a:t>
            </a:r>
            <a:r>
              <a:rPr lang="en-US" altLang="zh-CN" sz="2000" dirty="0" err="1"/>
              <a:t>int</a:t>
            </a:r>
            <a:r>
              <a:rPr lang="en-US" altLang="zh-CN" sz="2000" dirty="0"/>
              <a:t>)</a:t>
            </a:r>
            <a:r>
              <a:rPr lang="en-US" altLang="zh-CN" sz="2000" dirty="0" err="1"/>
              <a:t>sqrt</a:t>
            </a:r>
            <a:r>
              <a:rPr lang="en-US" altLang="zh-CN" sz="2000" dirty="0"/>
              <a:t>((double)</a:t>
            </a:r>
            <a:r>
              <a:rPr lang="en-US" altLang="zh-CN" sz="2000" dirty="0" err="1"/>
              <a:t>i</a:t>
            </a:r>
            <a:r>
              <a:rPr lang="en-US" altLang="zh-CN" sz="2000" dirty="0"/>
              <a:t>);</a:t>
            </a:r>
            <a:endParaRPr lang="en-US" altLang="zh-CN" sz="2000" dirty="0"/>
          </a:p>
          <a:p>
            <a:pPr eaLnBrk="1" hangingPunct="1">
              <a:lnSpc>
                <a:spcPct val="80000"/>
              </a:lnSpc>
              <a:buNone/>
              <a:defRPr/>
            </a:pPr>
            <a:r>
              <a:rPr lang="en-US" altLang="zh-CN" sz="2000" dirty="0"/>
              <a:t>	</a:t>
            </a:r>
            <a:r>
              <a:rPr lang="en-US" altLang="zh-CN" sz="2000" dirty="0" smtClean="0"/>
              <a:t>	while </a:t>
            </a:r>
            <a:r>
              <a:rPr lang="en-US" altLang="zh-CN" sz="2000" dirty="0"/>
              <a:t>(j &lt;= k &amp;&amp; </a:t>
            </a:r>
            <a:r>
              <a:rPr lang="en-US" altLang="zh-CN" sz="2000" dirty="0" err="1"/>
              <a:t>i%j</a:t>
            </a:r>
            <a:r>
              <a:rPr lang="en-US" altLang="zh-CN" sz="2000" dirty="0"/>
              <a:t> != 0)</a:t>
            </a:r>
            <a:endParaRPr lang="zh-CN" altLang="en-US" sz="1800" dirty="0"/>
          </a:p>
          <a:p>
            <a:pPr eaLnBrk="1" hangingPunct="1">
              <a:lnSpc>
                <a:spcPct val="80000"/>
              </a:lnSpc>
              <a:buNone/>
              <a:defRPr/>
            </a:pPr>
            <a:r>
              <a:rPr lang="zh-CN" altLang="en-US" sz="2000" dirty="0"/>
              <a:t>	</a:t>
            </a:r>
            <a:r>
              <a:rPr lang="en-US" altLang="zh-CN" sz="2000" dirty="0"/>
              <a:t> </a:t>
            </a:r>
            <a:r>
              <a:rPr lang="en-US" altLang="zh-CN" sz="2000" dirty="0" smtClean="0"/>
              <a:t>	  </a:t>
            </a:r>
            <a:r>
              <a:rPr lang="en-US" altLang="zh-CN" sz="2000" dirty="0" err="1"/>
              <a:t>j++</a:t>
            </a:r>
            <a:r>
              <a:rPr lang="en-US" altLang="zh-CN" sz="2000" dirty="0"/>
              <a:t>;</a:t>
            </a:r>
            <a:endParaRPr lang="en-US" altLang="zh-CN" sz="2000" dirty="0"/>
          </a:p>
          <a:p>
            <a:pPr eaLnBrk="1" hangingPunct="1">
              <a:lnSpc>
                <a:spcPct val="80000"/>
              </a:lnSpc>
              <a:buNone/>
              <a:defRPr/>
            </a:pPr>
            <a:r>
              <a:rPr lang="en-US" altLang="zh-CN" sz="2000" dirty="0"/>
              <a:t>	</a:t>
            </a:r>
            <a:r>
              <a:rPr lang="en-US" altLang="zh-CN" sz="2000" dirty="0" smtClean="0"/>
              <a:t>	if </a:t>
            </a:r>
            <a:r>
              <a:rPr lang="en-US" altLang="zh-CN" sz="2000" dirty="0"/>
              <a:t>(j &gt; k) //</a:t>
            </a:r>
            <a:r>
              <a:rPr lang="en-US" altLang="zh-CN" sz="2000" dirty="0" err="1"/>
              <a:t>i</a:t>
            </a:r>
            <a:r>
              <a:rPr lang="zh-CN" altLang="en-US" sz="2000" dirty="0"/>
              <a:t>是素数</a:t>
            </a:r>
            <a:endParaRPr lang="zh-CN" altLang="en-US" sz="2000" dirty="0"/>
          </a:p>
          <a:p>
            <a:pPr eaLnBrk="1" hangingPunct="1">
              <a:lnSpc>
                <a:spcPct val="80000"/>
              </a:lnSpc>
              <a:buFont typeface="Wingdings" panose="05000000000000000000" pitchFamily="2" charset="2"/>
              <a:buNone/>
              <a:defRPr/>
            </a:pPr>
            <a:r>
              <a:rPr lang="en-US" altLang="zh-CN" sz="2000" dirty="0" smtClean="0"/>
              <a:t>		</a:t>
            </a:r>
            <a:r>
              <a:rPr lang="zh-CN" altLang="en-US" sz="2000" dirty="0" smtClean="0"/>
              <a:t>  </a:t>
            </a:r>
            <a:r>
              <a:rPr lang="en-US" altLang="zh-CN" sz="2000" dirty="0" err="1" smtClean="0"/>
              <a:t>cout</a:t>
            </a:r>
            <a:r>
              <a:rPr lang="en-US" altLang="zh-CN" sz="2000" dirty="0" smtClean="0"/>
              <a:t> &lt;&lt; </a:t>
            </a:r>
            <a:r>
              <a:rPr lang="en-US" altLang="zh-CN" sz="2000" dirty="0" err="1" smtClean="0"/>
              <a:t>i</a:t>
            </a:r>
            <a:r>
              <a:rPr lang="en-US" altLang="zh-CN" sz="2000" dirty="0" smtClean="0"/>
              <a:t> &lt;&lt; " ";</a:t>
            </a:r>
            <a:endParaRPr lang="en-US" altLang="zh-CN" sz="2000" dirty="0" smtClean="0"/>
          </a:p>
          <a:p>
            <a:pPr eaLnBrk="1" hangingPunct="1">
              <a:lnSpc>
                <a:spcPct val="80000"/>
              </a:lnSpc>
              <a:buFont typeface="Wingdings" panose="05000000000000000000" pitchFamily="2" charset="2"/>
              <a:buNone/>
              <a:defRPr/>
            </a:pPr>
            <a:r>
              <a:rPr lang="en-US" altLang="zh-CN" sz="2000" dirty="0" smtClean="0"/>
              <a:t>	}</a:t>
            </a:r>
            <a:endParaRPr lang="en-US" altLang="zh-CN" sz="2000" dirty="0" smtClean="0"/>
          </a:p>
          <a:p>
            <a:pPr eaLnBrk="1" hangingPunct="1">
              <a:lnSpc>
                <a:spcPct val="80000"/>
              </a:lnSpc>
              <a:buFont typeface="Wingdings" panose="05000000000000000000" pitchFamily="2" charset="2"/>
              <a:buNone/>
              <a:defRPr/>
            </a:pPr>
            <a:r>
              <a:rPr lang="en-US" altLang="zh-CN" sz="2000" dirty="0" smtClean="0"/>
              <a:t>	</a:t>
            </a:r>
            <a:r>
              <a:rPr lang="en-US" altLang="zh-CN" sz="2000" dirty="0" err="1" smtClean="0"/>
              <a:t>cout</a:t>
            </a:r>
            <a:r>
              <a:rPr lang="en-US" altLang="zh-CN" sz="2000" dirty="0" smtClean="0"/>
              <a:t> &lt;&lt; </a:t>
            </a:r>
            <a:r>
              <a:rPr lang="en-US" altLang="zh-CN" sz="2000" dirty="0" err="1" smtClean="0"/>
              <a:t>endl</a:t>
            </a:r>
            <a:r>
              <a:rPr lang="en-US" altLang="zh-CN" sz="2000" dirty="0" smtClean="0"/>
              <a:t>;</a:t>
            </a:r>
            <a:endParaRPr lang="en-US" altLang="zh-CN" sz="2000" dirty="0" smtClean="0"/>
          </a:p>
          <a:p>
            <a:pPr eaLnBrk="1" hangingPunct="1">
              <a:lnSpc>
                <a:spcPct val="80000"/>
              </a:lnSpc>
              <a:buFont typeface="Wingdings" panose="05000000000000000000" pitchFamily="2" charset="2"/>
              <a:buNone/>
              <a:defRPr/>
            </a:pPr>
            <a:r>
              <a:rPr lang="en-US" altLang="zh-CN" sz="2000" dirty="0" smtClean="0"/>
              <a:t>	return 0;</a:t>
            </a:r>
            <a:endParaRPr lang="en-US" altLang="zh-CN" sz="2000" dirty="0" smtClean="0"/>
          </a:p>
          <a:p>
            <a:pPr eaLnBrk="1" hangingPunct="1">
              <a:lnSpc>
                <a:spcPct val="80000"/>
              </a:lnSpc>
              <a:buFont typeface="Wingdings" panose="05000000000000000000" pitchFamily="2" charset="2"/>
              <a:buNone/>
              <a:defRPr/>
            </a:pPr>
            <a:r>
              <a:rPr lang="en-US" altLang="zh-CN" sz="2000" dirty="0" smtClean="0"/>
              <a:t>}</a:t>
            </a:r>
            <a:endParaRPr lang="en-US" altLang="zh-CN" sz="2000" dirty="0" smtClean="0"/>
          </a:p>
          <a:p>
            <a:pPr eaLnBrk="1" hangingPunct="1">
              <a:lnSpc>
                <a:spcPct val="80000"/>
              </a:lnSpc>
              <a:buFont typeface="Wingdings" panose="05000000000000000000" pitchFamily="2" charset="2"/>
              <a:buNone/>
              <a:defRPr/>
            </a:pPr>
            <a:r>
              <a:rPr lang="zh-CN" altLang="en-US" sz="2000" dirty="0" smtClean="0"/>
              <a:t>注意：上面的</a:t>
            </a:r>
            <a:r>
              <a:rPr lang="en-US" altLang="zh-CN" sz="2000" dirty="0" smtClean="0"/>
              <a:t>for</a:t>
            </a:r>
            <a:r>
              <a:rPr lang="zh-CN" altLang="en-US" sz="2000" dirty="0" smtClean="0"/>
              <a:t>循环中，偶数没有必要再判断它们是否为素数</a:t>
            </a:r>
            <a:r>
              <a:rPr lang="zh-CN" altLang="en-US" sz="2000" dirty="0"/>
              <a:t>。</a:t>
            </a:r>
            <a:endParaRPr lang="zh-CN" altLang="en-US" sz="2000" dirty="0" smtClean="0"/>
          </a:p>
        </p:txBody>
      </p:sp>
      <p:sp>
        <p:nvSpPr>
          <p:cNvPr id="193539" name="Rectangle 3"/>
          <p:cNvSpPr>
            <a:spLocks noGrp="1" noChangeArrowheads="1"/>
          </p:cNvSpPr>
          <p:nvPr>
            <p:ph type="title"/>
          </p:nvPr>
        </p:nvSpPr>
        <p:spPr>
          <a:xfrm>
            <a:off x="0" y="71438"/>
            <a:ext cx="9144000" cy="836612"/>
          </a:xfrm>
        </p:spPr>
        <p:txBody>
          <a:bodyPr/>
          <a:lstStyle/>
          <a:p>
            <a:pPr algn="l" eaLnBrk="1" hangingPunct="1">
              <a:defRPr/>
            </a:pPr>
            <a:r>
              <a:rPr lang="zh-CN" altLang="en-US" sz="3600" dirty="0" smtClean="0">
                <a:latin typeface="+mj-ea"/>
              </a:rPr>
              <a:t>例：编程求出小于</a:t>
            </a:r>
            <a:r>
              <a:rPr lang="en-US" altLang="zh-CN" sz="3600" dirty="0" smtClean="0">
                <a:latin typeface="+mj-ea"/>
              </a:rPr>
              <a:t>n</a:t>
            </a:r>
            <a:r>
              <a:rPr lang="zh-CN" altLang="en-US" sz="3600" dirty="0" smtClean="0">
                <a:latin typeface="+mj-ea"/>
              </a:rPr>
              <a:t>的所有素数（穷举法）</a:t>
            </a:r>
            <a:endParaRPr lang="zh-CN" altLang="en-US" sz="3600" dirty="0" smtClean="0">
              <a:latin typeface="+mj-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93538">
                                            <p:txEl>
                                              <p:pRg st="8" end="8"/>
                                            </p:txEl>
                                          </p:spTgt>
                                        </p:tgtEl>
                                        <p:attrNameLst>
                                          <p:attrName>style.visibility</p:attrName>
                                        </p:attrNameLst>
                                      </p:cBhvr>
                                      <p:to>
                                        <p:strVal val="visible"/>
                                      </p:to>
                                    </p:set>
                                    <p:animEffect transition="in" filter="blinds(horizontal)">
                                      <p:cBhvr>
                                        <p:cTn id="7" dur="500"/>
                                        <p:tgtEl>
                                          <p:spTgt spid="193538">
                                            <p:txEl>
                                              <p:pRg st="8" end="8"/>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193538">
                                            <p:txEl>
                                              <p:pRg st="9" end="9"/>
                                            </p:txEl>
                                          </p:spTgt>
                                        </p:tgtEl>
                                        <p:attrNameLst>
                                          <p:attrName>style.visibility</p:attrName>
                                        </p:attrNameLst>
                                      </p:cBhvr>
                                      <p:to>
                                        <p:strVal val="visible"/>
                                      </p:to>
                                    </p:set>
                                    <p:animEffect transition="in" filter="blinds(horizontal)">
                                      <p:cBhvr>
                                        <p:cTn id="10" dur="500"/>
                                        <p:tgtEl>
                                          <p:spTgt spid="193538">
                                            <p:txEl>
                                              <p:pRg st="9" end="9"/>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193538">
                                            <p:txEl>
                                              <p:pRg st="10" end="10"/>
                                            </p:txEl>
                                          </p:spTgt>
                                        </p:tgtEl>
                                        <p:attrNameLst>
                                          <p:attrName>style.visibility</p:attrName>
                                        </p:attrNameLst>
                                      </p:cBhvr>
                                      <p:to>
                                        <p:strVal val="visible"/>
                                      </p:to>
                                    </p:set>
                                    <p:animEffect transition="in" filter="blinds(horizontal)">
                                      <p:cBhvr>
                                        <p:cTn id="13" dur="500"/>
                                        <p:tgtEl>
                                          <p:spTgt spid="193538">
                                            <p:txEl>
                                              <p:pRg st="10" end="10"/>
                                            </p:txEl>
                                          </p:spTgt>
                                        </p:tgtEl>
                                      </p:cBhvr>
                                    </p:animEffect>
                                  </p:childTnLst>
                                </p:cTn>
                              </p:par>
                              <p:par>
                                <p:cTn id="14" presetID="3" presetClass="entr" presetSubtype="10" fill="hold" nodeType="withEffect">
                                  <p:stCondLst>
                                    <p:cond delay="0"/>
                                  </p:stCondLst>
                                  <p:childTnLst>
                                    <p:set>
                                      <p:cBhvr>
                                        <p:cTn id="15" dur="1" fill="hold">
                                          <p:stCondLst>
                                            <p:cond delay="0"/>
                                          </p:stCondLst>
                                        </p:cTn>
                                        <p:tgtEl>
                                          <p:spTgt spid="193538">
                                            <p:txEl>
                                              <p:pRg st="11" end="11"/>
                                            </p:txEl>
                                          </p:spTgt>
                                        </p:tgtEl>
                                        <p:attrNameLst>
                                          <p:attrName>style.visibility</p:attrName>
                                        </p:attrNameLst>
                                      </p:cBhvr>
                                      <p:to>
                                        <p:strVal val="visible"/>
                                      </p:to>
                                    </p:set>
                                    <p:animEffect transition="in" filter="blinds(horizontal)">
                                      <p:cBhvr>
                                        <p:cTn id="16" dur="500"/>
                                        <p:tgtEl>
                                          <p:spTgt spid="193538">
                                            <p:txEl>
                                              <p:pRg st="11" end="11"/>
                                            </p:txEl>
                                          </p:spTgt>
                                        </p:tgtEl>
                                      </p:cBhvr>
                                    </p:animEffect>
                                  </p:childTnLst>
                                </p:cTn>
                              </p:par>
                              <p:par>
                                <p:cTn id="17" presetID="3" presetClass="entr" presetSubtype="10" fill="hold" nodeType="withEffect">
                                  <p:stCondLst>
                                    <p:cond delay="0"/>
                                  </p:stCondLst>
                                  <p:childTnLst>
                                    <p:set>
                                      <p:cBhvr>
                                        <p:cTn id="18" dur="1" fill="hold">
                                          <p:stCondLst>
                                            <p:cond delay="0"/>
                                          </p:stCondLst>
                                        </p:cTn>
                                        <p:tgtEl>
                                          <p:spTgt spid="193538">
                                            <p:txEl>
                                              <p:pRg st="12" end="12"/>
                                            </p:txEl>
                                          </p:spTgt>
                                        </p:tgtEl>
                                        <p:attrNameLst>
                                          <p:attrName>style.visibility</p:attrName>
                                        </p:attrNameLst>
                                      </p:cBhvr>
                                      <p:to>
                                        <p:strVal val="visible"/>
                                      </p:to>
                                    </p:set>
                                    <p:animEffect transition="in" filter="blinds(horizontal)">
                                      <p:cBhvr>
                                        <p:cTn id="19" dur="500"/>
                                        <p:tgtEl>
                                          <p:spTgt spid="193538">
                                            <p:txEl>
                                              <p:pRg st="12" end="12"/>
                                            </p:txEl>
                                          </p:spTgt>
                                        </p:tgtEl>
                                      </p:cBhvr>
                                    </p:animEffect>
                                  </p:childTnLst>
                                </p:cTn>
                              </p:par>
                              <p:par>
                                <p:cTn id="20" presetID="3" presetClass="entr" presetSubtype="10" fill="hold" nodeType="withEffect">
                                  <p:stCondLst>
                                    <p:cond delay="0"/>
                                  </p:stCondLst>
                                  <p:childTnLst>
                                    <p:set>
                                      <p:cBhvr>
                                        <p:cTn id="21" dur="1" fill="hold">
                                          <p:stCondLst>
                                            <p:cond delay="0"/>
                                          </p:stCondLst>
                                        </p:cTn>
                                        <p:tgtEl>
                                          <p:spTgt spid="193538">
                                            <p:txEl>
                                              <p:pRg st="13" end="13"/>
                                            </p:txEl>
                                          </p:spTgt>
                                        </p:tgtEl>
                                        <p:attrNameLst>
                                          <p:attrName>style.visibility</p:attrName>
                                        </p:attrNameLst>
                                      </p:cBhvr>
                                      <p:to>
                                        <p:strVal val="visible"/>
                                      </p:to>
                                    </p:set>
                                    <p:animEffect transition="in" filter="blinds(horizontal)">
                                      <p:cBhvr>
                                        <p:cTn id="22" dur="500"/>
                                        <p:tgtEl>
                                          <p:spTgt spid="193538">
                                            <p:txEl>
                                              <p:pRg st="13" end="13"/>
                                            </p:txEl>
                                          </p:spTgt>
                                        </p:tgtEl>
                                      </p:cBhvr>
                                    </p:animEffect>
                                  </p:childTnLst>
                                </p:cTn>
                              </p:par>
                              <p:par>
                                <p:cTn id="23" presetID="3" presetClass="entr" presetSubtype="10" fill="hold" nodeType="withEffect">
                                  <p:stCondLst>
                                    <p:cond delay="0"/>
                                  </p:stCondLst>
                                  <p:childTnLst>
                                    <p:set>
                                      <p:cBhvr>
                                        <p:cTn id="24" dur="1" fill="hold">
                                          <p:stCondLst>
                                            <p:cond delay="0"/>
                                          </p:stCondLst>
                                        </p:cTn>
                                        <p:tgtEl>
                                          <p:spTgt spid="193538">
                                            <p:txEl>
                                              <p:pRg st="14" end="14"/>
                                            </p:txEl>
                                          </p:spTgt>
                                        </p:tgtEl>
                                        <p:attrNameLst>
                                          <p:attrName>style.visibility</p:attrName>
                                        </p:attrNameLst>
                                      </p:cBhvr>
                                      <p:to>
                                        <p:strVal val="visible"/>
                                      </p:to>
                                    </p:set>
                                    <p:animEffect transition="in" filter="blinds(horizontal)">
                                      <p:cBhvr>
                                        <p:cTn id="25" dur="500"/>
                                        <p:tgtEl>
                                          <p:spTgt spid="193538">
                                            <p:txEl>
                                              <p:pRg st="14" end="14"/>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nodeType="clickEffect">
                                  <p:stCondLst>
                                    <p:cond delay="0"/>
                                  </p:stCondLst>
                                  <p:childTnLst>
                                    <p:set>
                                      <p:cBhvr>
                                        <p:cTn id="29" dur="1" fill="hold">
                                          <p:stCondLst>
                                            <p:cond delay="0"/>
                                          </p:stCondLst>
                                        </p:cTn>
                                        <p:tgtEl>
                                          <p:spTgt spid="193538">
                                            <p:txEl>
                                              <p:pRg st="17" end="17"/>
                                            </p:txEl>
                                          </p:spTgt>
                                        </p:tgtEl>
                                        <p:attrNameLst>
                                          <p:attrName>style.visibility</p:attrName>
                                        </p:attrNameLst>
                                      </p:cBhvr>
                                      <p:to>
                                        <p:strVal val="visible"/>
                                      </p:to>
                                    </p:set>
                                    <p:anim calcmode="lin" valueType="num">
                                      <p:cBhvr additive="base">
                                        <p:cTn id="30" dur="500" fill="hold"/>
                                        <p:tgtEl>
                                          <p:spTgt spid="193538">
                                            <p:txEl>
                                              <p:pRg st="17" end="17"/>
                                            </p:txEl>
                                          </p:spTgt>
                                        </p:tgtEl>
                                        <p:attrNameLst>
                                          <p:attrName>ppt_x</p:attrName>
                                        </p:attrNameLst>
                                      </p:cBhvr>
                                      <p:tavLst>
                                        <p:tav tm="0">
                                          <p:val>
                                            <p:strVal val="#ppt_x"/>
                                          </p:val>
                                        </p:tav>
                                        <p:tav tm="100000">
                                          <p:val>
                                            <p:strVal val="#ppt_x"/>
                                          </p:val>
                                        </p:tav>
                                      </p:tavLst>
                                    </p:anim>
                                    <p:anim calcmode="lin" valueType="num">
                                      <p:cBhvr additive="base">
                                        <p:cTn id="31" dur="500" fill="hold"/>
                                        <p:tgtEl>
                                          <p:spTgt spid="193538">
                                            <p:txEl>
                                              <p:pRg st="17" end="1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62" name="Rectangle 2"/>
          <p:cNvSpPr>
            <a:spLocks noGrp="1" noChangeArrowheads="1"/>
          </p:cNvSpPr>
          <p:nvPr>
            <p:ph type="body" idx="1"/>
          </p:nvPr>
        </p:nvSpPr>
        <p:spPr>
          <a:xfrm>
            <a:off x="250825" y="980728"/>
            <a:ext cx="8642350" cy="5760640"/>
          </a:xfrm>
        </p:spPr>
        <p:txBody>
          <a:bodyPr/>
          <a:lstStyle/>
          <a:p>
            <a:pPr eaLnBrk="1" hangingPunct="1">
              <a:lnSpc>
                <a:spcPct val="80000"/>
              </a:lnSpc>
              <a:buFont typeface="Wingdings" panose="05000000000000000000" pitchFamily="2" charset="2"/>
              <a:buNone/>
              <a:defRPr/>
            </a:pPr>
            <a:r>
              <a:rPr lang="en-US" altLang="zh-CN" sz="2000" dirty="0" smtClean="0"/>
              <a:t>#include &lt;</a:t>
            </a:r>
            <a:r>
              <a:rPr lang="en-US" altLang="zh-CN" sz="2000" dirty="0" err="1" smtClean="0"/>
              <a:t>iostream</a:t>
            </a:r>
            <a:r>
              <a:rPr lang="en-US" altLang="zh-CN" sz="2000" dirty="0" smtClean="0"/>
              <a:t>&gt;</a:t>
            </a:r>
            <a:endParaRPr lang="en-US" altLang="zh-CN" sz="2000" dirty="0" smtClean="0"/>
          </a:p>
          <a:p>
            <a:pPr eaLnBrk="1" hangingPunct="1">
              <a:lnSpc>
                <a:spcPct val="80000"/>
              </a:lnSpc>
              <a:buFont typeface="Wingdings" panose="05000000000000000000" pitchFamily="2" charset="2"/>
              <a:buNone/>
              <a:defRPr/>
            </a:pPr>
            <a:r>
              <a:rPr lang="en-US" altLang="zh-CN" sz="2000" dirty="0" smtClean="0"/>
              <a:t>#include &lt;</a:t>
            </a:r>
            <a:r>
              <a:rPr lang="en-US" altLang="zh-CN" sz="2000" dirty="0" err="1" smtClean="0"/>
              <a:t>cmath</a:t>
            </a:r>
            <a:r>
              <a:rPr lang="en-US" altLang="zh-CN" sz="2000" dirty="0" smtClean="0"/>
              <a:t>&gt;</a:t>
            </a:r>
            <a:endParaRPr lang="en-US" altLang="zh-CN" sz="2000" dirty="0" smtClean="0"/>
          </a:p>
          <a:p>
            <a:pPr eaLnBrk="1" hangingPunct="1">
              <a:lnSpc>
                <a:spcPct val="80000"/>
              </a:lnSpc>
              <a:buFont typeface="Wingdings" panose="05000000000000000000" pitchFamily="2" charset="2"/>
              <a:buNone/>
              <a:defRPr/>
            </a:pPr>
            <a:r>
              <a:rPr lang="en-US" altLang="zh-CN" sz="2000" dirty="0" smtClean="0"/>
              <a:t>using namespace </a:t>
            </a:r>
            <a:r>
              <a:rPr lang="en-US" altLang="zh-CN" sz="2000" dirty="0" err="1" smtClean="0"/>
              <a:t>std</a:t>
            </a:r>
            <a:r>
              <a:rPr lang="en-US" altLang="zh-CN" sz="2000" dirty="0" smtClean="0"/>
              <a:t>;</a:t>
            </a:r>
            <a:endParaRPr lang="en-US" altLang="zh-CN" sz="2000" dirty="0" smtClean="0"/>
          </a:p>
          <a:p>
            <a:pPr eaLnBrk="1" hangingPunct="1">
              <a:lnSpc>
                <a:spcPct val="80000"/>
              </a:lnSpc>
              <a:buFont typeface="Wingdings" panose="05000000000000000000" pitchFamily="2" charset="2"/>
              <a:buNone/>
              <a:defRPr/>
            </a:pPr>
            <a:r>
              <a:rPr lang="en-US" altLang="zh-CN" sz="2000" dirty="0" err="1" smtClean="0"/>
              <a:t>int</a:t>
            </a:r>
            <a:r>
              <a:rPr lang="en-US" altLang="zh-CN" sz="2000" dirty="0" smtClean="0"/>
              <a:t> main()</a:t>
            </a:r>
            <a:endParaRPr lang="en-US" altLang="zh-CN" sz="2000" dirty="0" smtClean="0"/>
          </a:p>
          <a:p>
            <a:pPr eaLnBrk="1" hangingPunct="1">
              <a:lnSpc>
                <a:spcPct val="80000"/>
              </a:lnSpc>
              <a:buFont typeface="Wingdings" panose="05000000000000000000" pitchFamily="2" charset="2"/>
              <a:buNone/>
              <a:defRPr/>
            </a:pPr>
            <a:r>
              <a:rPr lang="en-US" altLang="zh-CN" sz="2000" dirty="0" smtClean="0"/>
              <a:t>{	</a:t>
            </a:r>
            <a:r>
              <a:rPr lang="en-US" altLang="zh-CN" sz="2000" dirty="0" err="1" smtClean="0"/>
              <a:t>int</a:t>
            </a:r>
            <a:r>
              <a:rPr lang="en-US" altLang="zh-CN" sz="2000" dirty="0" smtClean="0"/>
              <a:t> n;</a:t>
            </a:r>
            <a:endParaRPr lang="en-US" altLang="zh-CN" sz="2000" dirty="0" smtClean="0"/>
          </a:p>
          <a:p>
            <a:pPr eaLnBrk="1" hangingPunct="1">
              <a:lnSpc>
                <a:spcPct val="80000"/>
              </a:lnSpc>
              <a:buFont typeface="Wingdings" panose="05000000000000000000" pitchFamily="2" charset="2"/>
              <a:buNone/>
              <a:defRPr/>
            </a:pPr>
            <a:r>
              <a:rPr lang="en-US" altLang="zh-CN" sz="2000" dirty="0" smtClean="0"/>
              <a:t>	</a:t>
            </a:r>
            <a:r>
              <a:rPr lang="en-US" altLang="zh-CN" sz="2000" dirty="0" err="1" smtClean="0"/>
              <a:t>cin</a:t>
            </a:r>
            <a:r>
              <a:rPr lang="en-US" altLang="zh-CN" sz="2000" dirty="0" smtClean="0"/>
              <a:t> &gt;&gt; n;   //</a:t>
            </a:r>
            <a:r>
              <a:rPr lang="zh-CN" altLang="en-US" sz="2000" dirty="0" smtClean="0"/>
              <a:t>从键盘输入一个数</a:t>
            </a:r>
            <a:endParaRPr lang="zh-CN" altLang="en-US" sz="2000" dirty="0" smtClean="0"/>
          </a:p>
          <a:p>
            <a:pPr eaLnBrk="1" hangingPunct="1">
              <a:lnSpc>
                <a:spcPct val="80000"/>
              </a:lnSpc>
              <a:buFont typeface="Wingdings" panose="05000000000000000000" pitchFamily="2" charset="2"/>
              <a:buNone/>
              <a:defRPr/>
            </a:pPr>
            <a:r>
              <a:rPr lang="zh-CN" altLang="en-US" sz="2000" dirty="0" smtClean="0"/>
              <a:t>	</a:t>
            </a:r>
            <a:r>
              <a:rPr lang="en-US" altLang="zh-CN" sz="2000" dirty="0" smtClean="0"/>
              <a:t>if (n &lt;= 2) return -1;</a:t>
            </a:r>
            <a:endParaRPr lang="en-US" altLang="zh-CN" sz="2000" dirty="0" smtClean="0"/>
          </a:p>
          <a:p>
            <a:pPr eaLnBrk="1" hangingPunct="1">
              <a:lnSpc>
                <a:spcPct val="80000"/>
              </a:lnSpc>
              <a:buFont typeface="Wingdings" panose="05000000000000000000" pitchFamily="2" charset="2"/>
              <a:buNone/>
              <a:defRPr/>
            </a:pPr>
            <a:r>
              <a:rPr lang="en-US" altLang="zh-CN" sz="2000" dirty="0" smtClean="0"/>
              <a:t>	</a:t>
            </a:r>
            <a:r>
              <a:rPr lang="en-US" altLang="zh-CN" sz="2000" dirty="0" err="1" smtClean="0"/>
              <a:t>cout</a:t>
            </a:r>
            <a:r>
              <a:rPr lang="en-US" altLang="zh-CN" sz="2000" dirty="0" smtClean="0"/>
              <a:t> &lt;&lt; 2 &lt;&lt; ",";  //</a:t>
            </a:r>
            <a:r>
              <a:rPr lang="zh-CN" altLang="en-US" sz="2000" dirty="0" smtClean="0"/>
              <a:t>输出第一个素数</a:t>
            </a:r>
            <a:endParaRPr lang="zh-CN" altLang="en-US" sz="2000" dirty="0" smtClean="0"/>
          </a:p>
          <a:p>
            <a:pPr eaLnBrk="1" hangingPunct="1">
              <a:lnSpc>
                <a:spcPct val="80000"/>
              </a:lnSpc>
              <a:buFont typeface="Wingdings" panose="05000000000000000000" pitchFamily="2" charset="2"/>
              <a:buNone/>
              <a:defRPr/>
            </a:pPr>
            <a:r>
              <a:rPr lang="zh-CN" altLang="en-US" sz="2000" dirty="0" smtClean="0"/>
              <a:t>	</a:t>
            </a:r>
            <a:r>
              <a:rPr lang="en-US" altLang="zh-CN" sz="2000" dirty="0" smtClean="0"/>
              <a:t>for (</a:t>
            </a:r>
            <a:r>
              <a:rPr lang="en-US" altLang="zh-CN" sz="2000" dirty="0" err="1" smtClean="0"/>
              <a:t>int</a:t>
            </a:r>
            <a:r>
              <a:rPr lang="en-US" altLang="zh-CN" sz="2000" dirty="0" smtClean="0"/>
              <a:t> </a:t>
            </a:r>
            <a:r>
              <a:rPr lang="en-US" altLang="zh-CN" sz="2000" dirty="0" err="1" smtClean="0"/>
              <a:t>i</a:t>
            </a:r>
            <a:r>
              <a:rPr lang="en-US" altLang="zh-CN" sz="2000" dirty="0" smtClean="0"/>
              <a:t>=</a:t>
            </a:r>
            <a:r>
              <a:rPr lang="en-US" altLang="zh-CN" sz="2000" dirty="0" smtClean="0">
                <a:solidFill>
                  <a:srgbClr val="FFC000"/>
                </a:solidFill>
              </a:rPr>
              <a:t>3</a:t>
            </a:r>
            <a:r>
              <a:rPr lang="en-US" altLang="zh-CN" sz="2000" dirty="0" smtClean="0"/>
              <a:t>; </a:t>
            </a:r>
            <a:r>
              <a:rPr lang="en-US" altLang="zh-CN" sz="2000" dirty="0" err="1" smtClean="0"/>
              <a:t>i</a:t>
            </a:r>
            <a:r>
              <a:rPr lang="en-US" altLang="zh-CN" sz="2000" dirty="0" smtClean="0"/>
              <a:t>&lt;n; </a:t>
            </a:r>
            <a:r>
              <a:rPr lang="en-US" altLang="zh-CN" sz="2000" dirty="0" err="1" smtClean="0"/>
              <a:t>i</a:t>
            </a:r>
            <a:r>
              <a:rPr lang="en-US" altLang="zh-CN" sz="2000" dirty="0" smtClean="0"/>
              <a:t>+=</a:t>
            </a:r>
            <a:r>
              <a:rPr lang="en-US" altLang="zh-CN" sz="2000" dirty="0" smtClean="0">
                <a:solidFill>
                  <a:srgbClr val="FFC000"/>
                </a:solidFill>
              </a:rPr>
              <a:t>2</a:t>
            </a:r>
            <a:r>
              <a:rPr lang="en-US" altLang="zh-CN" sz="2000" dirty="0" smtClean="0"/>
              <a:t>)  </a:t>
            </a:r>
            <a:r>
              <a:rPr lang="en-US" altLang="zh-CN" sz="1800" dirty="0" smtClean="0"/>
              <a:t>//</a:t>
            </a:r>
            <a:r>
              <a:rPr lang="zh-CN" altLang="en-US" sz="1800" dirty="0" smtClean="0"/>
              <a:t>循环：分别判断</a:t>
            </a:r>
            <a:r>
              <a:rPr lang="en-US" altLang="zh-CN" sz="1800" dirty="0" smtClean="0"/>
              <a:t>3</a:t>
            </a:r>
            <a:r>
              <a:rPr lang="zh-CN" altLang="en-US" sz="1800" dirty="0" smtClean="0"/>
              <a:t>、</a:t>
            </a:r>
            <a:r>
              <a:rPr lang="en-US" altLang="zh-CN" sz="1800" dirty="0" smtClean="0"/>
              <a:t>5</a:t>
            </a:r>
            <a:r>
              <a:rPr lang="zh-CN" altLang="en-US" sz="1800" dirty="0" smtClean="0"/>
              <a:t>、</a:t>
            </a:r>
            <a:r>
              <a:rPr lang="en-US" altLang="zh-CN" sz="1800" dirty="0" smtClean="0"/>
              <a:t>...</a:t>
            </a:r>
            <a:r>
              <a:rPr lang="zh-CN" altLang="en-US" sz="1800" dirty="0" smtClean="0"/>
              <a:t>、是否为素数</a:t>
            </a:r>
            <a:endParaRPr lang="zh-CN" altLang="en-US" sz="1800" dirty="0" smtClean="0"/>
          </a:p>
          <a:p>
            <a:pPr eaLnBrk="1" hangingPunct="1">
              <a:lnSpc>
                <a:spcPct val="80000"/>
              </a:lnSpc>
              <a:buNone/>
              <a:defRPr/>
            </a:pPr>
            <a:r>
              <a:rPr lang="zh-CN" altLang="en-US" sz="2000" dirty="0" smtClean="0"/>
              <a:t>	</a:t>
            </a:r>
            <a:r>
              <a:rPr lang="en-US" altLang="zh-CN" sz="2000" dirty="0" smtClean="0"/>
              <a:t>{	</a:t>
            </a:r>
            <a:r>
              <a:rPr lang="en-US" altLang="zh-CN" sz="2000" dirty="0" err="1"/>
              <a:t>int</a:t>
            </a:r>
            <a:r>
              <a:rPr lang="en-US" altLang="zh-CN" sz="2000" dirty="0"/>
              <a:t> j=2,k=(</a:t>
            </a:r>
            <a:r>
              <a:rPr lang="en-US" altLang="zh-CN" sz="2000" dirty="0" err="1"/>
              <a:t>int</a:t>
            </a:r>
            <a:r>
              <a:rPr lang="en-US" altLang="zh-CN" sz="2000" dirty="0"/>
              <a:t>)</a:t>
            </a:r>
            <a:r>
              <a:rPr lang="en-US" altLang="zh-CN" sz="2000" dirty="0" err="1"/>
              <a:t>sqrt</a:t>
            </a:r>
            <a:r>
              <a:rPr lang="en-US" altLang="zh-CN" sz="2000" dirty="0"/>
              <a:t>((double)</a:t>
            </a:r>
            <a:r>
              <a:rPr lang="en-US" altLang="zh-CN" sz="2000" dirty="0" err="1"/>
              <a:t>i</a:t>
            </a:r>
            <a:r>
              <a:rPr lang="en-US" altLang="zh-CN" sz="2000" dirty="0"/>
              <a:t>);</a:t>
            </a:r>
            <a:endParaRPr lang="en-US" altLang="zh-CN" sz="2000" dirty="0"/>
          </a:p>
          <a:p>
            <a:pPr eaLnBrk="1" hangingPunct="1">
              <a:lnSpc>
                <a:spcPct val="80000"/>
              </a:lnSpc>
              <a:buNone/>
              <a:defRPr/>
            </a:pPr>
            <a:r>
              <a:rPr lang="en-US" altLang="zh-CN" sz="2000" dirty="0"/>
              <a:t>		while (j &lt;= k &amp;&amp; </a:t>
            </a:r>
            <a:r>
              <a:rPr lang="en-US" altLang="zh-CN" sz="2000" dirty="0" err="1"/>
              <a:t>i%j</a:t>
            </a:r>
            <a:r>
              <a:rPr lang="en-US" altLang="zh-CN" sz="2000" dirty="0"/>
              <a:t> != 0)</a:t>
            </a:r>
            <a:endParaRPr lang="zh-CN" altLang="en-US" sz="1800" dirty="0"/>
          </a:p>
          <a:p>
            <a:pPr eaLnBrk="1" hangingPunct="1">
              <a:lnSpc>
                <a:spcPct val="80000"/>
              </a:lnSpc>
              <a:buNone/>
              <a:defRPr/>
            </a:pPr>
            <a:r>
              <a:rPr lang="zh-CN" altLang="en-US" sz="2000" dirty="0"/>
              <a:t>	</a:t>
            </a:r>
            <a:r>
              <a:rPr lang="en-US" altLang="zh-CN" sz="2000" dirty="0"/>
              <a:t> 	  </a:t>
            </a:r>
            <a:r>
              <a:rPr lang="en-US" altLang="zh-CN" sz="2000" dirty="0" err="1"/>
              <a:t>j++</a:t>
            </a:r>
            <a:r>
              <a:rPr lang="en-US" altLang="zh-CN" sz="2000" dirty="0"/>
              <a:t>;</a:t>
            </a:r>
            <a:endParaRPr lang="en-US" altLang="zh-CN" sz="2000" dirty="0"/>
          </a:p>
          <a:p>
            <a:pPr eaLnBrk="1" hangingPunct="1">
              <a:lnSpc>
                <a:spcPct val="80000"/>
              </a:lnSpc>
              <a:buNone/>
              <a:defRPr/>
            </a:pPr>
            <a:r>
              <a:rPr lang="en-US" altLang="zh-CN" sz="2000" dirty="0"/>
              <a:t>		if (j &gt; k) //</a:t>
            </a:r>
            <a:r>
              <a:rPr lang="en-US" altLang="zh-CN" sz="2000" dirty="0" err="1"/>
              <a:t>i</a:t>
            </a:r>
            <a:r>
              <a:rPr lang="zh-CN" altLang="en-US" sz="2000" dirty="0"/>
              <a:t>是素数</a:t>
            </a:r>
            <a:endParaRPr lang="zh-CN" altLang="en-US" sz="2000" dirty="0"/>
          </a:p>
          <a:p>
            <a:pPr eaLnBrk="1" hangingPunct="1">
              <a:lnSpc>
                <a:spcPct val="80000"/>
              </a:lnSpc>
              <a:buNone/>
              <a:defRPr/>
            </a:pPr>
            <a:r>
              <a:rPr lang="en-US" altLang="zh-CN" sz="2000" dirty="0"/>
              <a:t>		</a:t>
            </a:r>
            <a:r>
              <a:rPr lang="zh-CN" altLang="en-US" sz="2000" dirty="0"/>
              <a:t>  </a:t>
            </a:r>
            <a:r>
              <a:rPr lang="en-US" altLang="zh-CN" sz="2000" dirty="0" err="1"/>
              <a:t>cout</a:t>
            </a:r>
            <a:r>
              <a:rPr lang="en-US" altLang="zh-CN" sz="2000" dirty="0"/>
              <a:t> &lt;&lt; </a:t>
            </a:r>
            <a:r>
              <a:rPr lang="en-US" altLang="zh-CN" sz="2000" dirty="0" err="1"/>
              <a:t>i</a:t>
            </a:r>
            <a:r>
              <a:rPr lang="en-US" altLang="zh-CN" sz="2000" dirty="0"/>
              <a:t> &lt;&lt; </a:t>
            </a:r>
            <a:r>
              <a:rPr lang="en-US" altLang="zh-CN" sz="2000" dirty="0" smtClean="0"/>
              <a:t>"</a:t>
            </a:r>
            <a:r>
              <a:rPr lang="en-US" altLang="zh-CN" sz="2000" dirty="0"/>
              <a:t>,</a:t>
            </a:r>
            <a:r>
              <a:rPr lang="en-US" altLang="zh-CN" sz="2000" dirty="0" smtClean="0"/>
              <a:t>";</a:t>
            </a:r>
            <a:endParaRPr lang="en-US" altLang="zh-CN" sz="2000" dirty="0"/>
          </a:p>
          <a:p>
            <a:pPr eaLnBrk="1" hangingPunct="1">
              <a:lnSpc>
                <a:spcPct val="80000"/>
              </a:lnSpc>
              <a:buFont typeface="Wingdings" panose="05000000000000000000" pitchFamily="2" charset="2"/>
              <a:buNone/>
              <a:defRPr/>
            </a:pPr>
            <a:r>
              <a:rPr lang="en-US" altLang="zh-CN" sz="2000" dirty="0" smtClean="0"/>
              <a:t>	}</a:t>
            </a:r>
            <a:endParaRPr lang="en-US" altLang="zh-CN" sz="2000" dirty="0" smtClean="0"/>
          </a:p>
          <a:p>
            <a:pPr eaLnBrk="1" hangingPunct="1">
              <a:lnSpc>
                <a:spcPct val="80000"/>
              </a:lnSpc>
              <a:buFont typeface="Wingdings" panose="05000000000000000000" pitchFamily="2" charset="2"/>
              <a:buNone/>
              <a:defRPr/>
            </a:pPr>
            <a:r>
              <a:rPr lang="en-US" altLang="zh-CN" sz="2000" dirty="0" smtClean="0"/>
              <a:t>	</a:t>
            </a:r>
            <a:r>
              <a:rPr lang="en-US" altLang="zh-CN" sz="2000" dirty="0" err="1" smtClean="0"/>
              <a:t>cout</a:t>
            </a:r>
            <a:r>
              <a:rPr lang="en-US" altLang="zh-CN" sz="2000" dirty="0" smtClean="0"/>
              <a:t> &lt;&lt; </a:t>
            </a:r>
            <a:r>
              <a:rPr lang="en-US" altLang="zh-CN" sz="2000" dirty="0" err="1" smtClean="0"/>
              <a:t>endl</a:t>
            </a:r>
            <a:r>
              <a:rPr lang="en-US" altLang="zh-CN" sz="2000" dirty="0" smtClean="0"/>
              <a:t>;</a:t>
            </a:r>
            <a:endParaRPr lang="en-US" altLang="zh-CN" sz="2000" dirty="0" smtClean="0"/>
          </a:p>
          <a:p>
            <a:pPr eaLnBrk="1" hangingPunct="1">
              <a:lnSpc>
                <a:spcPct val="80000"/>
              </a:lnSpc>
              <a:buFont typeface="Wingdings" panose="05000000000000000000" pitchFamily="2" charset="2"/>
              <a:buNone/>
              <a:defRPr/>
            </a:pPr>
            <a:r>
              <a:rPr lang="en-US" altLang="zh-CN" sz="2000" dirty="0" smtClean="0"/>
              <a:t>	return 0;</a:t>
            </a:r>
            <a:endParaRPr lang="en-US" altLang="zh-CN" sz="2000" dirty="0" smtClean="0"/>
          </a:p>
          <a:p>
            <a:pPr eaLnBrk="1" hangingPunct="1">
              <a:lnSpc>
                <a:spcPct val="80000"/>
              </a:lnSpc>
              <a:buFont typeface="Wingdings" panose="05000000000000000000" pitchFamily="2" charset="2"/>
              <a:buNone/>
              <a:defRPr/>
            </a:pPr>
            <a:r>
              <a:rPr lang="en-US" altLang="zh-CN" sz="2000" dirty="0" smtClean="0"/>
              <a:t>}</a:t>
            </a:r>
            <a:endParaRPr lang="en-US" altLang="zh-CN" sz="2000" dirty="0" smtClean="0"/>
          </a:p>
          <a:p>
            <a:pPr eaLnBrk="1" hangingPunct="1">
              <a:lnSpc>
                <a:spcPct val="80000"/>
              </a:lnSpc>
              <a:buFont typeface="Wingdings" panose="05000000000000000000" pitchFamily="2" charset="2"/>
              <a:buNone/>
              <a:defRPr/>
            </a:pPr>
            <a:endParaRPr lang="en-US" altLang="zh-CN" sz="2000" dirty="0" smtClean="0"/>
          </a:p>
        </p:txBody>
      </p:sp>
    </p:spTree>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例：“百元买百鸡”问题</a:t>
            </a:r>
            <a:endParaRPr lang="zh-CN" altLang="en-US" dirty="0"/>
          </a:p>
        </p:txBody>
      </p:sp>
      <p:sp>
        <p:nvSpPr>
          <p:cNvPr id="3" name="内容占位符 2"/>
          <p:cNvSpPr>
            <a:spLocks noGrp="1"/>
          </p:cNvSpPr>
          <p:nvPr>
            <p:ph idx="1"/>
          </p:nvPr>
        </p:nvSpPr>
        <p:spPr>
          <a:xfrm>
            <a:off x="457200" y="1600200"/>
            <a:ext cx="8229600" cy="4925144"/>
          </a:xfrm>
        </p:spPr>
        <p:txBody>
          <a:bodyPr>
            <a:normAutofit/>
          </a:bodyPr>
          <a:lstStyle/>
          <a:p>
            <a:pPr eaLnBrk="1" hangingPunct="1"/>
            <a:r>
              <a:rPr lang="zh-CN" altLang="en-US" dirty="0"/>
              <a:t>我国古代数学家张丘建在</a:t>
            </a:r>
            <a:r>
              <a:rPr lang="en-US" altLang="zh-CN" dirty="0"/>
              <a:t>《</a:t>
            </a:r>
            <a:r>
              <a:rPr lang="zh-CN" altLang="en-US" dirty="0"/>
              <a:t>算经</a:t>
            </a:r>
            <a:r>
              <a:rPr lang="en-US" altLang="zh-CN" dirty="0"/>
              <a:t>》</a:t>
            </a:r>
            <a:r>
              <a:rPr lang="zh-CN" altLang="en-US" dirty="0"/>
              <a:t>一书中曾提出过著名的“</a:t>
            </a:r>
            <a:r>
              <a:rPr lang="zh-CN" altLang="en-US" dirty="0">
                <a:solidFill>
                  <a:srgbClr val="FFC000"/>
                </a:solidFill>
              </a:rPr>
              <a:t>百钱买百鸡</a:t>
            </a:r>
            <a:r>
              <a:rPr lang="zh-CN" altLang="en-US" dirty="0"/>
              <a:t>”</a:t>
            </a:r>
            <a:r>
              <a:rPr lang="zh-CN" altLang="en-US" dirty="0" smtClean="0"/>
              <a:t>问题：</a:t>
            </a:r>
            <a:endParaRPr lang="en-US" altLang="zh-CN" dirty="0" smtClean="0"/>
          </a:p>
          <a:p>
            <a:pPr lvl="1" eaLnBrk="1" hangingPunct="1"/>
            <a:r>
              <a:rPr lang="zh-CN" altLang="en-US" dirty="0" smtClean="0"/>
              <a:t>鸡</a:t>
            </a:r>
            <a:r>
              <a:rPr lang="zh-CN" altLang="en-US" dirty="0"/>
              <a:t>翁一，值钱五；鸡母一，值钱三；鸡雏三，值钱一；百钱买百鸡，则翁、母、雏各几何</a:t>
            </a:r>
            <a:r>
              <a:rPr lang="zh-CN" altLang="en-US" dirty="0" smtClean="0"/>
              <a:t>？</a:t>
            </a:r>
            <a:endParaRPr lang="en-US" altLang="zh-CN" dirty="0" smtClean="0"/>
          </a:p>
          <a:p>
            <a:r>
              <a:rPr lang="zh-CN" altLang="en-US" dirty="0" smtClean="0"/>
              <a:t>用</a:t>
            </a:r>
            <a:r>
              <a:rPr lang="en-US" altLang="zh-CN" dirty="0" smtClean="0"/>
              <a:t>100</a:t>
            </a:r>
            <a:r>
              <a:rPr lang="zh-CN" altLang="en-US" dirty="0" smtClean="0"/>
              <a:t>元钱买</a:t>
            </a:r>
            <a:r>
              <a:rPr lang="en-US" altLang="zh-CN" dirty="0" smtClean="0"/>
              <a:t>100</a:t>
            </a:r>
            <a:r>
              <a:rPr lang="zh-CN" altLang="en-US" dirty="0" smtClean="0"/>
              <a:t>只鸡：</a:t>
            </a:r>
            <a:endParaRPr lang="en-US" altLang="zh-CN" dirty="0" smtClean="0"/>
          </a:p>
          <a:p>
            <a:pPr lvl="1"/>
            <a:r>
              <a:rPr lang="zh-CN" altLang="en-US" dirty="0" smtClean="0"/>
              <a:t>公鸡</a:t>
            </a:r>
            <a:r>
              <a:rPr lang="en-US" altLang="zh-CN" dirty="0" smtClean="0"/>
              <a:t>5</a:t>
            </a:r>
            <a:r>
              <a:rPr lang="zh-CN" altLang="en-US" dirty="0" smtClean="0"/>
              <a:t>元</a:t>
            </a:r>
            <a:r>
              <a:rPr lang="en-US" altLang="zh-CN" dirty="0" smtClean="0"/>
              <a:t>1</a:t>
            </a:r>
            <a:r>
              <a:rPr lang="zh-CN" altLang="en-US" dirty="0" smtClean="0"/>
              <a:t>只</a:t>
            </a:r>
            <a:endParaRPr lang="en-US" altLang="zh-CN" dirty="0" smtClean="0"/>
          </a:p>
          <a:p>
            <a:pPr lvl="1"/>
            <a:r>
              <a:rPr lang="zh-CN" altLang="en-US" dirty="0"/>
              <a:t>母鸡</a:t>
            </a:r>
            <a:r>
              <a:rPr lang="en-US" altLang="zh-CN" dirty="0"/>
              <a:t>3</a:t>
            </a:r>
            <a:r>
              <a:rPr lang="zh-CN" altLang="en-US" dirty="0"/>
              <a:t>元</a:t>
            </a:r>
            <a:r>
              <a:rPr lang="en-US" altLang="zh-CN" dirty="0"/>
              <a:t>1</a:t>
            </a:r>
            <a:r>
              <a:rPr lang="zh-CN" altLang="en-US" dirty="0"/>
              <a:t>只</a:t>
            </a:r>
            <a:endParaRPr lang="en-US" altLang="zh-CN" dirty="0"/>
          </a:p>
          <a:p>
            <a:pPr lvl="1"/>
            <a:r>
              <a:rPr lang="zh-CN" altLang="en-US" dirty="0" smtClean="0"/>
              <a:t>小鸡</a:t>
            </a:r>
            <a:r>
              <a:rPr lang="en-US" altLang="zh-CN" dirty="0" smtClean="0"/>
              <a:t>1</a:t>
            </a:r>
            <a:r>
              <a:rPr lang="zh-CN" altLang="en-US" dirty="0" smtClean="0"/>
              <a:t>元</a:t>
            </a:r>
            <a:r>
              <a:rPr lang="en-US" altLang="zh-CN" dirty="0" smtClean="0"/>
              <a:t>3</a:t>
            </a:r>
            <a:r>
              <a:rPr lang="zh-CN" altLang="en-US" dirty="0" smtClean="0"/>
              <a:t>只（</a:t>
            </a:r>
            <a:r>
              <a:rPr lang="zh-CN" altLang="en-US" dirty="0" smtClean="0">
                <a:solidFill>
                  <a:srgbClr val="FFC000"/>
                </a:solidFill>
              </a:rPr>
              <a:t>必须整</a:t>
            </a:r>
            <a:r>
              <a:rPr lang="en-US" altLang="zh-CN" dirty="0" smtClean="0">
                <a:solidFill>
                  <a:srgbClr val="FFC000"/>
                </a:solidFill>
              </a:rPr>
              <a:t>3</a:t>
            </a:r>
            <a:r>
              <a:rPr lang="zh-CN" altLang="en-US" dirty="0" smtClean="0">
                <a:solidFill>
                  <a:srgbClr val="FFC000"/>
                </a:solidFill>
              </a:rPr>
              <a:t>只买！</a:t>
            </a:r>
            <a:r>
              <a:rPr lang="zh-CN" altLang="en-US" dirty="0" smtClean="0"/>
              <a:t>）</a:t>
            </a:r>
            <a:endParaRPr lang="en-US" altLang="zh-CN" dirty="0" smtClean="0"/>
          </a:p>
          <a:p>
            <a:pPr lvl="1"/>
            <a:r>
              <a:rPr lang="zh-CN" altLang="en-US" dirty="0" smtClean="0"/>
              <a:t>有几种买法？（公鸡、母鸡、小鸡各几只？）</a:t>
            </a:r>
            <a:endParaRPr lang="en-US" altLang="zh-CN" dirty="0" smtClean="0"/>
          </a:p>
          <a:p>
            <a:pPr lvl="1"/>
            <a:endParaRPr lang="zh-CN" altLang="en-US" dirty="0"/>
          </a:p>
        </p:txBody>
      </p:sp>
    </p:spTree>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251520" y="620688"/>
            <a:ext cx="8712968" cy="5616624"/>
          </a:xfrm>
        </p:spPr>
        <p:txBody>
          <a:bodyPr>
            <a:normAutofit fontScale="92500"/>
          </a:bodyPr>
          <a:lstStyle/>
          <a:p>
            <a:pPr eaLnBrk="1" hangingPunct="1"/>
            <a:r>
              <a:rPr lang="zh-CN" altLang="en-US" dirty="0"/>
              <a:t>问题</a:t>
            </a:r>
            <a:r>
              <a:rPr lang="zh-CN" altLang="en-US" dirty="0" smtClean="0"/>
              <a:t>抽象</a:t>
            </a:r>
            <a:r>
              <a:rPr lang="zh-CN" altLang="en-US" dirty="0"/>
              <a:t>：</a:t>
            </a:r>
            <a:r>
              <a:rPr lang="zh-CN" altLang="en-US" dirty="0" smtClean="0"/>
              <a:t>用</a:t>
            </a:r>
            <a:r>
              <a:rPr lang="en-US" altLang="zh-CN" dirty="0" smtClean="0"/>
              <a:t>roosters</a:t>
            </a:r>
            <a:r>
              <a:rPr lang="zh-CN" altLang="en-US" dirty="0" smtClean="0"/>
              <a:t>、</a:t>
            </a:r>
            <a:r>
              <a:rPr lang="en-US" altLang="zh-CN" dirty="0" smtClean="0"/>
              <a:t>hens</a:t>
            </a:r>
            <a:r>
              <a:rPr lang="zh-CN" altLang="en-US" dirty="0" smtClean="0"/>
              <a:t>、</a:t>
            </a:r>
            <a:r>
              <a:rPr lang="en-US" altLang="zh-CN" dirty="0" smtClean="0"/>
              <a:t>chickens</a:t>
            </a:r>
            <a:r>
              <a:rPr lang="zh-CN" altLang="en-US" dirty="0" smtClean="0"/>
              <a:t>分别表示公鸡、母鸡和小鸡的数量，尝试下面所有可能的值：</a:t>
            </a:r>
            <a:endParaRPr lang="en-US" altLang="zh-CN" dirty="0" smtClean="0"/>
          </a:p>
          <a:p>
            <a:pPr lvl="1" eaLnBrk="1" hangingPunct="1"/>
            <a:r>
              <a:rPr lang="en-US" altLang="zh-CN" dirty="0"/>
              <a:t>0 ≤ roosters ≤ 100</a:t>
            </a:r>
            <a:endParaRPr lang="en-US" altLang="zh-CN" dirty="0"/>
          </a:p>
          <a:p>
            <a:pPr lvl="1" eaLnBrk="1" hangingPunct="1"/>
            <a:r>
              <a:rPr lang="en-US" altLang="zh-CN" dirty="0"/>
              <a:t>0 ≤ </a:t>
            </a:r>
            <a:r>
              <a:rPr lang="en-US" altLang="zh-CN" dirty="0" smtClean="0"/>
              <a:t>hens ≤ </a:t>
            </a:r>
            <a:r>
              <a:rPr lang="en-US" altLang="zh-CN" dirty="0"/>
              <a:t>100</a:t>
            </a:r>
            <a:endParaRPr lang="en-US" altLang="zh-CN" dirty="0"/>
          </a:p>
          <a:p>
            <a:pPr lvl="1" eaLnBrk="1" hangingPunct="1"/>
            <a:r>
              <a:rPr lang="en-US" altLang="zh-CN" dirty="0"/>
              <a:t>0 ≤ </a:t>
            </a:r>
            <a:r>
              <a:rPr lang="en-US" altLang="zh-CN" dirty="0" smtClean="0"/>
              <a:t>chickens ≤ 100</a:t>
            </a:r>
            <a:endParaRPr lang="en-US" altLang="zh-CN" dirty="0" smtClean="0"/>
          </a:p>
          <a:p>
            <a:r>
              <a:rPr lang="zh-CN" altLang="en-US" dirty="0" smtClean="0"/>
              <a:t>如果它们满足下面</a:t>
            </a:r>
            <a:r>
              <a:rPr lang="zh-CN" altLang="en-US" dirty="0"/>
              <a:t>的</a:t>
            </a:r>
            <a:r>
              <a:rPr lang="zh-CN" altLang="en-US" dirty="0" smtClean="0"/>
              <a:t>条件：</a:t>
            </a:r>
            <a:endParaRPr lang="en-US" altLang="zh-CN" dirty="0"/>
          </a:p>
          <a:p>
            <a:pPr lvl="1"/>
            <a:r>
              <a:rPr lang="en-US" altLang="zh-CN" dirty="0" smtClean="0"/>
              <a:t>roosters + hens + chickens = 100</a:t>
            </a:r>
            <a:r>
              <a:rPr lang="zh-CN" altLang="en-US" dirty="0" smtClean="0"/>
              <a:t>（只）</a:t>
            </a:r>
            <a:endParaRPr lang="en-US" altLang="zh-CN" dirty="0" smtClean="0"/>
          </a:p>
          <a:p>
            <a:pPr lvl="1"/>
            <a:r>
              <a:rPr lang="en-US" altLang="zh-CN" dirty="0" smtClean="0"/>
              <a:t>chickens%3 = 0</a:t>
            </a:r>
            <a:endParaRPr lang="en-US" altLang="zh-CN" dirty="0" smtClean="0"/>
          </a:p>
          <a:p>
            <a:pPr lvl="1" eaLnBrk="1" hangingPunct="1"/>
            <a:r>
              <a:rPr lang="en-US" altLang="zh-CN" dirty="0" smtClean="0"/>
              <a:t>roosters*5 + hens*3 + chickens/3 = 100</a:t>
            </a:r>
            <a:r>
              <a:rPr lang="zh-CN" altLang="en-US" dirty="0" smtClean="0"/>
              <a:t>（元）</a:t>
            </a:r>
            <a:endParaRPr lang="en-US" altLang="zh-CN" dirty="0" smtClean="0"/>
          </a:p>
          <a:p>
            <a:pPr marL="0" indent="0">
              <a:buNone/>
            </a:pPr>
            <a:r>
              <a:rPr lang="zh-CN" altLang="en-US" dirty="0" smtClean="0"/>
              <a:t>则它们是一个解。</a:t>
            </a:r>
            <a:endParaRPr lang="en-US" altLang="zh-CN" dirty="0" smtClean="0"/>
          </a:p>
          <a:p>
            <a:pPr lvl="1"/>
            <a:endParaRPr lang="zh-CN" altLang="en-US" dirty="0"/>
          </a:p>
        </p:txBody>
      </p:sp>
    </p:spTree>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02840" y="404664"/>
            <a:ext cx="8517632" cy="6336704"/>
          </a:xfrm>
        </p:spPr>
        <p:txBody>
          <a:bodyPr>
            <a:normAutofit fontScale="62500" lnSpcReduction="20000"/>
          </a:bodyPr>
          <a:lstStyle/>
          <a:p>
            <a:r>
              <a:rPr lang="zh-CN" altLang="en-US" sz="4000" dirty="0" smtClean="0"/>
              <a:t>程序如下：</a:t>
            </a:r>
            <a:endParaRPr lang="en-US" altLang="zh-CN" sz="4000" dirty="0" smtClean="0"/>
          </a:p>
          <a:p>
            <a:pPr marL="0" indent="0">
              <a:buNone/>
            </a:pPr>
            <a:r>
              <a:rPr lang="en-US" altLang="zh-CN" dirty="0" err="1" smtClean="0"/>
              <a:t>const</a:t>
            </a:r>
            <a:r>
              <a:rPr lang="en-US" altLang="zh-CN" dirty="0" smtClean="0"/>
              <a:t> </a:t>
            </a:r>
            <a:r>
              <a:rPr lang="en-US" altLang="zh-CN" dirty="0" err="1" smtClean="0"/>
              <a:t>int</a:t>
            </a:r>
            <a:r>
              <a:rPr lang="en-US" altLang="zh-CN" dirty="0" smtClean="0"/>
              <a:t> MONEY_TOTAL=100; //</a:t>
            </a:r>
            <a:r>
              <a:rPr lang="zh-CN" altLang="en-US" dirty="0" smtClean="0"/>
              <a:t>钱的总数：</a:t>
            </a:r>
            <a:r>
              <a:rPr lang="en-US" altLang="zh-CN" dirty="0" smtClean="0"/>
              <a:t>100</a:t>
            </a:r>
            <a:r>
              <a:rPr lang="zh-CN" altLang="en-US" dirty="0" smtClean="0"/>
              <a:t>元</a:t>
            </a:r>
            <a:endParaRPr lang="en-US" altLang="zh-CN" dirty="0" smtClean="0"/>
          </a:p>
          <a:p>
            <a:pPr marL="0" indent="0">
              <a:buNone/>
            </a:pPr>
            <a:r>
              <a:rPr lang="en-US" altLang="zh-CN" dirty="0" err="1"/>
              <a:t>const</a:t>
            </a:r>
            <a:r>
              <a:rPr lang="en-US" altLang="zh-CN" dirty="0"/>
              <a:t> </a:t>
            </a:r>
            <a:r>
              <a:rPr lang="en-US" altLang="zh-CN" dirty="0" err="1"/>
              <a:t>int</a:t>
            </a:r>
            <a:r>
              <a:rPr lang="en-US" altLang="zh-CN" dirty="0"/>
              <a:t> </a:t>
            </a:r>
            <a:r>
              <a:rPr lang="en-US" altLang="zh-CN" dirty="0" smtClean="0"/>
              <a:t>NUM_TOTAL=100; //</a:t>
            </a:r>
            <a:r>
              <a:rPr lang="zh-CN" altLang="en-US" dirty="0" smtClean="0"/>
              <a:t>鸡的总数：</a:t>
            </a:r>
            <a:r>
              <a:rPr lang="en-US" altLang="zh-CN" dirty="0" smtClean="0"/>
              <a:t>100</a:t>
            </a:r>
            <a:r>
              <a:rPr lang="zh-CN" altLang="en-US" dirty="0" smtClean="0"/>
              <a:t>只</a:t>
            </a:r>
            <a:endParaRPr lang="en-US" altLang="zh-CN" dirty="0" smtClean="0"/>
          </a:p>
          <a:p>
            <a:pPr marL="0" indent="0">
              <a:buNone/>
            </a:pPr>
            <a:r>
              <a:rPr lang="en-US" altLang="zh-CN" dirty="0" smtClean="0"/>
              <a:t>......</a:t>
            </a:r>
            <a:endParaRPr lang="en-US" altLang="zh-CN" dirty="0" smtClean="0"/>
          </a:p>
          <a:p>
            <a:pPr marL="0" indent="0">
              <a:buNone/>
            </a:pPr>
            <a:r>
              <a:rPr lang="en-US" altLang="zh-CN" dirty="0" err="1" smtClean="0"/>
              <a:t>cout</a:t>
            </a:r>
            <a:r>
              <a:rPr lang="en-US" altLang="zh-CN" dirty="0" smtClean="0"/>
              <a:t> &lt;&lt; "</a:t>
            </a:r>
            <a:r>
              <a:rPr lang="zh-CN" altLang="en-US" dirty="0" smtClean="0"/>
              <a:t>“百</a:t>
            </a:r>
            <a:r>
              <a:rPr lang="zh-CN" altLang="en-US" dirty="0"/>
              <a:t>元买百</a:t>
            </a:r>
            <a:r>
              <a:rPr lang="zh-CN" altLang="en-US" dirty="0" smtClean="0"/>
              <a:t>鸡”问题</a:t>
            </a:r>
            <a:r>
              <a:rPr lang="zh-CN" altLang="en-US" dirty="0"/>
              <a:t>所有可能的解如下：</a:t>
            </a:r>
            <a:r>
              <a:rPr lang="en-US" altLang="zh-CN" dirty="0"/>
              <a:t>\n</a:t>
            </a:r>
            <a:r>
              <a:rPr lang="en-US" altLang="zh-CN" dirty="0" smtClean="0"/>
              <a:t>";</a:t>
            </a:r>
            <a:endParaRPr lang="en-US" altLang="zh-CN" dirty="0"/>
          </a:p>
          <a:p>
            <a:pPr marL="0" indent="0">
              <a:buNone/>
            </a:pPr>
            <a:r>
              <a:rPr lang="en-US" altLang="zh-CN" dirty="0"/>
              <a:t> </a:t>
            </a:r>
            <a:endParaRPr lang="en-US" altLang="zh-CN" dirty="0"/>
          </a:p>
          <a:p>
            <a:pPr marL="0" indent="0">
              <a:buNone/>
            </a:pPr>
            <a:r>
              <a:rPr lang="en-US" altLang="zh-CN" dirty="0" smtClean="0"/>
              <a:t>for (</a:t>
            </a:r>
            <a:r>
              <a:rPr lang="en-US" altLang="zh-CN" dirty="0" err="1" smtClean="0"/>
              <a:t>int</a:t>
            </a:r>
            <a:r>
              <a:rPr lang="en-US" altLang="zh-CN" dirty="0" smtClean="0"/>
              <a:t> r=0</a:t>
            </a:r>
            <a:r>
              <a:rPr lang="en-US" altLang="zh-CN" dirty="0"/>
              <a:t>; </a:t>
            </a:r>
            <a:r>
              <a:rPr lang="en-US" altLang="zh-CN" dirty="0" smtClean="0"/>
              <a:t>r </a:t>
            </a:r>
            <a:r>
              <a:rPr lang="en-US" altLang="zh-CN" dirty="0"/>
              <a:t>&lt;= NUM_TOTAL; </a:t>
            </a:r>
            <a:r>
              <a:rPr lang="en-US" altLang="zh-CN" dirty="0" smtClean="0"/>
              <a:t>r++) //r</a:t>
            </a:r>
            <a:r>
              <a:rPr lang="zh-CN" altLang="en-US" dirty="0" smtClean="0"/>
              <a:t>：公鸡的数量</a:t>
            </a:r>
            <a:endParaRPr lang="en-US" altLang="zh-CN" dirty="0"/>
          </a:p>
          <a:p>
            <a:pPr marL="0" indent="0">
              <a:buNone/>
            </a:pPr>
            <a:r>
              <a:rPr lang="en-US" altLang="zh-CN" dirty="0" smtClean="0"/>
              <a:t>{  for (</a:t>
            </a:r>
            <a:r>
              <a:rPr lang="en-US" altLang="zh-CN" dirty="0" err="1" smtClean="0"/>
              <a:t>int</a:t>
            </a:r>
            <a:r>
              <a:rPr lang="en-US" altLang="zh-CN" dirty="0" smtClean="0"/>
              <a:t> h=0</a:t>
            </a:r>
            <a:r>
              <a:rPr lang="en-US" altLang="zh-CN" dirty="0"/>
              <a:t>; </a:t>
            </a:r>
            <a:r>
              <a:rPr lang="en-US" altLang="zh-CN" dirty="0" smtClean="0"/>
              <a:t>h </a:t>
            </a:r>
            <a:r>
              <a:rPr lang="en-US" altLang="zh-CN" dirty="0"/>
              <a:t>&lt;= NUM_TOTAL; </a:t>
            </a:r>
            <a:r>
              <a:rPr lang="en-US" altLang="zh-CN" dirty="0" smtClean="0"/>
              <a:t>h++ ) //h</a:t>
            </a:r>
            <a:r>
              <a:rPr lang="zh-CN" altLang="en-US" dirty="0" smtClean="0"/>
              <a:t>：母鸡</a:t>
            </a:r>
            <a:r>
              <a:rPr lang="zh-CN" altLang="en-US" dirty="0"/>
              <a:t>的数量</a:t>
            </a:r>
            <a:endParaRPr lang="en-US" altLang="zh-CN" dirty="0"/>
          </a:p>
          <a:p>
            <a:pPr marL="0" indent="0">
              <a:buNone/>
            </a:pPr>
            <a:r>
              <a:rPr lang="en-US" altLang="zh-CN" dirty="0" smtClean="0"/>
              <a:t>    { for (</a:t>
            </a:r>
            <a:r>
              <a:rPr lang="en-US" altLang="zh-CN" dirty="0" err="1" smtClean="0"/>
              <a:t>int</a:t>
            </a:r>
            <a:r>
              <a:rPr lang="en-US" altLang="zh-CN" dirty="0" smtClean="0"/>
              <a:t> c=0</a:t>
            </a:r>
            <a:r>
              <a:rPr lang="en-US" altLang="zh-CN" dirty="0"/>
              <a:t>; </a:t>
            </a:r>
            <a:r>
              <a:rPr lang="en-US" altLang="zh-CN" dirty="0" smtClean="0"/>
              <a:t>c </a:t>
            </a:r>
            <a:r>
              <a:rPr lang="en-US" altLang="zh-CN" dirty="0"/>
              <a:t>&lt;= NUM_TOTAL; </a:t>
            </a:r>
            <a:r>
              <a:rPr lang="en-US" altLang="zh-CN" dirty="0" err="1" smtClean="0"/>
              <a:t>c++</a:t>
            </a:r>
            <a:r>
              <a:rPr lang="en-US" altLang="zh-CN" dirty="0" smtClean="0"/>
              <a:t> ) //c</a:t>
            </a:r>
            <a:r>
              <a:rPr lang="zh-CN" altLang="en-US" dirty="0" smtClean="0"/>
              <a:t>：小鸡</a:t>
            </a:r>
            <a:r>
              <a:rPr lang="zh-CN" altLang="en-US" dirty="0"/>
              <a:t>的数量</a:t>
            </a:r>
            <a:endParaRPr lang="en-US" altLang="zh-CN" dirty="0"/>
          </a:p>
          <a:p>
            <a:pPr marL="0" indent="0">
              <a:buNone/>
            </a:pPr>
            <a:r>
              <a:rPr lang="en-US" altLang="zh-CN" dirty="0" smtClean="0"/>
              <a:t>       { </a:t>
            </a:r>
            <a:r>
              <a:rPr lang="en-US" altLang="zh-CN" dirty="0" smtClean="0"/>
              <a:t>//</a:t>
            </a:r>
            <a:r>
              <a:rPr lang="zh-CN" altLang="en-US" dirty="0" smtClean="0"/>
              <a:t>这里能获得</a:t>
            </a:r>
            <a:r>
              <a:rPr lang="en-US" altLang="zh-CN" dirty="0" smtClean="0"/>
              <a:t>r</a:t>
            </a:r>
            <a:r>
              <a:rPr lang="zh-CN" altLang="en-US" dirty="0" smtClean="0"/>
              <a:t>、</a:t>
            </a:r>
            <a:r>
              <a:rPr lang="en-US" altLang="zh-CN" dirty="0" smtClean="0"/>
              <a:t>h</a:t>
            </a:r>
            <a:r>
              <a:rPr lang="zh-CN" altLang="en-US" dirty="0"/>
              <a:t>和</a:t>
            </a:r>
            <a:r>
              <a:rPr lang="en-US" altLang="zh-CN" dirty="0" smtClean="0"/>
              <a:t>c</a:t>
            </a:r>
            <a:r>
              <a:rPr lang="zh-CN" altLang="en-US" dirty="0" smtClean="0"/>
              <a:t>的所有可能的值</a:t>
            </a:r>
            <a:endParaRPr lang="en-US" altLang="zh-CN" dirty="0" smtClean="0"/>
          </a:p>
          <a:p>
            <a:pPr marL="0" indent="0">
              <a:buNone/>
            </a:pPr>
            <a:r>
              <a:rPr lang="en-US" altLang="zh-CN" dirty="0" smtClean="0"/>
              <a:t>          if </a:t>
            </a:r>
            <a:r>
              <a:rPr lang="en-US" altLang="zh-CN" dirty="0" smtClean="0"/>
              <a:t>(</a:t>
            </a:r>
            <a:r>
              <a:rPr lang="en-US" altLang="zh-CN" dirty="0" err="1" smtClean="0"/>
              <a:t>r+h+c</a:t>
            </a:r>
            <a:r>
              <a:rPr lang="en-US" altLang="zh-CN" dirty="0" smtClean="0"/>
              <a:t> == </a:t>
            </a:r>
            <a:r>
              <a:rPr lang="en-US" altLang="zh-CN" dirty="0"/>
              <a:t>NUM_TOTAL </a:t>
            </a:r>
            <a:r>
              <a:rPr lang="en-US" altLang="zh-CN" dirty="0" smtClean="0"/>
              <a:t>&amp;&amp; c%3 == 0     </a:t>
            </a:r>
            <a:endParaRPr lang="en-US" altLang="zh-CN" dirty="0" smtClean="0"/>
          </a:p>
          <a:p>
            <a:pPr marL="0" indent="0">
              <a:buNone/>
            </a:pPr>
            <a:r>
              <a:rPr lang="en-US" altLang="zh-CN" dirty="0"/>
              <a:t> </a:t>
            </a:r>
            <a:r>
              <a:rPr lang="en-US" altLang="zh-CN" dirty="0" smtClean="0"/>
              <a:t>             &amp;&amp; r*5+h*3+c/3 == MONEY_TOTAL</a:t>
            </a:r>
            <a:r>
              <a:rPr lang="en-US" altLang="zh-CN" dirty="0"/>
              <a:t>)</a:t>
            </a:r>
            <a:endParaRPr lang="en-US" altLang="zh-CN" dirty="0"/>
          </a:p>
          <a:p>
            <a:pPr marL="0" indent="0">
              <a:buNone/>
            </a:pPr>
            <a:r>
              <a:rPr lang="en-US" altLang="zh-CN" dirty="0"/>
              <a:t>         </a:t>
            </a:r>
            <a:r>
              <a:rPr lang="en-US" altLang="zh-CN" dirty="0" smtClean="0"/>
              <a:t> {  </a:t>
            </a:r>
            <a:r>
              <a:rPr lang="en-US" altLang="zh-CN" dirty="0" err="1" smtClean="0"/>
              <a:t>cout</a:t>
            </a:r>
            <a:r>
              <a:rPr lang="en-US" altLang="zh-CN" dirty="0" smtClean="0"/>
              <a:t> &lt;&lt; "</a:t>
            </a:r>
            <a:r>
              <a:rPr lang="zh-CN" altLang="en-US" dirty="0" smtClean="0"/>
              <a:t>公鸡 </a:t>
            </a:r>
            <a:r>
              <a:rPr lang="en-US" altLang="zh-CN" dirty="0" smtClean="0"/>
              <a:t>" &lt;&lt; r &lt;&lt; "</a:t>
            </a:r>
            <a:r>
              <a:rPr lang="zh-CN" altLang="en-US" dirty="0" smtClean="0"/>
              <a:t>只，</a:t>
            </a:r>
            <a:r>
              <a:rPr lang="en-US" altLang="zh-CN" dirty="0" smtClean="0"/>
              <a:t>";</a:t>
            </a:r>
            <a:endParaRPr lang="en-US" altLang="zh-CN" dirty="0" smtClean="0"/>
          </a:p>
          <a:p>
            <a:pPr marL="0" indent="0">
              <a:buNone/>
            </a:pPr>
            <a:r>
              <a:rPr lang="en-US" altLang="zh-CN" dirty="0"/>
              <a:t> </a:t>
            </a:r>
            <a:r>
              <a:rPr lang="en-US" altLang="zh-CN" dirty="0" smtClean="0"/>
              <a:t>             </a:t>
            </a:r>
            <a:r>
              <a:rPr lang="en-US" altLang="zh-CN" dirty="0" err="1" smtClean="0"/>
              <a:t>cout</a:t>
            </a:r>
            <a:r>
              <a:rPr lang="en-US" altLang="zh-CN" dirty="0" smtClean="0"/>
              <a:t> &lt;&lt; "</a:t>
            </a:r>
            <a:r>
              <a:rPr lang="zh-CN" altLang="en-US" dirty="0" smtClean="0"/>
              <a:t>母鸡 </a:t>
            </a:r>
            <a:r>
              <a:rPr lang="en-US" altLang="zh-CN" dirty="0" smtClean="0"/>
              <a:t>" &lt;&lt; h &lt;&lt; "</a:t>
            </a:r>
            <a:r>
              <a:rPr lang="zh-CN" altLang="en-US" dirty="0" smtClean="0"/>
              <a:t>只，</a:t>
            </a:r>
            <a:r>
              <a:rPr lang="en-US" altLang="zh-CN" dirty="0" smtClean="0"/>
              <a:t>";</a:t>
            </a:r>
            <a:endParaRPr lang="en-US" altLang="zh-CN" dirty="0" smtClean="0"/>
          </a:p>
          <a:p>
            <a:pPr marL="0" indent="0">
              <a:buNone/>
            </a:pPr>
            <a:r>
              <a:rPr lang="en-US" altLang="zh-CN" dirty="0"/>
              <a:t> </a:t>
            </a:r>
            <a:r>
              <a:rPr lang="en-US" altLang="zh-CN" dirty="0" smtClean="0"/>
              <a:t>             </a:t>
            </a:r>
            <a:r>
              <a:rPr lang="en-US" altLang="zh-CN" dirty="0" err="1" smtClean="0"/>
              <a:t>cout</a:t>
            </a:r>
            <a:r>
              <a:rPr lang="en-US" altLang="zh-CN" dirty="0" smtClean="0"/>
              <a:t> &lt;&lt; "</a:t>
            </a:r>
            <a:r>
              <a:rPr lang="zh-CN" altLang="en-US" dirty="0" smtClean="0"/>
              <a:t>小鸡 </a:t>
            </a:r>
            <a:r>
              <a:rPr lang="en-US" altLang="zh-CN" dirty="0" smtClean="0"/>
              <a:t>" &lt;&lt; c &lt;&lt; "</a:t>
            </a:r>
            <a:r>
              <a:rPr lang="zh-CN" altLang="en-US" dirty="0" smtClean="0"/>
              <a:t>只</a:t>
            </a:r>
            <a:r>
              <a:rPr lang="en-US" altLang="zh-CN" dirty="0"/>
              <a:t>\n</a:t>
            </a:r>
            <a:r>
              <a:rPr lang="en-US" altLang="zh-CN" dirty="0" smtClean="0"/>
              <a:t>";</a:t>
            </a:r>
            <a:endParaRPr lang="en-US" altLang="zh-CN" dirty="0"/>
          </a:p>
          <a:p>
            <a:pPr marL="0" indent="0">
              <a:buNone/>
            </a:pPr>
            <a:r>
              <a:rPr lang="en-US" altLang="zh-CN" dirty="0"/>
              <a:t>         </a:t>
            </a:r>
            <a:r>
              <a:rPr lang="en-US" altLang="zh-CN" dirty="0" smtClean="0"/>
              <a:t> }</a:t>
            </a:r>
            <a:endParaRPr lang="en-US" altLang="zh-CN" dirty="0"/>
          </a:p>
          <a:p>
            <a:pPr marL="0" indent="0">
              <a:buNone/>
            </a:pPr>
            <a:r>
              <a:rPr lang="en-US" altLang="zh-CN" dirty="0"/>
              <a:t>      </a:t>
            </a:r>
            <a:r>
              <a:rPr lang="en-US" altLang="zh-CN" dirty="0" smtClean="0"/>
              <a:t> }</a:t>
            </a:r>
            <a:endParaRPr lang="en-US" altLang="zh-CN" dirty="0" smtClean="0"/>
          </a:p>
          <a:p>
            <a:pPr marL="0" indent="0">
              <a:buNone/>
            </a:pPr>
            <a:r>
              <a:rPr lang="en-US" altLang="zh-CN" dirty="0"/>
              <a:t> </a:t>
            </a:r>
            <a:r>
              <a:rPr lang="en-US" altLang="zh-CN" dirty="0" smtClean="0"/>
              <a:t>   }</a:t>
            </a:r>
            <a:endParaRPr lang="en-US" altLang="zh-CN" dirty="0" smtClean="0"/>
          </a:p>
          <a:p>
            <a:pPr marL="0" indent="0">
              <a:buNone/>
            </a:pPr>
            <a:r>
              <a:rPr lang="en-US" altLang="zh-CN" dirty="0"/>
              <a:t>}</a:t>
            </a:r>
            <a:endParaRPr lang="en-US" altLang="zh-CN" dirty="0" smtClean="0"/>
          </a:p>
          <a:p>
            <a:pPr marL="0" indent="0">
              <a:buNone/>
            </a:pPr>
            <a:r>
              <a:rPr lang="en-US" altLang="zh-CN" dirty="0" smtClean="0"/>
              <a:t>......</a:t>
            </a:r>
            <a:endParaRPr lang="zh-CN" altLang="en-US" dirty="0"/>
          </a:p>
        </p:txBody>
      </p:sp>
    </p:spTree>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23528" y="332656"/>
            <a:ext cx="8424936" cy="6408712"/>
          </a:xfrm>
        </p:spPr>
        <p:txBody>
          <a:bodyPr>
            <a:normAutofit fontScale="55000" lnSpcReduction="20000"/>
          </a:bodyPr>
          <a:lstStyle/>
          <a:p>
            <a:r>
              <a:rPr lang="zh-CN" altLang="en-US" sz="4500" dirty="0" smtClean="0"/>
              <a:t>优化：</a:t>
            </a:r>
            <a:endParaRPr lang="en-US" altLang="zh-CN" sz="4500" dirty="0" smtClean="0"/>
          </a:p>
          <a:p>
            <a:pPr lvl="1"/>
            <a:r>
              <a:rPr lang="zh-CN" altLang="en-US" sz="3300" dirty="0" smtClean="0"/>
              <a:t>公鸡数量</a:t>
            </a:r>
            <a:r>
              <a:rPr lang="en-US" altLang="zh-CN" sz="3300" dirty="0" smtClean="0"/>
              <a:t>r</a:t>
            </a:r>
            <a:r>
              <a:rPr lang="zh-CN" altLang="en-US" sz="3300" dirty="0" smtClean="0"/>
              <a:t>最多只能有“</a:t>
            </a:r>
            <a:r>
              <a:rPr lang="en-US" altLang="zh-CN" sz="3300" dirty="0" smtClean="0"/>
              <a:t>MONEY_TOTAL/5</a:t>
            </a:r>
            <a:r>
              <a:rPr lang="zh-CN" altLang="en-US" sz="3300" dirty="0" smtClean="0"/>
              <a:t>”只</a:t>
            </a:r>
            <a:endParaRPr lang="en-US" altLang="zh-CN" sz="3300" dirty="0" smtClean="0"/>
          </a:p>
          <a:p>
            <a:pPr lvl="1"/>
            <a:r>
              <a:rPr lang="zh-CN" altLang="en-US" sz="3300" dirty="0"/>
              <a:t>公鸡数量</a:t>
            </a:r>
            <a:r>
              <a:rPr lang="en-US" altLang="zh-CN" sz="3300" dirty="0" smtClean="0"/>
              <a:t>r</a:t>
            </a:r>
            <a:r>
              <a:rPr lang="zh-CN" altLang="en-US" sz="3300" dirty="0" smtClean="0"/>
              <a:t>确定后，</a:t>
            </a:r>
            <a:r>
              <a:rPr lang="zh-CN" altLang="en-US" sz="3300" dirty="0"/>
              <a:t>母鸡数量</a:t>
            </a:r>
            <a:r>
              <a:rPr lang="en-US" altLang="zh-CN" sz="3300" dirty="0" smtClean="0"/>
              <a:t>h</a:t>
            </a:r>
            <a:r>
              <a:rPr lang="zh-CN" altLang="en-US" sz="3300" dirty="0" smtClean="0"/>
              <a:t>最多只能有“</a:t>
            </a:r>
            <a:r>
              <a:rPr lang="en-US" altLang="zh-CN" sz="3300" dirty="0"/>
              <a:t>(MONEY_TOTAL-r*5)/3</a:t>
            </a:r>
            <a:r>
              <a:rPr lang="zh-CN" altLang="en-US" sz="3300" dirty="0" smtClean="0"/>
              <a:t>”只</a:t>
            </a:r>
            <a:endParaRPr lang="en-US" altLang="zh-CN" sz="3300" dirty="0" smtClean="0"/>
          </a:p>
          <a:p>
            <a:pPr lvl="1"/>
            <a:r>
              <a:rPr lang="zh-CN" altLang="en-US" sz="3300" dirty="0" smtClean="0"/>
              <a:t>公鸡和母鸡数量</a:t>
            </a:r>
            <a:r>
              <a:rPr lang="en-US" altLang="zh-CN" sz="3300" dirty="0" smtClean="0"/>
              <a:t>r</a:t>
            </a:r>
            <a:r>
              <a:rPr lang="zh-CN" altLang="en-US" sz="3300" dirty="0" smtClean="0"/>
              <a:t>和</a:t>
            </a:r>
            <a:r>
              <a:rPr lang="en-US" altLang="zh-CN" sz="3300" dirty="0" smtClean="0"/>
              <a:t>h</a:t>
            </a:r>
            <a:r>
              <a:rPr lang="zh-CN" altLang="en-US" sz="3300" dirty="0" smtClean="0"/>
              <a:t>确定后，小鸡的数量</a:t>
            </a:r>
            <a:r>
              <a:rPr lang="en-US" altLang="zh-CN" sz="3300" dirty="0" smtClean="0"/>
              <a:t>c</a:t>
            </a:r>
            <a:r>
              <a:rPr lang="zh-CN" altLang="en-US" sz="3300" dirty="0" smtClean="0"/>
              <a:t>就固定了“</a:t>
            </a:r>
            <a:r>
              <a:rPr lang="en-US" altLang="zh-CN" sz="3300" dirty="0" smtClean="0"/>
              <a:t>NUM_TOTAL-r-h</a:t>
            </a:r>
            <a:r>
              <a:rPr lang="zh-CN" altLang="en-US" sz="3300" dirty="0" smtClean="0"/>
              <a:t>”</a:t>
            </a:r>
            <a:endParaRPr lang="en-US" altLang="zh-CN" sz="3300" dirty="0" smtClean="0"/>
          </a:p>
          <a:p>
            <a:pPr marL="0" indent="0">
              <a:buNone/>
            </a:pPr>
            <a:r>
              <a:rPr lang="en-US" altLang="zh-CN" dirty="0" err="1" smtClean="0"/>
              <a:t>const</a:t>
            </a:r>
            <a:r>
              <a:rPr lang="en-US" altLang="zh-CN" dirty="0" smtClean="0"/>
              <a:t> </a:t>
            </a:r>
            <a:r>
              <a:rPr lang="en-US" altLang="zh-CN" dirty="0" err="1" smtClean="0"/>
              <a:t>int</a:t>
            </a:r>
            <a:r>
              <a:rPr lang="en-US" altLang="zh-CN" dirty="0" smtClean="0"/>
              <a:t> MONEY_TOTAL=100;</a:t>
            </a:r>
            <a:endParaRPr lang="en-US" altLang="zh-CN" dirty="0" smtClean="0"/>
          </a:p>
          <a:p>
            <a:pPr marL="0" indent="0">
              <a:buNone/>
            </a:pPr>
            <a:r>
              <a:rPr lang="en-US" altLang="zh-CN" dirty="0" err="1" smtClean="0"/>
              <a:t>const</a:t>
            </a:r>
            <a:r>
              <a:rPr lang="en-US" altLang="zh-CN" dirty="0" smtClean="0"/>
              <a:t> </a:t>
            </a:r>
            <a:r>
              <a:rPr lang="en-US" altLang="zh-CN" dirty="0" err="1" smtClean="0"/>
              <a:t>int</a:t>
            </a:r>
            <a:r>
              <a:rPr lang="en-US" altLang="zh-CN" dirty="0" smtClean="0"/>
              <a:t> </a:t>
            </a:r>
            <a:r>
              <a:rPr lang="en-US" altLang="zh-CN" dirty="0"/>
              <a:t>NUM_TOTAL=100</a:t>
            </a:r>
            <a:r>
              <a:rPr lang="en-US" altLang="zh-CN" dirty="0" smtClean="0"/>
              <a:t>;</a:t>
            </a:r>
            <a:endParaRPr lang="en-US" altLang="zh-CN" dirty="0" smtClean="0"/>
          </a:p>
          <a:p>
            <a:pPr marL="0" indent="0">
              <a:buNone/>
            </a:pPr>
            <a:r>
              <a:rPr lang="en-US" altLang="zh-CN" dirty="0" smtClean="0"/>
              <a:t>......</a:t>
            </a:r>
            <a:endParaRPr lang="en-US" altLang="zh-CN" dirty="0" smtClean="0"/>
          </a:p>
          <a:p>
            <a:pPr marL="0" indent="0">
              <a:buNone/>
            </a:pPr>
            <a:r>
              <a:rPr lang="en-US" altLang="zh-CN" dirty="0" err="1" smtClean="0"/>
              <a:t>cout</a:t>
            </a:r>
            <a:r>
              <a:rPr lang="en-US" altLang="zh-CN" dirty="0" smtClean="0"/>
              <a:t> &lt;&lt; "</a:t>
            </a:r>
            <a:r>
              <a:rPr lang="zh-CN" altLang="en-US" dirty="0" smtClean="0"/>
              <a:t>“百元买百鸡”问题所有可能的解如下：</a:t>
            </a:r>
            <a:r>
              <a:rPr lang="en-US" altLang="zh-CN" dirty="0" smtClean="0"/>
              <a:t>\n";</a:t>
            </a:r>
            <a:endParaRPr lang="en-US" altLang="zh-CN" dirty="0" smtClean="0"/>
          </a:p>
          <a:p>
            <a:pPr marL="0" indent="0">
              <a:buNone/>
            </a:pPr>
            <a:r>
              <a:rPr lang="en-US" altLang="zh-CN" dirty="0" smtClean="0"/>
              <a:t> </a:t>
            </a:r>
            <a:endParaRPr lang="en-US" altLang="zh-CN" dirty="0" smtClean="0"/>
          </a:p>
          <a:p>
            <a:pPr marL="0" indent="0">
              <a:buNone/>
            </a:pPr>
            <a:r>
              <a:rPr lang="en-US" altLang="zh-CN" dirty="0" smtClean="0"/>
              <a:t>for (</a:t>
            </a:r>
            <a:r>
              <a:rPr lang="en-US" altLang="zh-CN" dirty="0" err="1" smtClean="0"/>
              <a:t>int</a:t>
            </a:r>
            <a:r>
              <a:rPr lang="en-US" altLang="zh-CN" dirty="0"/>
              <a:t> </a:t>
            </a:r>
            <a:r>
              <a:rPr lang="en-US" altLang="zh-CN" dirty="0" smtClean="0"/>
              <a:t>r=0; </a:t>
            </a:r>
            <a:r>
              <a:rPr lang="en-US" altLang="zh-CN" dirty="0"/>
              <a:t>r </a:t>
            </a:r>
            <a:r>
              <a:rPr lang="en-US" altLang="zh-CN" dirty="0" smtClean="0"/>
              <a:t>&lt;= MONEY_TOTAL/5; r++)</a:t>
            </a:r>
            <a:endParaRPr lang="en-US" altLang="zh-CN" dirty="0" smtClean="0"/>
          </a:p>
          <a:p>
            <a:pPr marL="0" indent="0">
              <a:buNone/>
            </a:pPr>
            <a:r>
              <a:rPr lang="en-US" altLang="zh-CN" dirty="0" smtClean="0"/>
              <a:t>{  for (</a:t>
            </a:r>
            <a:r>
              <a:rPr lang="en-US" altLang="zh-CN" dirty="0" err="1" smtClean="0"/>
              <a:t>int</a:t>
            </a:r>
            <a:r>
              <a:rPr lang="en-US" altLang="zh-CN" dirty="0" smtClean="0"/>
              <a:t> h=0; h &lt;= (</a:t>
            </a:r>
            <a:r>
              <a:rPr lang="en-US" altLang="zh-CN" dirty="0"/>
              <a:t>MONEY_TOTAL-r*5)/</a:t>
            </a:r>
            <a:r>
              <a:rPr lang="en-US" altLang="zh-CN" dirty="0" smtClean="0"/>
              <a:t>3; h++)</a:t>
            </a:r>
            <a:endParaRPr lang="en-US" altLang="zh-CN" dirty="0" smtClean="0"/>
          </a:p>
          <a:p>
            <a:pPr marL="0" indent="0">
              <a:buNone/>
            </a:pPr>
            <a:r>
              <a:rPr lang="en-US" altLang="zh-CN" dirty="0" smtClean="0"/>
              <a:t>    { </a:t>
            </a:r>
            <a:r>
              <a:rPr lang="en-US" altLang="zh-CN" dirty="0" err="1" smtClean="0"/>
              <a:t>int</a:t>
            </a:r>
            <a:r>
              <a:rPr lang="en-US" altLang="zh-CN" dirty="0"/>
              <a:t> </a:t>
            </a:r>
            <a:r>
              <a:rPr lang="en-US" altLang="zh-CN" dirty="0" smtClean="0"/>
              <a:t>c=NUM_TOTAL-r-h; </a:t>
            </a:r>
            <a:endParaRPr lang="en-US" altLang="zh-CN" dirty="0" smtClean="0"/>
          </a:p>
          <a:p>
            <a:pPr marL="0" indent="0">
              <a:buNone/>
            </a:pPr>
            <a:r>
              <a:rPr lang="en-US" altLang="zh-CN" dirty="0" smtClean="0"/>
              <a:t>       if (c%3 == 0 &amp;&amp; r*5+h*3+c/3 </a:t>
            </a:r>
            <a:r>
              <a:rPr lang="en-US" altLang="zh-CN" dirty="0"/>
              <a:t>== MONEY_TOTAL)</a:t>
            </a:r>
            <a:endParaRPr lang="en-US" altLang="zh-CN" dirty="0" smtClean="0"/>
          </a:p>
          <a:p>
            <a:pPr marL="0" indent="0">
              <a:buNone/>
            </a:pPr>
            <a:r>
              <a:rPr lang="en-US" altLang="zh-CN" dirty="0" smtClean="0"/>
              <a:t>       {  </a:t>
            </a:r>
            <a:r>
              <a:rPr lang="en-US" altLang="zh-CN" dirty="0" err="1" smtClean="0"/>
              <a:t>cout</a:t>
            </a:r>
            <a:r>
              <a:rPr lang="en-US" altLang="zh-CN" dirty="0" smtClean="0"/>
              <a:t> &lt;&lt; "</a:t>
            </a:r>
            <a:r>
              <a:rPr lang="zh-CN" altLang="en-US" dirty="0" smtClean="0"/>
              <a:t>公鸡 </a:t>
            </a:r>
            <a:r>
              <a:rPr lang="en-US" altLang="zh-CN" dirty="0" smtClean="0"/>
              <a:t>" &lt;&lt; r &lt;&lt; "</a:t>
            </a:r>
            <a:r>
              <a:rPr lang="zh-CN" altLang="en-US" dirty="0" smtClean="0"/>
              <a:t>只，</a:t>
            </a:r>
            <a:r>
              <a:rPr lang="en-US" altLang="zh-CN" dirty="0" smtClean="0"/>
              <a:t>";</a:t>
            </a:r>
            <a:endParaRPr lang="en-US" altLang="zh-CN" dirty="0" smtClean="0"/>
          </a:p>
          <a:p>
            <a:pPr marL="0" indent="0">
              <a:buNone/>
            </a:pPr>
            <a:r>
              <a:rPr lang="en-US" altLang="zh-CN" dirty="0" smtClean="0"/>
              <a:t>           </a:t>
            </a:r>
            <a:r>
              <a:rPr lang="en-US" altLang="zh-CN" dirty="0" err="1" smtClean="0"/>
              <a:t>cout</a:t>
            </a:r>
            <a:r>
              <a:rPr lang="en-US" altLang="zh-CN" dirty="0" smtClean="0"/>
              <a:t> &lt;&lt; "</a:t>
            </a:r>
            <a:r>
              <a:rPr lang="zh-CN" altLang="en-US" dirty="0" smtClean="0"/>
              <a:t>母鸡 </a:t>
            </a:r>
            <a:r>
              <a:rPr lang="en-US" altLang="zh-CN" dirty="0" smtClean="0"/>
              <a:t>" &lt;&lt; h &lt;&lt; "</a:t>
            </a:r>
            <a:r>
              <a:rPr lang="zh-CN" altLang="en-US" dirty="0" smtClean="0"/>
              <a:t>只，</a:t>
            </a:r>
            <a:r>
              <a:rPr lang="en-US" altLang="zh-CN" dirty="0" smtClean="0"/>
              <a:t>";</a:t>
            </a:r>
            <a:endParaRPr lang="en-US" altLang="zh-CN" dirty="0" smtClean="0"/>
          </a:p>
          <a:p>
            <a:pPr marL="0" indent="0">
              <a:buNone/>
            </a:pPr>
            <a:r>
              <a:rPr lang="en-US" altLang="zh-CN" dirty="0" smtClean="0"/>
              <a:t>           </a:t>
            </a:r>
            <a:r>
              <a:rPr lang="en-US" altLang="zh-CN" dirty="0" err="1" smtClean="0"/>
              <a:t>cout</a:t>
            </a:r>
            <a:r>
              <a:rPr lang="en-US" altLang="zh-CN" dirty="0" smtClean="0"/>
              <a:t> &lt;&lt; "</a:t>
            </a:r>
            <a:r>
              <a:rPr lang="zh-CN" altLang="en-US" dirty="0" smtClean="0"/>
              <a:t>小鸡 </a:t>
            </a:r>
            <a:r>
              <a:rPr lang="en-US" altLang="zh-CN" dirty="0" smtClean="0"/>
              <a:t>" &lt;&lt; c &lt;&lt; "</a:t>
            </a:r>
            <a:r>
              <a:rPr lang="zh-CN" altLang="en-US" dirty="0" smtClean="0"/>
              <a:t>只</a:t>
            </a:r>
            <a:r>
              <a:rPr lang="en-US" altLang="zh-CN" dirty="0" smtClean="0"/>
              <a:t>\n";</a:t>
            </a:r>
            <a:endParaRPr lang="en-US" altLang="zh-CN" dirty="0" smtClean="0"/>
          </a:p>
          <a:p>
            <a:pPr marL="0" indent="0">
              <a:buNone/>
            </a:pPr>
            <a:r>
              <a:rPr lang="en-US" altLang="zh-CN" dirty="0" smtClean="0"/>
              <a:t>       }</a:t>
            </a:r>
            <a:endParaRPr lang="en-US" altLang="zh-CN" dirty="0" smtClean="0"/>
          </a:p>
          <a:p>
            <a:pPr marL="0" indent="0">
              <a:buNone/>
            </a:pPr>
            <a:r>
              <a:rPr lang="en-US" altLang="zh-CN" dirty="0" smtClean="0"/>
              <a:t>    }</a:t>
            </a:r>
            <a:endParaRPr lang="en-US" altLang="zh-CN" dirty="0" smtClean="0"/>
          </a:p>
          <a:p>
            <a:pPr marL="0" indent="0">
              <a:buNone/>
            </a:pPr>
            <a:r>
              <a:rPr lang="en-US" altLang="zh-CN" dirty="0"/>
              <a:t>}</a:t>
            </a:r>
            <a:endParaRPr lang="en-US" altLang="zh-CN" dirty="0" smtClean="0"/>
          </a:p>
          <a:p>
            <a:pPr marL="0" indent="0">
              <a:buNone/>
            </a:pPr>
            <a:r>
              <a:rPr lang="en-US" altLang="zh-CN" dirty="0" smtClean="0"/>
              <a:t>......</a:t>
            </a:r>
            <a:endParaRPr lang="zh-CN" altLang="en-US" dirty="0"/>
          </a:p>
        </p:txBody>
      </p:sp>
    </p:spTree>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a:xfrm>
            <a:off x="468313" y="57150"/>
            <a:ext cx="8229600" cy="1139825"/>
          </a:xfrm>
        </p:spPr>
        <p:txBody>
          <a:bodyPr/>
          <a:lstStyle/>
          <a:p>
            <a:pPr eaLnBrk="1" hangingPunct="1">
              <a:defRPr/>
            </a:pPr>
            <a:r>
              <a:rPr lang="zh-CN" altLang="en-US" dirty="0" smtClean="0"/>
              <a:t>无条件转移控制 </a:t>
            </a:r>
            <a:endParaRPr lang="zh-CN" altLang="en-US" dirty="0" smtClean="0"/>
          </a:p>
        </p:txBody>
      </p:sp>
      <p:sp>
        <p:nvSpPr>
          <p:cNvPr id="28675" name="Rectangle 3"/>
          <p:cNvSpPr>
            <a:spLocks noGrp="1" noChangeArrowheads="1"/>
          </p:cNvSpPr>
          <p:nvPr>
            <p:ph type="body" idx="1"/>
          </p:nvPr>
        </p:nvSpPr>
        <p:spPr>
          <a:xfrm>
            <a:off x="250825" y="1600200"/>
            <a:ext cx="8435975" cy="4530725"/>
          </a:xfrm>
        </p:spPr>
        <p:txBody>
          <a:bodyPr/>
          <a:lstStyle/>
          <a:p>
            <a:pPr eaLnBrk="1" hangingPunct="1">
              <a:defRPr/>
            </a:pPr>
            <a:r>
              <a:rPr lang="zh-CN" altLang="en-US" smtClean="0"/>
              <a:t>除了有条件的选择语句（</a:t>
            </a:r>
            <a:r>
              <a:rPr lang="en-US" altLang="zh-CN" smtClean="0"/>
              <a:t>if</a:t>
            </a:r>
            <a:r>
              <a:rPr lang="zh-CN" altLang="en-US" smtClean="0"/>
              <a:t>和</a:t>
            </a:r>
            <a:r>
              <a:rPr lang="en-US" altLang="zh-CN" smtClean="0"/>
              <a:t>switch</a:t>
            </a:r>
            <a:r>
              <a:rPr lang="zh-CN" altLang="en-US" smtClean="0"/>
              <a:t>）外，</a:t>
            </a:r>
            <a:r>
              <a:rPr lang="en-US" altLang="zh-CN" smtClean="0"/>
              <a:t>C++</a:t>
            </a:r>
            <a:r>
              <a:rPr lang="zh-CN" altLang="en-US" smtClean="0"/>
              <a:t>还提供了无条件的转移语句：</a:t>
            </a:r>
            <a:endParaRPr lang="zh-CN" altLang="en-US" smtClean="0"/>
          </a:p>
          <a:p>
            <a:pPr lvl="1" eaLnBrk="1" hangingPunct="1">
              <a:defRPr/>
            </a:pPr>
            <a:r>
              <a:rPr lang="en-US" altLang="zh-CN" smtClean="0"/>
              <a:t>goto</a:t>
            </a:r>
            <a:endParaRPr lang="en-US" altLang="zh-CN" smtClean="0"/>
          </a:p>
          <a:p>
            <a:pPr lvl="1" eaLnBrk="1" hangingPunct="1">
              <a:defRPr/>
            </a:pPr>
            <a:r>
              <a:rPr lang="en-US" altLang="zh-CN" smtClean="0"/>
              <a:t>break</a:t>
            </a:r>
            <a:endParaRPr lang="en-US" altLang="zh-CN" smtClean="0"/>
          </a:p>
          <a:p>
            <a:pPr lvl="1" eaLnBrk="1" hangingPunct="1">
              <a:defRPr/>
            </a:pPr>
            <a:r>
              <a:rPr lang="en-US" altLang="zh-CN" smtClean="0"/>
              <a:t>continue</a:t>
            </a:r>
            <a:endParaRPr lang="en-US" altLang="zh-CN" smtClean="0"/>
          </a:p>
          <a:p>
            <a:pPr lvl="1" eaLnBrk="1" hangingPunct="1">
              <a:defRPr/>
            </a:pPr>
            <a:r>
              <a:rPr lang="en-US" altLang="zh-CN" smtClean="0"/>
              <a:t>return</a:t>
            </a:r>
            <a:endParaRPr lang="en-US" altLang="zh-CN" smtClean="0"/>
          </a:p>
        </p:txBody>
      </p:sp>
    </p:spTree>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ChangeArrowheads="1"/>
          </p:cNvSpPr>
          <p:nvPr>
            <p:ph type="title"/>
          </p:nvPr>
        </p:nvSpPr>
        <p:spPr>
          <a:xfrm>
            <a:off x="468313" y="206375"/>
            <a:ext cx="8229600" cy="774700"/>
          </a:xfrm>
        </p:spPr>
        <p:txBody>
          <a:bodyPr/>
          <a:lstStyle/>
          <a:p>
            <a:pPr eaLnBrk="1" hangingPunct="1">
              <a:defRPr/>
            </a:pPr>
            <a:r>
              <a:rPr lang="en-US" altLang="zh-CN" dirty="0" err="1"/>
              <a:t>goto</a:t>
            </a:r>
            <a:r>
              <a:rPr lang="zh-CN" altLang="en-US" dirty="0"/>
              <a:t>语句</a:t>
            </a:r>
            <a:endParaRPr lang="zh-CN" altLang="en-US" dirty="0"/>
          </a:p>
        </p:txBody>
      </p:sp>
      <p:sp>
        <p:nvSpPr>
          <p:cNvPr id="205827" name="Rectangle 3"/>
          <p:cNvSpPr>
            <a:spLocks noGrp="1" noChangeArrowheads="1"/>
          </p:cNvSpPr>
          <p:nvPr>
            <p:ph type="body" idx="1"/>
          </p:nvPr>
        </p:nvSpPr>
        <p:spPr>
          <a:xfrm>
            <a:off x="250825" y="1628775"/>
            <a:ext cx="8713788" cy="4464521"/>
          </a:xfrm>
        </p:spPr>
        <p:txBody>
          <a:bodyPr/>
          <a:lstStyle/>
          <a:p>
            <a:pPr eaLnBrk="1" hangingPunct="1">
              <a:defRPr/>
            </a:pPr>
            <a:r>
              <a:rPr lang="en-US" altLang="zh-CN" dirty="0" err="1" smtClean="0"/>
              <a:t>goto</a:t>
            </a:r>
            <a:r>
              <a:rPr lang="zh-CN" altLang="en-US" dirty="0" smtClean="0"/>
              <a:t>语句的格式如下：</a:t>
            </a:r>
            <a:endParaRPr lang="zh-CN" altLang="en-US" dirty="0" smtClean="0"/>
          </a:p>
          <a:p>
            <a:pPr lvl="1" eaLnBrk="1" hangingPunct="1">
              <a:lnSpc>
                <a:spcPct val="120000"/>
              </a:lnSpc>
              <a:buFontTx/>
              <a:buNone/>
              <a:defRPr/>
            </a:pPr>
            <a:r>
              <a:rPr lang="zh-CN" altLang="en-US" sz="2400" dirty="0" smtClean="0"/>
              <a:t>	</a:t>
            </a:r>
            <a:r>
              <a:rPr lang="en-US" altLang="zh-CN" sz="2400" b="1" dirty="0" err="1" smtClean="0">
                <a:solidFill>
                  <a:srgbClr val="FFC000"/>
                </a:solidFill>
              </a:rPr>
              <a:t>goto</a:t>
            </a:r>
            <a:r>
              <a:rPr lang="en-US" altLang="zh-CN" sz="2400" dirty="0" smtClean="0"/>
              <a:t> &lt;</a:t>
            </a:r>
            <a:r>
              <a:rPr lang="zh-CN" altLang="en-US" sz="2400" dirty="0" smtClean="0"/>
              <a:t>语句标号</a:t>
            </a:r>
            <a:r>
              <a:rPr lang="en-US" altLang="zh-CN" sz="2400" dirty="0" smtClean="0"/>
              <a:t>&gt;</a:t>
            </a:r>
            <a:r>
              <a:rPr lang="en-US" altLang="zh-CN" sz="2400" b="1" dirty="0" smtClean="0">
                <a:solidFill>
                  <a:srgbClr val="FFC000"/>
                </a:solidFill>
              </a:rPr>
              <a:t>;</a:t>
            </a:r>
            <a:endParaRPr lang="zh-CN" altLang="en-US" sz="2400" b="1" dirty="0" smtClean="0">
              <a:solidFill>
                <a:srgbClr val="FFC000"/>
              </a:solidFill>
            </a:endParaRPr>
          </a:p>
          <a:p>
            <a:pPr lvl="1" eaLnBrk="1" hangingPunct="1">
              <a:defRPr/>
            </a:pPr>
            <a:r>
              <a:rPr lang="en-US" altLang="zh-CN" dirty="0" smtClean="0">
                <a:cs typeface="Times New Roman" panose="02020603050405020304" pitchFamily="18" charset="0"/>
              </a:rPr>
              <a:t>&lt;</a:t>
            </a:r>
            <a:r>
              <a:rPr lang="zh-CN" altLang="en-US" dirty="0" smtClean="0"/>
              <a:t>语句标号</a:t>
            </a:r>
            <a:r>
              <a:rPr lang="en-US" altLang="zh-CN" dirty="0" smtClean="0">
                <a:cs typeface="Times New Roman" panose="02020603050405020304" pitchFamily="18" charset="0"/>
              </a:rPr>
              <a:t>&gt;</a:t>
            </a:r>
            <a:r>
              <a:rPr lang="zh-CN" altLang="en-US" dirty="0" smtClean="0"/>
              <a:t>为标识符，其定义格式为：</a:t>
            </a:r>
            <a:endParaRPr lang="zh-CN" altLang="en-US" dirty="0" smtClean="0">
              <a:cs typeface="Times New Roman" panose="02020603050405020304" pitchFamily="18" charset="0"/>
            </a:endParaRPr>
          </a:p>
          <a:p>
            <a:pPr lvl="1" eaLnBrk="1" hangingPunct="1">
              <a:lnSpc>
                <a:spcPct val="130000"/>
              </a:lnSpc>
              <a:buFontTx/>
              <a:buNone/>
              <a:defRPr/>
            </a:pPr>
            <a:r>
              <a:rPr lang="zh-CN" altLang="en-US" sz="2400" dirty="0" smtClean="0">
                <a:cs typeface="Courier New" panose="02070309020205020404" pitchFamily="49" charset="0"/>
              </a:rPr>
              <a:t>	</a:t>
            </a:r>
            <a:r>
              <a:rPr lang="en-US" altLang="zh-CN" sz="2400" dirty="0" smtClean="0">
                <a:cs typeface="Courier New" panose="02070309020205020404" pitchFamily="49" charset="0"/>
              </a:rPr>
              <a:t>&lt;</a:t>
            </a:r>
            <a:r>
              <a:rPr lang="zh-CN" altLang="en-US" sz="2400" dirty="0" smtClean="0"/>
              <a:t>语句标号</a:t>
            </a:r>
            <a:r>
              <a:rPr lang="en-US" altLang="zh-CN" sz="2400" dirty="0" smtClean="0">
                <a:cs typeface="Courier New" panose="02070309020205020404" pitchFamily="49" charset="0"/>
              </a:rPr>
              <a:t>&gt;</a:t>
            </a:r>
            <a:r>
              <a:rPr lang="en-US" altLang="zh-CN" sz="2400" b="1" dirty="0" smtClean="0">
                <a:solidFill>
                  <a:srgbClr val="FFC000"/>
                </a:solidFill>
              </a:rPr>
              <a:t>:</a:t>
            </a:r>
            <a:r>
              <a:rPr lang="en-US" altLang="zh-CN" sz="2400" dirty="0" smtClean="0"/>
              <a:t> </a:t>
            </a:r>
            <a:r>
              <a:rPr lang="en-US" altLang="zh-CN" sz="2400" dirty="0" smtClean="0">
                <a:cs typeface="Courier New" panose="02070309020205020404" pitchFamily="49" charset="0"/>
              </a:rPr>
              <a:t>&lt;</a:t>
            </a:r>
            <a:r>
              <a:rPr lang="zh-CN" altLang="en-US" sz="2400" dirty="0" smtClean="0"/>
              <a:t>语句</a:t>
            </a:r>
            <a:r>
              <a:rPr lang="en-US" altLang="zh-CN" sz="2400" dirty="0" smtClean="0">
                <a:cs typeface="Courier New" panose="02070309020205020404" pitchFamily="49" charset="0"/>
              </a:rPr>
              <a:t>&gt;</a:t>
            </a:r>
            <a:endParaRPr lang="en-US" altLang="zh-CN" sz="2400" dirty="0" smtClean="0">
              <a:cs typeface="Courier New" panose="02070309020205020404" pitchFamily="49" charset="0"/>
            </a:endParaRPr>
          </a:p>
          <a:p>
            <a:pPr eaLnBrk="1" hangingPunct="1">
              <a:defRPr/>
            </a:pPr>
            <a:r>
              <a:rPr lang="en-US" altLang="zh-CN" sz="2800" dirty="0" err="1" smtClean="0">
                <a:cs typeface="Courier New" panose="02070309020205020404" pitchFamily="49" charset="0"/>
              </a:rPr>
              <a:t>goto</a:t>
            </a:r>
            <a:r>
              <a:rPr lang="zh-CN" altLang="en-US" sz="2800" dirty="0" smtClean="0">
                <a:cs typeface="Courier New" panose="02070309020205020404" pitchFamily="49" charset="0"/>
              </a:rPr>
              <a:t>的含义是：</a:t>
            </a:r>
            <a:endParaRPr lang="en-US" altLang="zh-CN" sz="2800" dirty="0" smtClean="0">
              <a:cs typeface="Courier New" panose="02070309020205020404" pitchFamily="49" charset="0"/>
            </a:endParaRPr>
          </a:p>
          <a:p>
            <a:pPr lvl="1" eaLnBrk="1" hangingPunct="1">
              <a:defRPr/>
            </a:pPr>
            <a:r>
              <a:rPr lang="zh-CN" altLang="en-US" sz="2400" dirty="0" smtClean="0">
                <a:cs typeface="Courier New" panose="02070309020205020404" pitchFamily="49" charset="0"/>
              </a:rPr>
              <a:t>程序转移到带有</a:t>
            </a:r>
            <a:r>
              <a:rPr lang="en-US" altLang="zh-CN" sz="2400" dirty="0" smtClean="0">
                <a:cs typeface="Courier New" panose="02070309020205020404" pitchFamily="49" charset="0"/>
              </a:rPr>
              <a:t>&lt;</a:t>
            </a:r>
            <a:r>
              <a:rPr lang="zh-CN" altLang="en-US" sz="2400" dirty="0" smtClean="0">
                <a:cs typeface="Courier New" panose="02070309020205020404" pitchFamily="49" charset="0"/>
              </a:rPr>
              <a:t>语句标号</a:t>
            </a:r>
            <a:r>
              <a:rPr lang="en-US" altLang="zh-CN" sz="2400" dirty="0" smtClean="0">
                <a:cs typeface="Courier New" panose="02070309020205020404" pitchFamily="49" charset="0"/>
              </a:rPr>
              <a:t>&gt;</a:t>
            </a:r>
            <a:r>
              <a:rPr lang="zh-CN" altLang="en-US" sz="2400" dirty="0" smtClean="0">
                <a:cs typeface="Courier New" panose="02070309020205020404" pitchFamily="49" charset="0"/>
              </a:rPr>
              <a:t>的</a:t>
            </a:r>
            <a:r>
              <a:rPr lang="zh-CN" altLang="en-US" sz="2400" dirty="0" smtClean="0">
                <a:cs typeface="Courier New" panose="02070309020205020404" pitchFamily="49" charset="0"/>
              </a:rPr>
              <a:t>语句去执行</a:t>
            </a:r>
            <a:endParaRPr lang="zh-CN" altLang="en-US" sz="2400" dirty="0" smtClean="0">
              <a:cs typeface="Courier New" panose="02070309020205020404" pitchFamily="49" charset="0"/>
            </a:endParaRPr>
          </a:p>
        </p:txBody>
      </p:sp>
    </p:spTree>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850" name="Rectangle 2"/>
          <p:cNvSpPr>
            <a:spLocks noGrp="1" noChangeArrowheads="1"/>
          </p:cNvSpPr>
          <p:nvPr>
            <p:ph type="title"/>
          </p:nvPr>
        </p:nvSpPr>
        <p:spPr>
          <a:xfrm>
            <a:off x="457200" y="115888"/>
            <a:ext cx="8229600" cy="1139825"/>
          </a:xfrm>
        </p:spPr>
        <p:txBody>
          <a:bodyPr/>
          <a:lstStyle/>
          <a:p>
            <a:pPr eaLnBrk="1" hangingPunct="1">
              <a:defRPr/>
            </a:pPr>
            <a:r>
              <a:rPr lang="zh-CN" altLang="en-US" smtClean="0"/>
              <a:t>用</a:t>
            </a:r>
            <a:r>
              <a:rPr lang="en-US" altLang="zh-CN" smtClean="0"/>
              <a:t>goto</a:t>
            </a:r>
            <a:r>
              <a:rPr lang="zh-CN" altLang="en-US" smtClean="0"/>
              <a:t>语句求</a:t>
            </a:r>
            <a:r>
              <a:rPr lang="en-US" altLang="zh-CN" smtClean="0"/>
              <a:t>n! </a:t>
            </a:r>
            <a:endParaRPr lang="en-US" altLang="zh-CN" smtClean="0"/>
          </a:p>
        </p:txBody>
      </p:sp>
      <p:sp>
        <p:nvSpPr>
          <p:cNvPr id="206851" name="Rectangle 3"/>
          <p:cNvSpPr>
            <a:spLocks noGrp="1" noChangeArrowheads="1"/>
          </p:cNvSpPr>
          <p:nvPr>
            <p:ph type="body" idx="1"/>
          </p:nvPr>
        </p:nvSpPr>
        <p:spPr>
          <a:xfrm>
            <a:off x="250825" y="1484313"/>
            <a:ext cx="8686800" cy="5257800"/>
          </a:xfrm>
        </p:spPr>
        <p:txBody>
          <a:bodyPr/>
          <a:lstStyle/>
          <a:p>
            <a:pPr eaLnBrk="1" hangingPunct="1">
              <a:lnSpc>
                <a:spcPct val="90000"/>
              </a:lnSpc>
              <a:buFont typeface="Wingdings" panose="05000000000000000000" pitchFamily="2" charset="2"/>
              <a:buNone/>
              <a:defRPr/>
            </a:pPr>
            <a:r>
              <a:rPr lang="en-US" altLang="zh-CN" sz="2400" dirty="0" smtClean="0"/>
              <a:t>#include &lt;</a:t>
            </a:r>
            <a:r>
              <a:rPr lang="en-US" altLang="zh-CN" sz="2400" dirty="0" err="1" smtClean="0"/>
              <a:t>iostream</a:t>
            </a:r>
            <a:r>
              <a:rPr lang="en-US" altLang="zh-CN" sz="2400" dirty="0" smtClean="0"/>
              <a:t>&gt;</a:t>
            </a:r>
            <a:endParaRPr lang="en-US" altLang="zh-CN" sz="2400" dirty="0" smtClean="0"/>
          </a:p>
          <a:p>
            <a:pPr eaLnBrk="1" hangingPunct="1">
              <a:lnSpc>
                <a:spcPct val="90000"/>
              </a:lnSpc>
              <a:buFont typeface="Wingdings" panose="05000000000000000000" pitchFamily="2" charset="2"/>
              <a:buNone/>
              <a:defRPr/>
            </a:pPr>
            <a:r>
              <a:rPr lang="en-US" altLang="zh-CN" sz="2400" dirty="0" smtClean="0"/>
              <a:t>using namespace </a:t>
            </a:r>
            <a:r>
              <a:rPr lang="en-US" altLang="zh-CN" sz="2400" dirty="0" err="1" smtClean="0"/>
              <a:t>std</a:t>
            </a:r>
            <a:r>
              <a:rPr lang="en-US" altLang="zh-CN" sz="2400" dirty="0" smtClean="0"/>
              <a:t>;</a:t>
            </a:r>
            <a:endParaRPr lang="en-US" altLang="zh-CN" sz="2400" dirty="0" smtClean="0"/>
          </a:p>
          <a:p>
            <a:pPr eaLnBrk="1" hangingPunct="1">
              <a:lnSpc>
                <a:spcPct val="90000"/>
              </a:lnSpc>
              <a:buFont typeface="Wingdings" panose="05000000000000000000" pitchFamily="2" charset="2"/>
              <a:buNone/>
              <a:defRPr/>
            </a:pPr>
            <a:r>
              <a:rPr lang="en-US" altLang="zh-CN" sz="2400" dirty="0" err="1" smtClean="0"/>
              <a:t>int</a:t>
            </a:r>
            <a:r>
              <a:rPr lang="en-US" altLang="zh-CN" sz="2400" dirty="0" smtClean="0"/>
              <a:t> main()</a:t>
            </a:r>
            <a:endParaRPr lang="en-US" altLang="zh-CN" sz="2400" dirty="0" smtClean="0"/>
          </a:p>
          <a:p>
            <a:pPr eaLnBrk="1" hangingPunct="1">
              <a:lnSpc>
                <a:spcPct val="90000"/>
              </a:lnSpc>
              <a:buFont typeface="Wingdings" panose="05000000000000000000" pitchFamily="2" charset="2"/>
              <a:buNone/>
              <a:defRPr/>
            </a:pPr>
            <a:r>
              <a:rPr lang="en-US" altLang="zh-CN" sz="2400" dirty="0" smtClean="0"/>
              <a:t>{	</a:t>
            </a:r>
            <a:r>
              <a:rPr lang="en-US" altLang="zh-CN" sz="2400" dirty="0" err="1" smtClean="0"/>
              <a:t>int</a:t>
            </a:r>
            <a:r>
              <a:rPr lang="en-US" altLang="zh-CN" sz="2400" dirty="0" smtClean="0"/>
              <a:t> n;</a:t>
            </a:r>
            <a:endParaRPr lang="en-US" altLang="zh-CN" sz="2400" dirty="0" smtClean="0"/>
          </a:p>
          <a:p>
            <a:pPr eaLnBrk="1" hangingPunct="1">
              <a:lnSpc>
                <a:spcPct val="90000"/>
              </a:lnSpc>
              <a:buFont typeface="Wingdings" panose="05000000000000000000" pitchFamily="2" charset="2"/>
              <a:buNone/>
              <a:defRPr/>
            </a:pPr>
            <a:r>
              <a:rPr lang="en-US" altLang="zh-CN" sz="2400" dirty="0" smtClean="0"/>
              <a:t>	</a:t>
            </a:r>
            <a:r>
              <a:rPr lang="en-US" altLang="zh-CN" sz="2400" dirty="0" err="1" smtClean="0"/>
              <a:t>cin</a:t>
            </a:r>
            <a:r>
              <a:rPr lang="en-US" altLang="zh-CN" sz="2400" dirty="0" smtClean="0"/>
              <a:t> &gt;&gt; n;</a:t>
            </a:r>
            <a:endParaRPr lang="en-US" altLang="zh-CN" sz="2400" dirty="0" smtClean="0"/>
          </a:p>
          <a:p>
            <a:pPr eaLnBrk="1" hangingPunct="1">
              <a:lnSpc>
                <a:spcPct val="90000"/>
              </a:lnSpc>
              <a:buFont typeface="Wingdings" panose="05000000000000000000" pitchFamily="2" charset="2"/>
              <a:buNone/>
              <a:defRPr/>
            </a:pPr>
            <a:r>
              <a:rPr lang="en-US" altLang="zh-CN" sz="2400" dirty="0" smtClean="0"/>
              <a:t>	</a:t>
            </a:r>
            <a:r>
              <a:rPr lang="en-US" altLang="zh-CN" sz="2400" dirty="0" err="1" smtClean="0"/>
              <a:t>int</a:t>
            </a:r>
            <a:r>
              <a:rPr lang="en-US" altLang="zh-CN" sz="2400" dirty="0" smtClean="0"/>
              <a:t> </a:t>
            </a:r>
            <a:r>
              <a:rPr lang="en-US" altLang="zh-CN" sz="2400" dirty="0" err="1" smtClean="0"/>
              <a:t>i</a:t>
            </a:r>
            <a:r>
              <a:rPr lang="en-US" altLang="zh-CN" sz="2400" dirty="0" smtClean="0"/>
              <a:t>=1,f=1;</a:t>
            </a:r>
            <a:endParaRPr lang="en-US" altLang="zh-CN" sz="2400" dirty="0" smtClean="0"/>
          </a:p>
          <a:p>
            <a:pPr eaLnBrk="1" hangingPunct="1">
              <a:lnSpc>
                <a:spcPct val="90000"/>
              </a:lnSpc>
              <a:buFont typeface="Wingdings" panose="05000000000000000000" pitchFamily="2" charset="2"/>
              <a:buNone/>
              <a:defRPr/>
            </a:pPr>
            <a:r>
              <a:rPr lang="en-US" altLang="zh-CN" sz="2400" dirty="0" smtClean="0">
                <a:solidFill>
                  <a:srgbClr val="FFC000"/>
                </a:solidFill>
              </a:rPr>
              <a:t>loop</a:t>
            </a:r>
            <a:r>
              <a:rPr lang="en-US" altLang="zh-CN" sz="2400" dirty="0" smtClean="0"/>
              <a:t>: </a:t>
            </a:r>
            <a:endParaRPr lang="en-US" altLang="zh-CN" sz="2400" dirty="0" smtClean="0"/>
          </a:p>
          <a:p>
            <a:pPr eaLnBrk="1" hangingPunct="1">
              <a:lnSpc>
                <a:spcPct val="90000"/>
              </a:lnSpc>
              <a:buFont typeface="Wingdings" panose="05000000000000000000" pitchFamily="2" charset="2"/>
              <a:buNone/>
              <a:defRPr/>
            </a:pPr>
            <a:r>
              <a:rPr lang="en-US" altLang="zh-CN" sz="2400" dirty="0" smtClean="0"/>
              <a:t>	f *= </a:t>
            </a:r>
            <a:r>
              <a:rPr lang="en-US" altLang="zh-CN" sz="2400" dirty="0" err="1" smtClean="0"/>
              <a:t>i</a:t>
            </a:r>
            <a:r>
              <a:rPr lang="en-US" altLang="zh-CN" sz="2400" dirty="0" smtClean="0"/>
              <a:t>;</a:t>
            </a:r>
            <a:endParaRPr lang="en-US" altLang="zh-CN" sz="2400" dirty="0" smtClean="0"/>
          </a:p>
          <a:p>
            <a:pPr eaLnBrk="1" hangingPunct="1">
              <a:lnSpc>
                <a:spcPct val="90000"/>
              </a:lnSpc>
              <a:buFont typeface="Wingdings" panose="05000000000000000000" pitchFamily="2" charset="2"/>
              <a:buNone/>
              <a:defRPr/>
            </a:pPr>
            <a:r>
              <a:rPr lang="en-US" altLang="zh-CN" sz="2400" dirty="0" smtClean="0"/>
              <a:t>	</a:t>
            </a:r>
            <a:r>
              <a:rPr lang="en-US" altLang="zh-CN" sz="2400" dirty="0" err="1" smtClean="0"/>
              <a:t>i</a:t>
            </a:r>
            <a:r>
              <a:rPr lang="en-US" altLang="zh-CN" sz="2400" dirty="0" smtClean="0"/>
              <a:t>++;</a:t>
            </a:r>
            <a:endParaRPr lang="en-US" altLang="zh-CN" sz="2400" dirty="0" smtClean="0"/>
          </a:p>
          <a:p>
            <a:pPr eaLnBrk="1" hangingPunct="1">
              <a:lnSpc>
                <a:spcPct val="90000"/>
              </a:lnSpc>
              <a:buFont typeface="Wingdings" panose="05000000000000000000" pitchFamily="2" charset="2"/>
              <a:buNone/>
              <a:defRPr/>
            </a:pPr>
            <a:r>
              <a:rPr lang="en-US" altLang="zh-CN" sz="2400" dirty="0" smtClean="0"/>
              <a:t>	if (</a:t>
            </a:r>
            <a:r>
              <a:rPr lang="en-US" altLang="zh-CN" sz="2400" dirty="0" err="1" smtClean="0"/>
              <a:t>i</a:t>
            </a:r>
            <a:r>
              <a:rPr lang="en-US" altLang="zh-CN" sz="2400" dirty="0" smtClean="0"/>
              <a:t> &lt;= n) </a:t>
            </a:r>
            <a:r>
              <a:rPr lang="en-US" altLang="zh-CN" sz="2400" dirty="0" err="1" smtClean="0">
                <a:solidFill>
                  <a:srgbClr val="FFC000"/>
                </a:solidFill>
              </a:rPr>
              <a:t>goto</a:t>
            </a:r>
            <a:r>
              <a:rPr lang="en-US" altLang="zh-CN" sz="2400" dirty="0" smtClean="0">
                <a:solidFill>
                  <a:srgbClr val="FFC000"/>
                </a:solidFill>
              </a:rPr>
              <a:t> loop</a:t>
            </a:r>
            <a:r>
              <a:rPr lang="en-US" altLang="zh-CN" sz="2400" dirty="0" smtClean="0"/>
              <a:t>;</a:t>
            </a:r>
            <a:endParaRPr lang="en-US" altLang="zh-CN" sz="2400" dirty="0" smtClean="0"/>
          </a:p>
          <a:p>
            <a:pPr eaLnBrk="1" hangingPunct="1">
              <a:lnSpc>
                <a:spcPct val="90000"/>
              </a:lnSpc>
              <a:buFont typeface="Wingdings" panose="05000000000000000000" pitchFamily="2" charset="2"/>
              <a:buNone/>
              <a:defRPr/>
            </a:pPr>
            <a:r>
              <a:rPr lang="en-US" altLang="zh-CN" sz="2400" dirty="0" smtClean="0"/>
              <a:t>	</a:t>
            </a:r>
            <a:r>
              <a:rPr lang="en-US" altLang="zh-CN" sz="2400" dirty="0" err="1" smtClean="0"/>
              <a:t>cout</a:t>
            </a:r>
            <a:r>
              <a:rPr lang="en-US" altLang="zh-CN" sz="2400" dirty="0" smtClean="0"/>
              <a:t> &lt;&lt; "factorial of " &lt;&lt; n &lt;&lt; "=" &lt;&lt; f &lt;&lt; </a:t>
            </a:r>
            <a:r>
              <a:rPr lang="en-US" altLang="zh-CN" sz="2400" dirty="0" err="1" smtClean="0"/>
              <a:t>endl</a:t>
            </a:r>
            <a:r>
              <a:rPr lang="en-US" altLang="zh-CN" sz="2400" dirty="0" smtClean="0"/>
              <a:t>;</a:t>
            </a:r>
            <a:endParaRPr lang="en-US" altLang="zh-CN" sz="2400" dirty="0" smtClean="0"/>
          </a:p>
          <a:p>
            <a:pPr eaLnBrk="1" hangingPunct="1">
              <a:lnSpc>
                <a:spcPct val="90000"/>
              </a:lnSpc>
              <a:buFont typeface="Wingdings" panose="05000000000000000000" pitchFamily="2" charset="2"/>
              <a:buNone/>
              <a:defRPr/>
            </a:pPr>
            <a:r>
              <a:rPr lang="en-US" altLang="zh-CN" sz="2400" dirty="0" smtClean="0"/>
              <a:t>	return 0;</a:t>
            </a:r>
            <a:endParaRPr lang="en-US" altLang="zh-CN" sz="2400" dirty="0" smtClean="0"/>
          </a:p>
          <a:p>
            <a:pPr eaLnBrk="1" hangingPunct="1">
              <a:lnSpc>
                <a:spcPct val="90000"/>
              </a:lnSpc>
              <a:buFont typeface="Wingdings" panose="05000000000000000000" pitchFamily="2" charset="2"/>
              <a:buNone/>
              <a:defRPr/>
            </a:pPr>
            <a:r>
              <a:rPr lang="en-US" altLang="zh-CN" sz="2400" dirty="0" smtClean="0"/>
              <a:t>}</a:t>
            </a:r>
            <a:endParaRPr lang="en-US" altLang="zh-CN" sz="2400" dirty="0" smtClean="0"/>
          </a:p>
        </p:txBody>
      </p:sp>
    </p:spTree>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7874" name="Rectangle 2"/>
          <p:cNvSpPr>
            <a:spLocks noGrp="1" noChangeArrowheads="1"/>
          </p:cNvSpPr>
          <p:nvPr>
            <p:ph type="title"/>
          </p:nvPr>
        </p:nvSpPr>
        <p:spPr/>
        <p:txBody>
          <a:bodyPr/>
          <a:lstStyle/>
          <a:p>
            <a:pPr eaLnBrk="1" hangingPunct="1">
              <a:defRPr/>
            </a:pPr>
            <a:endParaRPr lang="zh-CN" altLang="zh-CN" smtClean="0"/>
          </a:p>
        </p:txBody>
      </p:sp>
      <p:sp>
        <p:nvSpPr>
          <p:cNvPr id="207875" name="Rectangle 3"/>
          <p:cNvSpPr>
            <a:spLocks noGrp="1" noChangeArrowheads="1"/>
          </p:cNvSpPr>
          <p:nvPr>
            <p:ph type="body" idx="1"/>
          </p:nvPr>
        </p:nvSpPr>
        <p:spPr/>
        <p:txBody>
          <a:bodyPr/>
          <a:lstStyle/>
          <a:p>
            <a:pPr eaLnBrk="1" hangingPunct="1">
              <a:defRPr/>
            </a:pPr>
            <a:r>
              <a:rPr lang="zh-CN" altLang="en-US" dirty="0" smtClean="0"/>
              <a:t>在使用</a:t>
            </a:r>
            <a:r>
              <a:rPr lang="en-US" altLang="zh-CN" dirty="0" err="1" smtClean="0"/>
              <a:t>goto</a:t>
            </a:r>
            <a:r>
              <a:rPr lang="zh-CN" altLang="en-US" dirty="0" smtClean="0"/>
              <a:t>语句时，应该注意：</a:t>
            </a:r>
            <a:endParaRPr lang="zh-CN" altLang="en-US" dirty="0" smtClean="0"/>
          </a:p>
          <a:p>
            <a:pPr lvl="1" eaLnBrk="1" hangingPunct="1">
              <a:defRPr/>
            </a:pPr>
            <a:r>
              <a:rPr lang="zh-CN" altLang="en-US" dirty="0" smtClean="0">
                <a:solidFill>
                  <a:srgbClr val="FF0000"/>
                </a:solidFill>
              </a:rPr>
              <a:t>不能用</a:t>
            </a:r>
            <a:r>
              <a:rPr lang="en-US" altLang="zh-CN" dirty="0" err="1" smtClean="0">
                <a:solidFill>
                  <a:srgbClr val="FF0000"/>
                </a:solidFill>
              </a:rPr>
              <a:t>goto</a:t>
            </a:r>
            <a:r>
              <a:rPr lang="zh-CN" altLang="en-US" dirty="0" smtClean="0">
                <a:solidFill>
                  <a:srgbClr val="FF0000"/>
                </a:solidFill>
              </a:rPr>
              <a:t>语句从一个函数外部转入该函数的内部（函数体），也不能用</a:t>
            </a:r>
            <a:r>
              <a:rPr lang="en-US" altLang="zh-CN" dirty="0" err="1" smtClean="0">
                <a:solidFill>
                  <a:srgbClr val="FF0000"/>
                </a:solidFill>
              </a:rPr>
              <a:t>goto</a:t>
            </a:r>
            <a:r>
              <a:rPr lang="zh-CN" altLang="en-US" dirty="0" smtClean="0">
                <a:solidFill>
                  <a:srgbClr val="FF0000"/>
                </a:solidFill>
              </a:rPr>
              <a:t>语句从一个函数的内部转到该函数的外部。</a:t>
            </a:r>
            <a:endParaRPr lang="zh-CN" altLang="en-US" dirty="0" smtClean="0">
              <a:solidFill>
                <a:srgbClr val="FF0000"/>
              </a:solidFill>
            </a:endParaRPr>
          </a:p>
          <a:p>
            <a:pPr lvl="1" eaLnBrk="1" hangingPunct="1">
              <a:defRPr/>
            </a:pPr>
            <a:r>
              <a:rPr lang="zh-CN" altLang="en-US" dirty="0" smtClean="0">
                <a:solidFill>
                  <a:srgbClr val="FF0000"/>
                </a:solidFill>
              </a:rPr>
              <a:t>允许用</a:t>
            </a:r>
            <a:r>
              <a:rPr lang="en-US" altLang="zh-CN" dirty="0" err="1" smtClean="0">
                <a:solidFill>
                  <a:srgbClr val="FF0000"/>
                </a:solidFill>
              </a:rPr>
              <a:t>goto</a:t>
            </a:r>
            <a:r>
              <a:rPr lang="zh-CN" altLang="en-US" dirty="0" smtClean="0">
                <a:solidFill>
                  <a:srgbClr val="FF0000"/>
                </a:solidFill>
              </a:rPr>
              <a:t>语句从内层复合语句转到外层复合语句或从外层复合语句转入内层复合语句。</a:t>
            </a:r>
            <a:endParaRPr lang="zh-CN" altLang="en-US" dirty="0" smtClean="0">
              <a:solidFill>
                <a:srgbClr val="FF0000"/>
              </a:solidFill>
            </a:endParaRPr>
          </a:p>
          <a:p>
            <a:pPr lvl="1" eaLnBrk="1" hangingPunct="1">
              <a:defRPr/>
            </a:pPr>
            <a:r>
              <a:rPr lang="en-US" altLang="zh-CN" dirty="0" err="1" smtClean="0">
                <a:solidFill>
                  <a:srgbClr val="FF0000"/>
                </a:solidFill>
              </a:rPr>
              <a:t>goto</a:t>
            </a:r>
            <a:r>
              <a:rPr lang="zh-CN" altLang="en-US" dirty="0" smtClean="0">
                <a:solidFill>
                  <a:srgbClr val="FF0000"/>
                </a:solidFill>
              </a:rPr>
              <a:t>语句不能掠过带有初始化的变量定义。</a:t>
            </a:r>
            <a:endParaRPr lang="zh-CN" altLang="en-US" dirty="0" smtClean="0">
              <a:solidFill>
                <a:srgbClr val="FF0000"/>
              </a:solidFill>
            </a:endParaRPr>
          </a:p>
          <a:p>
            <a:pPr eaLnBrk="1" hangingPunct="1">
              <a:defRPr/>
            </a:pPr>
            <a:endParaRPr lang="zh-CN" altLang="en-US" dirty="0" smtClean="0">
              <a:solidFill>
                <a:srgbClr val="FF0000"/>
              </a:solidFill>
            </a:endParaRPr>
          </a:p>
        </p:txBody>
      </p:sp>
    </p:spTree>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2211" name="Rectangle 3"/>
          <p:cNvSpPr>
            <a:spLocks noGrp="1" noChangeArrowheads="1"/>
          </p:cNvSpPr>
          <p:nvPr>
            <p:ph type="body" idx="1"/>
          </p:nvPr>
        </p:nvSpPr>
        <p:spPr>
          <a:xfrm>
            <a:off x="457200" y="476672"/>
            <a:ext cx="3466728" cy="5328592"/>
          </a:xfrm>
        </p:spPr>
        <p:txBody>
          <a:bodyPr>
            <a:normAutofit fontScale="92500" lnSpcReduction="20000"/>
          </a:bodyPr>
          <a:lstStyle/>
          <a:p>
            <a:pPr eaLnBrk="1" hangingPunct="1">
              <a:lnSpc>
                <a:spcPct val="120000"/>
              </a:lnSpc>
              <a:buFont typeface="Wingdings" panose="05000000000000000000" pitchFamily="2" charset="2"/>
              <a:buNone/>
              <a:defRPr/>
            </a:pPr>
            <a:r>
              <a:rPr lang="es-CL" altLang="zh-CN" sz="2400" dirty="0" smtClean="0"/>
              <a:t>int main()</a:t>
            </a:r>
            <a:endParaRPr lang="es-CL" altLang="zh-CN" sz="2400" dirty="0" smtClean="0"/>
          </a:p>
          <a:p>
            <a:pPr eaLnBrk="1" hangingPunct="1">
              <a:lnSpc>
                <a:spcPct val="120000"/>
              </a:lnSpc>
              <a:buFont typeface="Wingdings" panose="05000000000000000000" pitchFamily="2" charset="2"/>
              <a:buNone/>
              <a:defRPr/>
            </a:pPr>
            <a:r>
              <a:rPr lang="es-CL" altLang="zh-CN" sz="2400" dirty="0" smtClean="0"/>
              <a:t>{	......</a:t>
            </a:r>
            <a:endParaRPr lang="es-CL" altLang="zh-CN" sz="2400" dirty="0" smtClean="0"/>
          </a:p>
          <a:p>
            <a:pPr eaLnBrk="1" hangingPunct="1">
              <a:lnSpc>
                <a:spcPct val="120000"/>
              </a:lnSpc>
              <a:buFont typeface="Wingdings" panose="05000000000000000000" pitchFamily="2" charset="2"/>
              <a:buNone/>
              <a:defRPr/>
            </a:pPr>
            <a:r>
              <a:rPr lang="es-CL" altLang="zh-CN" sz="2400" dirty="0" smtClean="0"/>
              <a:t>	goto L1;  </a:t>
            </a:r>
            <a:r>
              <a:rPr lang="es-CL" altLang="zh-CN" sz="2400" dirty="0" smtClean="0"/>
              <a:t>//OK</a:t>
            </a:r>
            <a:endParaRPr lang="es-CL" altLang="zh-CN" sz="2400" dirty="0" smtClean="0">
              <a:solidFill>
                <a:srgbClr val="FFC000"/>
              </a:solidFill>
            </a:endParaRPr>
          </a:p>
          <a:p>
            <a:pPr eaLnBrk="1" hangingPunct="1">
              <a:lnSpc>
                <a:spcPct val="120000"/>
              </a:lnSpc>
              <a:buFont typeface="Wingdings" panose="05000000000000000000" pitchFamily="2" charset="2"/>
              <a:buNone/>
              <a:defRPr/>
            </a:pPr>
            <a:r>
              <a:rPr lang="es-CL" altLang="zh-CN" sz="2400" dirty="0" smtClean="0"/>
              <a:t>	......</a:t>
            </a:r>
            <a:endParaRPr lang="es-CL" altLang="zh-CN" sz="2400" dirty="0" smtClean="0"/>
          </a:p>
          <a:p>
            <a:pPr eaLnBrk="1" hangingPunct="1">
              <a:lnSpc>
                <a:spcPct val="120000"/>
              </a:lnSpc>
              <a:buNone/>
              <a:defRPr/>
            </a:pPr>
            <a:r>
              <a:rPr lang="en-US" altLang="zh-CN" sz="2400" dirty="0" smtClean="0"/>
              <a:t>	</a:t>
            </a:r>
            <a:r>
              <a:rPr lang="en-US" altLang="zh-CN" sz="2400" dirty="0" smtClean="0"/>
              <a:t>{ ......</a:t>
            </a:r>
            <a:endParaRPr lang="en-US" altLang="zh-CN" sz="2400" dirty="0" smtClean="0"/>
          </a:p>
          <a:p>
            <a:pPr eaLnBrk="1" hangingPunct="1">
              <a:lnSpc>
                <a:spcPct val="120000"/>
              </a:lnSpc>
              <a:buFont typeface="Wingdings" panose="05000000000000000000" pitchFamily="2" charset="2"/>
              <a:buNone/>
              <a:defRPr/>
            </a:pPr>
            <a:r>
              <a:rPr lang="en-US" altLang="zh-CN" sz="2400" dirty="0" smtClean="0"/>
              <a:t>	</a:t>
            </a:r>
            <a:r>
              <a:rPr lang="en-US" altLang="zh-CN" sz="2400" dirty="0" smtClean="0"/>
              <a:t>   L1</a:t>
            </a:r>
            <a:r>
              <a:rPr lang="en-US" altLang="zh-CN" sz="2400" dirty="0" smtClean="0"/>
              <a:t>: ...</a:t>
            </a:r>
            <a:endParaRPr lang="en-US" altLang="zh-CN" sz="2400" dirty="0" smtClean="0"/>
          </a:p>
          <a:p>
            <a:pPr eaLnBrk="1" hangingPunct="1">
              <a:lnSpc>
                <a:spcPct val="120000"/>
              </a:lnSpc>
              <a:buFont typeface="Wingdings" panose="05000000000000000000" pitchFamily="2" charset="2"/>
              <a:buNone/>
              <a:defRPr/>
            </a:pPr>
            <a:r>
              <a:rPr lang="en-US" altLang="zh-CN" sz="2400" dirty="0" smtClean="0"/>
              <a:t>	</a:t>
            </a:r>
            <a:r>
              <a:rPr lang="en-US" altLang="zh-CN" sz="2400" dirty="0" smtClean="0"/>
              <a:t>   ......</a:t>
            </a:r>
            <a:endParaRPr lang="en-US" altLang="zh-CN" sz="2400" dirty="0" smtClean="0"/>
          </a:p>
          <a:p>
            <a:pPr eaLnBrk="1" hangingPunct="1">
              <a:lnSpc>
                <a:spcPct val="120000"/>
              </a:lnSpc>
              <a:buFont typeface="Wingdings" panose="05000000000000000000" pitchFamily="2" charset="2"/>
              <a:buNone/>
              <a:defRPr/>
            </a:pPr>
            <a:r>
              <a:rPr lang="en-US" altLang="zh-CN" sz="2400" dirty="0" smtClean="0"/>
              <a:t>	</a:t>
            </a:r>
            <a:r>
              <a:rPr lang="en-US" altLang="zh-CN" sz="2400" dirty="0" smtClean="0"/>
              <a:t>   </a:t>
            </a:r>
            <a:r>
              <a:rPr lang="en-US" altLang="zh-CN" sz="2400" dirty="0" err="1" smtClean="0"/>
              <a:t>goto</a:t>
            </a:r>
            <a:r>
              <a:rPr lang="en-US" altLang="zh-CN" sz="2400" dirty="0" smtClean="0"/>
              <a:t> L2; </a:t>
            </a:r>
            <a:r>
              <a:rPr lang="en-US" altLang="zh-CN" sz="2400" dirty="0" smtClean="0"/>
              <a:t>//OK</a:t>
            </a:r>
            <a:endParaRPr lang="en-US" altLang="zh-CN" sz="2400" dirty="0" smtClean="0"/>
          </a:p>
          <a:p>
            <a:pPr eaLnBrk="1" hangingPunct="1">
              <a:lnSpc>
                <a:spcPct val="120000"/>
              </a:lnSpc>
              <a:buFont typeface="Wingdings" panose="05000000000000000000" pitchFamily="2" charset="2"/>
              <a:buNone/>
              <a:defRPr/>
            </a:pPr>
            <a:r>
              <a:rPr lang="en-US" altLang="zh-CN" sz="2400" dirty="0" smtClean="0"/>
              <a:t>	</a:t>
            </a:r>
            <a:r>
              <a:rPr lang="en-US" altLang="zh-CN" sz="2400" dirty="0" smtClean="0"/>
              <a:t>   ......</a:t>
            </a:r>
            <a:endParaRPr lang="en-US" altLang="zh-CN" sz="2400" dirty="0" smtClean="0"/>
          </a:p>
          <a:p>
            <a:pPr eaLnBrk="1" hangingPunct="1">
              <a:lnSpc>
                <a:spcPct val="120000"/>
              </a:lnSpc>
              <a:buFont typeface="Wingdings" panose="05000000000000000000" pitchFamily="2" charset="2"/>
              <a:buNone/>
              <a:defRPr/>
            </a:pPr>
            <a:r>
              <a:rPr lang="en-US" altLang="zh-CN" sz="2400" dirty="0"/>
              <a:t> </a:t>
            </a:r>
            <a:r>
              <a:rPr lang="en-US" altLang="zh-CN" sz="2400" dirty="0" smtClean="0"/>
              <a:t>   }</a:t>
            </a:r>
            <a:endParaRPr lang="en-US" altLang="zh-CN" sz="2400" dirty="0" smtClean="0"/>
          </a:p>
          <a:p>
            <a:pPr eaLnBrk="1" hangingPunct="1">
              <a:lnSpc>
                <a:spcPct val="120000"/>
              </a:lnSpc>
              <a:buFont typeface="Wingdings" panose="05000000000000000000" pitchFamily="2" charset="2"/>
              <a:buNone/>
              <a:defRPr/>
            </a:pPr>
            <a:r>
              <a:rPr lang="en-US" altLang="zh-CN" sz="2400" dirty="0"/>
              <a:t> </a:t>
            </a:r>
            <a:r>
              <a:rPr lang="en-US" altLang="zh-CN" sz="2400" dirty="0" smtClean="0"/>
              <a:t>   L2: ...</a:t>
            </a:r>
            <a:endParaRPr lang="en-US" altLang="zh-CN" sz="2400" dirty="0" smtClean="0"/>
          </a:p>
          <a:p>
            <a:pPr eaLnBrk="1" hangingPunct="1">
              <a:lnSpc>
                <a:spcPct val="120000"/>
              </a:lnSpc>
              <a:buFont typeface="Wingdings" panose="05000000000000000000" pitchFamily="2" charset="2"/>
              <a:buNone/>
              <a:defRPr/>
            </a:pPr>
            <a:r>
              <a:rPr lang="en-US" altLang="zh-CN" sz="2400" dirty="0"/>
              <a:t> </a:t>
            </a:r>
            <a:r>
              <a:rPr lang="en-US" altLang="zh-CN" sz="2400" dirty="0" smtClean="0"/>
              <a:t>   ......</a:t>
            </a:r>
            <a:endParaRPr lang="en-US" altLang="zh-CN" sz="2400" dirty="0" smtClean="0"/>
          </a:p>
          <a:p>
            <a:pPr eaLnBrk="1" hangingPunct="1">
              <a:lnSpc>
                <a:spcPct val="120000"/>
              </a:lnSpc>
              <a:buFont typeface="Wingdings" panose="05000000000000000000" pitchFamily="2" charset="2"/>
              <a:buNone/>
              <a:defRPr/>
            </a:pPr>
            <a:r>
              <a:rPr lang="en-US" altLang="zh-CN" sz="2400" dirty="0" smtClean="0"/>
              <a:t>}</a:t>
            </a:r>
            <a:endParaRPr lang="en-US" altLang="zh-CN" sz="2400" dirty="0" smtClean="0"/>
          </a:p>
        </p:txBody>
      </p:sp>
      <p:sp>
        <p:nvSpPr>
          <p:cNvPr id="3" name="Rectangle 3"/>
          <p:cNvSpPr txBox="1">
            <a:spLocks noChangeArrowheads="1"/>
          </p:cNvSpPr>
          <p:nvPr/>
        </p:nvSpPr>
        <p:spPr bwMode="auto">
          <a:xfrm>
            <a:off x="4139952" y="476672"/>
            <a:ext cx="4896544" cy="4896544"/>
          </a:xfrm>
          <a:prstGeom prst="rect">
            <a:avLst/>
          </a:prstGeom>
          <a:solidFill>
            <a:schemeClr val="bg1">
              <a:lumMod val="75000"/>
            </a:schemeClr>
          </a:solidFill>
          <a:ln>
            <a:noFill/>
          </a:ln>
          <a:effectLst/>
        </p:spPr>
        <p:txBody>
          <a:bodyPr vert="horz" wrap="square" lIns="91440" tIns="45720" rIns="91440" bIns="45720" numCol="1" anchor="t" anchorCtr="0" compatLnSpc="1">
            <a:normAutofit fontScale="92500"/>
          </a:bodyPr>
          <a:lstStyle>
            <a:lvl1pPr marL="342900" indent="-342900" algn="l" rtl="0" eaLnBrk="0" fontAlgn="base" hangingPunct="0">
              <a:spcBef>
                <a:spcPct val="20000"/>
              </a:spcBef>
              <a:spcAft>
                <a:spcPct val="0"/>
              </a:spcAft>
              <a:buClr>
                <a:schemeClr val="hlink"/>
              </a:buClr>
              <a:buSzPct val="60000"/>
              <a:buFont typeface="Wingdings" panose="05000000000000000000" pitchFamily="2" charset="2"/>
              <a:buChar char="n"/>
              <a:defRPr sz="3200">
                <a:solidFill>
                  <a:schemeClr val="tx1"/>
                </a:solidFill>
                <a:effectLst>
                  <a:outerShdw blurRad="38100" dist="38100" dir="2700000" algn="tl">
                    <a:srgbClr val="000000"/>
                  </a:outerShdw>
                </a:effectLst>
                <a:latin typeface="+mn-lt"/>
                <a:ea typeface="+mn-ea"/>
                <a:cs typeface="+mn-cs"/>
              </a:defRPr>
            </a:lvl1pPr>
            <a:lvl2pPr marL="742950" indent="-285750" algn="l" rtl="0" eaLnBrk="0" fontAlgn="base" hangingPunct="0">
              <a:spcBef>
                <a:spcPct val="20000"/>
              </a:spcBef>
              <a:spcAft>
                <a:spcPct val="0"/>
              </a:spcAft>
              <a:buClr>
                <a:schemeClr val="tx1"/>
              </a:buClr>
              <a:buChar char="•"/>
              <a:defRPr sz="2800">
                <a:solidFill>
                  <a:schemeClr val="tx1"/>
                </a:solidFill>
                <a:effectLst>
                  <a:outerShdw blurRad="38100" dist="38100" dir="2700000" algn="tl">
                    <a:srgbClr val="000000"/>
                  </a:outerShdw>
                </a:effectLst>
                <a:latin typeface="+mn-lt"/>
                <a:ea typeface="+mn-ea"/>
              </a:defRPr>
            </a:lvl2pPr>
            <a:lvl3pPr marL="1143000" indent="-228600" algn="l" rtl="0" eaLnBrk="0" fontAlgn="base" hangingPunct="0">
              <a:spcBef>
                <a:spcPct val="20000"/>
              </a:spcBef>
              <a:spcAft>
                <a:spcPct val="0"/>
              </a:spcAft>
              <a:buClr>
                <a:schemeClr val="accent2"/>
              </a:buClr>
              <a:buSzPct val="60000"/>
              <a:buFont typeface="Wingdings" panose="05000000000000000000" pitchFamily="2" charset="2"/>
              <a:buChar char="n"/>
              <a:defRPr sz="2400">
                <a:solidFill>
                  <a:schemeClr val="tx1"/>
                </a:solidFill>
                <a:effectLst>
                  <a:outerShdw blurRad="38100" dist="38100" dir="2700000" algn="tl">
                    <a:srgbClr val="000000"/>
                  </a:outerShdw>
                </a:effectLst>
                <a:latin typeface="+mn-lt"/>
                <a:ea typeface="+mn-ea"/>
              </a:defRPr>
            </a:lvl3pPr>
            <a:lvl4pPr marL="1600200" indent="-228600" algn="l" rtl="0" eaLnBrk="0" fontAlgn="base" hangingPunct="0">
              <a:spcBef>
                <a:spcPct val="20000"/>
              </a:spcBef>
              <a:spcAft>
                <a:spcPct val="0"/>
              </a:spcAft>
              <a:buClr>
                <a:schemeClr val="tx2"/>
              </a:buClr>
              <a:buChar char="•"/>
              <a:defRPr sz="2000">
                <a:solidFill>
                  <a:schemeClr val="tx1"/>
                </a:solidFill>
                <a:effectLst>
                  <a:outerShdw blurRad="38100" dist="38100" dir="2700000" algn="tl">
                    <a:srgbClr val="000000"/>
                  </a:outerShdw>
                </a:effectLst>
                <a:latin typeface="+mn-lt"/>
                <a:ea typeface="+mn-ea"/>
              </a:defRPr>
            </a:lvl4pPr>
            <a:lvl5pPr marL="20574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effectLst>
                  <a:outerShdw blurRad="38100" dist="38100" dir="2700000" algn="tl">
                    <a:srgbClr val="000000"/>
                  </a:outerShdw>
                </a:effectLst>
                <a:latin typeface="+mn-lt"/>
                <a:ea typeface="+mn-ea"/>
              </a:defRPr>
            </a:lvl5pPr>
            <a:lvl6pPr marL="2514600" indent="-228600" algn="l" rtl="0" fontAlgn="base">
              <a:spcBef>
                <a:spcPct val="20000"/>
              </a:spcBef>
              <a:spcAft>
                <a:spcPct val="0"/>
              </a:spcAft>
              <a:buClr>
                <a:schemeClr val="folHlink"/>
              </a:buClr>
              <a:buSzPct val="60000"/>
              <a:buFont typeface="Wingdings" panose="05000000000000000000" pitchFamily="2" charset="2"/>
              <a:buChar char="n"/>
              <a:defRPr sz="2000">
                <a:solidFill>
                  <a:schemeClr val="tx1"/>
                </a:solidFill>
                <a:effectLst>
                  <a:outerShdw blurRad="38100" dist="38100" dir="2700000" algn="tl">
                    <a:srgbClr val="000000"/>
                  </a:outerShdw>
                </a:effectLst>
                <a:latin typeface="+mn-lt"/>
                <a:ea typeface="+mn-ea"/>
              </a:defRPr>
            </a:lvl6pPr>
            <a:lvl7pPr marL="2971800" indent="-228600" algn="l" rtl="0" fontAlgn="base">
              <a:spcBef>
                <a:spcPct val="20000"/>
              </a:spcBef>
              <a:spcAft>
                <a:spcPct val="0"/>
              </a:spcAft>
              <a:buClr>
                <a:schemeClr val="folHlink"/>
              </a:buClr>
              <a:buSzPct val="60000"/>
              <a:buFont typeface="Wingdings" panose="05000000000000000000" pitchFamily="2" charset="2"/>
              <a:buChar char="n"/>
              <a:defRPr sz="2000">
                <a:solidFill>
                  <a:schemeClr val="tx1"/>
                </a:solidFill>
                <a:effectLst>
                  <a:outerShdw blurRad="38100" dist="38100" dir="2700000" algn="tl">
                    <a:srgbClr val="000000"/>
                  </a:outerShdw>
                </a:effectLst>
                <a:latin typeface="+mn-lt"/>
                <a:ea typeface="+mn-ea"/>
              </a:defRPr>
            </a:lvl7pPr>
            <a:lvl8pPr marL="3429000" indent="-228600" algn="l" rtl="0" fontAlgn="base">
              <a:spcBef>
                <a:spcPct val="20000"/>
              </a:spcBef>
              <a:spcAft>
                <a:spcPct val="0"/>
              </a:spcAft>
              <a:buClr>
                <a:schemeClr val="folHlink"/>
              </a:buClr>
              <a:buSzPct val="60000"/>
              <a:buFont typeface="Wingdings" panose="05000000000000000000" pitchFamily="2" charset="2"/>
              <a:buChar char="n"/>
              <a:defRPr sz="2000">
                <a:solidFill>
                  <a:schemeClr val="tx1"/>
                </a:solidFill>
                <a:effectLst>
                  <a:outerShdw blurRad="38100" dist="38100" dir="2700000" algn="tl">
                    <a:srgbClr val="000000"/>
                  </a:outerShdw>
                </a:effectLst>
                <a:latin typeface="+mn-lt"/>
                <a:ea typeface="+mn-ea"/>
              </a:defRPr>
            </a:lvl8pPr>
            <a:lvl9pPr marL="3886200" indent="-228600" algn="l" rtl="0" fontAlgn="base">
              <a:spcBef>
                <a:spcPct val="20000"/>
              </a:spcBef>
              <a:spcAft>
                <a:spcPct val="0"/>
              </a:spcAft>
              <a:buClr>
                <a:schemeClr val="folHlink"/>
              </a:buClr>
              <a:buSzPct val="60000"/>
              <a:buFont typeface="Wingdings" panose="05000000000000000000" pitchFamily="2" charset="2"/>
              <a:buChar char="n"/>
              <a:defRPr sz="2000">
                <a:solidFill>
                  <a:schemeClr val="tx1"/>
                </a:solidFill>
                <a:effectLst>
                  <a:outerShdw blurRad="38100" dist="38100" dir="2700000" algn="tl">
                    <a:srgbClr val="000000"/>
                  </a:outerShdw>
                </a:effectLst>
                <a:latin typeface="+mn-lt"/>
                <a:ea typeface="+mn-ea"/>
              </a:defRPr>
            </a:lvl9pPr>
          </a:lstStyle>
          <a:p>
            <a:pPr eaLnBrk="1" hangingPunct="1">
              <a:lnSpc>
                <a:spcPct val="120000"/>
              </a:lnSpc>
              <a:buFont typeface="Wingdings" panose="05000000000000000000" pitchFamily="2" charset="2"/>
              <a:buNone/>
              <a:defRPr/>
            </a:pPr>
            <a:r>
              <a:rPr lang="es-CL" altLang="zh-CN" sz="2400" kern="0" dirty="0" smtClean="0"/>
              <a:t>int main()</a:t>
            </a:r>
            <a:endParaRPr lang="es-CL" altLang="zh-CN" sz="2400" kern="0" dirty="0" smtClean="0"/>
          </a:p>
          <a:p>
            <a:pPr eaLnBrk="1" hangingPunct="1">
              <a:lnSpc>
                <a:spcPct val="120000"/>
              </a:lnSpc>
              <a:buFont typeface="Wingdings" panose="05000000000000000000" pitchFamily="2" charset="2"/>
              <a:buNone/>
              <a:defRPr/>
            </a:pPr>
            <a:r>
              <a:rPr lang="es-CL" altLang="zh-CN" sz="2400" kern="0" dirty="0" smtClean="0"/>
              <a:t>{	......</a:t>
            </a:r>
            <a:endParaRPr lang="es-CL" altLang="zh-CN" sz="2400" kern="0" dirty="0" smtClean="0"/>
          </a:p>
          <a:p>
            <a:pPr eaLnBrk="1" hangingPunct="1">
              <a:lnSpc>
                <a:spcPct val="120000"/>
              </a:lnSpc>
              <a:buFont typeface="Wingdings" panose="05000000000000000000" pitchFamily="2" charset="2"/>
              <a:buNone/>
              <a:defRPr/>
            </a:pPr>
            <a:r>
              <a:rPr lang="es-CL" altLang="zh-CN" sz="2400" kern="0" dirty="0" smtClean="0"/>
              <a:t>	goto L1;  //</a:t>
            </a:r>
            <a:r>
              <a:rPr lang="es-CL" altLang="zh-CN" sz="2400" kern="0" dirty="0" smtClean="0">
                <a:solidFill>
                  <a:srgbClr val="FFC000"/>
                </a:solidFill>
              </a:rPr>
              <a:t>Error</a:t>
            </a:r>
            <a:endParaRPr lang="es-CL" altLang="zh-CN" sz="2400" kern="0" dirty="0" smtClean="0">
              <a:solidFill>
                <a:srgbClr val="FFC000"/>
              </a:solidFill>
            </a:endParaRPr>
          </a:p>
          <a:p>
            <a:pPr eaLnBrk="1" hangingPunct="1">
              <a:lnSpc>
                <a:spcPct val="120000"/>
              </a:lnSpc>
              <a:buFont typeface="Wingdings" panose="05000000000000000000" pitchFamily="2" charset="2"/>
              <a:buNone/>
              <a:defRPr/>
            </a:pPr>
            <a:r>
              <a:rPr lang="es-CL" altLang="zh-CN" sz="2400" kern="0" dirty="0" smtClean="0"/>
              <a:t>	......</a:t>
            </a:r>
            <a:endParaRPr lang="es-CL" altLang="zh-CN" sz="2400" kern="0" dirty="0" smtClean="0"/>
          </a:p>
          <a:p>
            <a:pPr eaLnBrk="1" hangingPunct="1">
              <a:lnSpc>
                <a:spcPct val="120000"/>
              </a:lnSpc>
              <a:buFont typeface="Wingdings" panose="05000000000000000000" pitchFamily="2" charset="2"/>
              <a:buNone/>
              <a:defRPr/>
            </a:pPr>
            <a:r>
              <a:rPr lang="en-US" altLang="zh-CN" sz="2400" kern="0" dirty="0" smtClean="0"/>
              <a:t>	</a:t>
            </a:r>
            <a:r>
              <a:rPr lang="en-US" altLang="zh-CN" sz="2400" kern="0" dirty="0" err="1" smtClean="0"/>
              <a:t>int</a:t>
            </a:r>
            <a:r>
              <a:rPr lang="en-US" altLang="zh-CN" sz="2400" kern="0" dirty="0" smtClean="0"/>
              <a:t> x=0; //</a:t>
            </a:r>
            <a:r>
              <a:rPr lang="zh-CN" altLang="en-US" sz="2400" kern="0" dirty="0" smtClean="0"/>
              <a:t>带有初始化的变量定义</a:t>
            </a:r>
            <a:endParaRPr lang="en-US" altLang="zh-CN" sz="2400" kern="0" dirty="0" smtClean="0"/>
          </a:p>
          <a:p>
            <a:pPr eaLnBrk="1" hangingPunct="1">
              <a:lnSpc>
                <a:spcPct val="120000"/>
              </a:lnSpc>
              <a:buFont typeface="Wingdings" panose="05000000000000000000" pitchFamily="2" charset="2"/>
              <a:buNone/>
              <a:defRPr/>
            </a:pPr>
            <a:r>
              <a:rPr lang="en-US" altLang="zh-CN" sz="2400" kern="0" dirty="0" smtClean="0"/>
              <a:t>	L1: ...</a:t>
            </a:r>
            <a:endParaRPr lang="en-US" altLang="zh-CN" sz="2400" kern="0" dirty="0" smtClean="0"/>
          </a:p>
          <a:p>
            <a:pPr eaLnBrk="1" hangingPunct="1">
              <a:lnSpc>
                <a:spcPct val="120000"/>
              </a:lnSpc>
              <a:buFont typeface="Wingdings" panose="05000000000000000000" pitchFamily="2" charset="2"/>
              <a:buNone/>
              <a:defRPr/>
            </a:pPr>
            <a:r>
              <a:rPr lang="en-US" altLang="zh-CN" sz="2400" kern="0" dirty="0" smtClean="0"/>
              <a:t>	......</a:t>
            </a:r>
            <a:endParaRPr lang="en-US" altLang="zh-CN" sz="2400" kern="0" dirty="0" smtClean="0"/>
          </a:p>
          <a:p>
            <a:pPr eaLnBrk="1" hangingPunct="1">
              <a:lnSpc>
                <a:spcPct val="120000"/>
              </a:lnSpc>
              <a:buFont typeface="Wingdings" panose="05000000000000000000" pitchFamily="2" charset="2"/>
              <a:buNone/>
              <a:defRPr/>
            </a:pPr>
            <a:r>
              <a:rPr lang="en-US" altLang="zh-CN" sz="2400" kern="0" dirty="0" smtClean="0"/>
              <a:t>	</a:t>
            </a:r>
            <a:r>
              <a:rPr lang="en-US" altLang="zh-CN" sz="2400" kern="0" dirty="0" err="1" smtClean="0"/>
              <a:t>goto</a:t>
            </a:r>
            <a:r>
              <a:rPr lang="en-US" altLang="zh-CN" sz="2400" kern="0" dirty="0" smtClean="0"/>
              <a:t> L1; //OK</a:t>
            </a:r>
            <a:endParaRPr lang="en-US" altLang="zh-CN" sz="2400" kern="0" dirty="0" smtClean="0"/>
          </a:p>
          <a:p>
            <a:pPr eaLnBrk="1" hangingPunct="1">
              <a:lnSpc>
                <a:spcPct val="120000"/>
              </a:lnSpc>
              <a:buFont typeface="Wingdings" panose="05000000000000000000" pitchFamily="2" charset="2"/>
              <a:buNone/>
              <a:defRPr/>
            </a:pPr>
            <a:r>
              <a:rPr lang="en-US" altLang="zh-CN" sz="2400" kern="0" dirty="0" smtClean="0"/>
              <a:t>	......</a:t>
            </a:r>
            <a:endParaRPr lang="en-US" altLang="zh-CN" sz="2400" kern="0" dirty="0" smtClean="0"/>
          </a:p>
          <a:p>
            <a:pPr eaLnBrk="1" hangingPunct="1">
              <a:lnSpc>
                <a:spcPct val="120000"/>
              </a:lnSpc>
              <a:buFont typeface="Wingdings" panose="05000000000000000000" pitchFamily="2" charset="2"/>
              <a:buNone/>
              <a:defRPr/>
            </a:pPr>
            <a:r>
              <a:rPr lang="en-US" altLang="zh-CN" sz="2400" kern="0" dirty="0" smtClean="0"/>
              <a:t>}</a:t>
            </a:r>
            <a:endParaRPr lang="en-US" altLang="zh-CN" sz="2400" kern="0" dirty="0" smtClean="0"/>
          </a:p>
        </p:txBody>
      </p:sp>
    </p:spTree>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620688"/>
            <a:ext cx="8229600" cy="5976664"/>
          </a:xfrm>
        </p:spPr>
        <p:txBody>
          <a:bodyPr>
            <a:normAutofit fontScale="92500" lnSpcReduction="10000"/>
          </a:bodyPr>
          <a:lstStyle/>
          <a:p>
            <a:pPr eaLnBrk="1" hangingPunct="1"/>
            <a:r>
              <a:rPr lang="zh-CN" altLang="en-US" dirty="0" smtClean="0"/>
              <a:t>虽然，</a:t>
            </a:r>
            <a:endParaRPr lang="en-US" altLang="zh-CN" dirty="0" smtClean="0"/>
          </a:p>
          <a:p>
            <a:pPr lvl="1" eaLnBrk="1" hangingPunct="1"/>
            <a:r>
              <a:rPr lang="zh-CN" altLang="en-US" dirty="0" smtClean="0"/>
              <a:t>只要有</a:t>
            </a:r>
            <a:r>
              <a:rPr lang="en-US" altLang="zh-CN" dirty="0" err="1" smtClean="0"/>
              <a:t>goto</a:t>
            </a:r>
            <a:r>
              <a:rPr lang="zh-CN" altLang="en-US" dirty="0" smtClean="0"/>
              <a:t>语句和</a:t>
            </a:r>
            <a:r>
              <a:rPr lang="en-US" altLang="zh-CN" dirty="0" smtClean="0"/>
              <a:t>if</a:t>
            </a:r>
            <a:r>
              <a:rPr lang="zh-CN" altLang="en-US" dirty="0" smtClean="0"/>
              <a:t>语句，所有的循环语句都可以不要了。</a:t>
            </a:r>
            <a:endParaRPr lang="en-US" altLang="zh-CN" dirty="0" smtClean="0"/>
          </a:p>
          <a:p>
            <a:pPr lvl="1" eaLnBrk="1" hangingPunct="1"/>
            <a:r>
              <a:rPr lang="zh-CN" altLang="en-US" dirty="0" smtClean="0"/>
              <a:t>用</a:t>
            </a:r>
            <a:r>
              <a:rPr lang="en-US" altLang="zh-CN" dirty="0" err="1" smtClean="0"/>
              <a:t>goto</a:t>
            </a:r>
            <a:r>
              <a:rPr lang="zh-CN" altLang="en-US" dirty="0" smtClean="0"/>
              <a:t>语句来实现循环</a:t>
            </a:r>
            <a:r>
              <a:rPr lang="zh-CN" altLang="en-US" dirty="0"/>
              <a:t>有时</a:t>
            </a:r>
            <a:r>
              <a:rPr lang="zh-CN" altLang="en-US" dirty="0" smtClean="0"/>
              <a:t>会更加</a:t>
            </a:r>
            <a:r>
              <a:rPr lang="zh-CN" altLang="en-US" dirty="0" smtClean="0">
                <a:solidFill>
                  <a:srgbClr val="FFC000"/>
                </a:solidFill>
              </a:rPr>
              <a:t>方便</a:t>
            </a:r>
            <a:r>
              <a:rPr lang="zh-CN" altLang="en-US" dirty="0" smtClean="0"/>
              <a:t>和</a:t>
            </a:r>
            <a:r>
              <a:rPr lang="zh-CN" altLang="en-US" dirty="0" smtClean="0">
                <a:solidFill>
                  <a:srgbClr val="FFC000"/>
                </a:solidFill>
              </a:rPr>
              <a:t>高效</a:t>
            </a:r>
            <a:r>
              <a:rPr lang="zh-CN" altLang="en-US" dirty="0" smtClean="0"/>
              <a:t>。</a:t>
            </a:r>
            <a:endParaRPr lang="en-US" altLang="zh-CN" dirty="0" smtClean="0"/>
          </a:p>
          <a:p>
            <a:pPr eaLnBrk="1" hangingPunct="1"/>
            <a:r>
              <a:rPr lang="zh-CN" altLang="en-US" dirty="0" smtClean="0"/>
              <a:t>但是，</a:t>
            </a:r>
            <a:endParaRPr lang="en-US" altLang="zh-CN" dirty="0" smtClean="0"/>
          </a:p>
          <a:p>
            <a:pPr lvl="1" eaLnBrk="1" hangingPunct="1"/>
            <a:r>
              <a:rPr lang="en-US" altLang="zh-CN" dirty="0" err="1" smtClean="0"/>
              <a:t>goto</a:t>
            </a:r>
            <a:r>
              <a:rPr lang="zh-CN" altLang="en-US" dirty="0" smtClean="0"/>
              <a:t>语句太灵活，</a:t>
            </a:r>
            <a:r>
              <a:rPr lang="zh-CN" altLang="en-US" dirty="0" smtClean="0">
                <a:solidFill>
                  <a:srgbClr val="FFC000"/>
                </a:solidFill>
              </a:rPr>
              <a:t>使用不当</a:t>
            </a:r>
            <a:r>
              <a:rPr lang="zh-CN" altLang="en-US" dirty="0" smtClean="0"/>
              <a:t>会使得程序的结构不好，容易出错，也不利于维护！</a:t>
            </a:r>
            <a:endParaRPr lang="en-US" altLang="zh-CN" dirty="0" smtClean="0"/>
          </a:p>
          <a:p>
            <a:pPr lvl="1" eaLnBrk="1" hangingPunct="1"/>
            <a:r>
              <a:rPr lang="en-US" altLang="zh-CN" dirty="0" err="1" smtClean="0"/>
              <a:t>goto</a:t>
            </a:r>
            <a:r>
              <a:rPr lang="zh-CN" altLang="en-US" dirty="0" smtClean="0"/>
              <a:t>语句有时也会导致程序效率下降！</a:t>
            </a:r>
            <a:endParaRPr lang="en-US" altLang="zh-CN" dirty="0" smtClean="0"/>
          </a:p>
          <a:p>
            <a:pPr eaLnBrk="1" hangingPunct="1"/>
            <a:r>
              <a:rPr lang="en-US" altLang="zh-CN" dirty="0" err="1" smtClean="0"/>
              <a:t>goto</a:t>
            </a:r>
            <a:r>
              <a:rPr lang="zh-CN" altLang="en-US" dirty="0" smtClean="0"/>
              <a:t>语句属于</a:t>
            </a:r>
            <a:r>
              <a:rPr lang="zh-CN" altLang="en-US" dirty="0" smtClean="0">
                <a:solidFill>
                  <a:srgbClr val="FFC000"/>
                </a:solidFill>
              </a:rPr>
              <a:t>非结构化</a:t>
            </a:r>
            <a:r>
              <a:rPr lang="zh-CN" altLang="en-US" dirty="0" smtClean="0"/>
              <a:t>的无条件转移控制，为了给程序设计带来一些灵活性，</a:t>
            </a:r>
            <a:r>
              <a:rPr lang="en-US" altLang="zh-CN" dirty="0" smtClean="0"/>
              <a:t>C++</a:t>
            </a:r>
            <a:r>
              <a:rPr lang="zh-CN" altLang="en-US" dirty="0" smtClean="0"/>
              <a:t>还提供两个</a:t>
            </a:r>
            <a:r>
              <a:rPr lang="zh-CN" altLang="en-US" dirty="0" smtClean="0">
                <a:solidFill>
                  <a:srgbClr val="FFC000"/>
                </a:solidFill>
              </a:rPr>
              <a:t>半结构化</a:t>
            </a:r>
            <a:r>
              <a:rPr lang="zh-CN" altLang="en-US" dirty="0" smtClean="0"/>
              <a:t>的无条件转移控制：</a:t>
            </a:r>
            <a:endParaRPr lang="en-US" altLang="zh-CN" dirty="0" smtClean="0"/>
          </a:p>
          <a:p>
            <a:pPr lvl="1" eaLnBrk="1" hangingPunct="1"/>
            <a:r>
              <a:rPr lang="en-US" altLang="zh-CN" dirty="0" smtClean="0"/>
              <a:t>break</a:t>
            </a:r>
            <a:r>
              <a:rPr lang="zh-CN" altLang="en-US" dirty="0" smtClean="0"/>
              <a:t>语句</a:t>
            </a:r>
            <a:endParaRPr lang="en-US" altLang="zh-CN" dirty="0" smtClean="0"/>
          </a:p>
          <a:p>
            <a:pPr lvl="1" eaLnBrk="1" hangingPunct="1"/>
            <a:r>
              <a:rPr lang="en-US" altLang="zh-CN" dirty="0" smtClean="0"/>
              <a:t>continue</a:t>
            </a:r>
            <a:r>
              <a:rPr lang="zh-CN" altLang="en-US" dirty="0" smtClean="0"/>
              <a:t>语句</a:t>
            </a:r>
            <a:endParaRPr lang="zh-CN" altLang="en-US"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a:xfrm>
            <a:off x="685800" y="115888"/>
            <a:ext cx="7772400" cy="1143000"/>
          </a:xfrm>
        </p:spPr>
        <p:txBody>
          <a:bodyPr/>
          <a:lstStyle/>
          <a:p>
            <a:pPr eaLnBrk="1" hangingPunct="1">
              <a:defRPr/>
            </a:pPr>
            <a:r>
              <a:rPr lang="en-US" altLang="zh-CN" smtClean="0"/>
              <a:t>break</a:t>
            </a:r>
            <a:r>
              <a:rPr lang="zh-CN" altLang="en-US" smtClean="0"/>
              <a:t>语句 </a:t>
            </a:r>
            <a:endParaRPr lang="zh-CN" altLang="en-US" smtClean="0"/>
          </a:p>
        </p:txBody>
      </p:sp>
      <p:sp>
        <p:nvSpPr>
          <p:cNvPr id="30723" name="Rectangle 3"/>
          <p:cNvSpPr>
            <a:spLocks noGrp="1" noChangeArrowheads="1"/>
          </p:cNvSpPr>
          <p:nvPr>
            <p:ph type="body" idx="1"/>
          </p:nvPr>
        </p:nvSpPr>
        <p:spPr>
          <a:xfrm>
            <a:off x="228600" y="1412875"/>
            <a:ext cx="8664575" cy="5256213"/>
          </a:xfrm>
        </p:spPr>
        <p:txBody>
          <a:bodyPr/>
          <a:lstStyle/>
          <a:p>
            <a:pPr algn="just" eaLnBrk="1" hangingPunct="1">
              <a:defRPr/>
            </a:pPr>
            <a:r>
              <a:rPr lang="en-US" altLang="zh-CN" dirty="0" smtClean="0">
                <a:cs typeface="Times New Roman" panose="02020603050405020304" pitchFamily="18" charset="0"/>
              </a:rPr>
              <a:t>break</a:t>
            </a:r>
            <a:r>
              <a:rPr lang="zh-CN" altLang="en-US" dirty="0" smtClean="0"/>
              <a:t>语句的格式：</a:t>
            </a:r>
            <a:endParaRPr lang="zh-CN" altLang="en-US" dirty="0" smtClean="0"/>
          </a:p>
          <a:p>
            <a:pPr lvl="1" algn="just" eaLnBrk="1" hangingPunct="1">
              <a:buFontTx/>
              <a:buNone/>
              <a:defRPr/>
            </a:pPr>
            <a:r>
              <a:rPr lang="zh-CN" altLang="en-US" dirty="0" smtClean="0"/>
              <a:t>	</a:t>
            </a:r>
            <a:r>
              <a:rPr lang="en-US" altLang="zh-CN" b="1" dirty="0" smtClean="0">
                <a:solidFill>
                  <a:srgbClr val="FFC000"/>
                </a:solidFill>
              </a:rPr>
              <a:t>break;</a:t>
            </a:r>
            <a:r>
              <a:rPr lang="en-US" altLang="zh-CN" dirty="0" smtClean="0"/>
              <a:t> </a:t>
            </a:r>
            <a:endParaRPr lang="en-US" altLang="zh-CN" dirty="0" smtClean="0"/>
          </a:p>
          <a:p>
            <a:pPr algn="just" eaLnBrk="1" hangingPunct="1">
              <a:defRPr/>
            </a:pPr>
            <a:r>
              <a:rPr lang="en-US" altLang="zh-CN" dirty="0" smtClean="0">
                <a:cs typeface="Times New Roman" panose="02020603050405020304" pitchFamily="18" charset="0"/>
              </a:rPr>
              <a:t>break</a:t>
            </a:r>
            <a:r>
              <a:rPr lang="zh-CN" altLang="en-US" dirty="0" smtClean="0"/>
              <a:t>语句</a:t>
            </a:r>
            <a:r>
              <a:rPr lang="zh-CN" altLang="en-US" dirty="0" smtClean="0"/>
              <a:t>的</a:t>
            </a:r>
            <a:r>
              <a:rPr lang="zh-CN" altLang="en-US" dirty="0" smtClean="0"/>
              <a:t>使用场合和</a:t>
            </a:r>
            <a:r>
              <a:rPr lang="zh-CN" altLang="en-US" dirty="0" smtClean="0"/>
              <a:t>含义</a:t>
            </a:r>
            <a:r>
              <a:rPr lang="zh-CN" altLang="en-US" dirty="0" smtClean="0"/>
              <a:t>有两个：</a:t>
            </a:r>
            <a:endParaRPr lang="zh-CN" altLang="en-US" dirty="0" smtClean="0"/>
          </a:p>
          <a:p>
            <a:pPr lvl="1" algn="just" eaLnBrk="1" hangingPunct="1">
              <a:defRPr/>
            </a:pPr>
            <a:r>
              <a:rPr lang="zh-CN" altLang="en-US" sz="2400" dirty="0" smtClean="0"/>
              <a:t>在</a:t>
            </a:r>
            <a:r>
              <a:rPr lang="en-US" altLang="zh-CN" sz="2400" dirty="0" smtClean="0"/>
              <a:t>switch</a:t>
            </a:r>
            <a:r>
              <a:rPr lang="zh-CN" altLang="en-US" sz="2400" dirty="0" smtClean="0"/>
              <a:t>语句中，结束</a:t>
            </a:r>
            <a:r>
              <a:rPr lang="en-US" altLang="zh-CN" sz="2400" dirty="0" smtClean="0">
                <a:cs typeface="Times New Roman" panose="02020603050405020304" pitchFamily="18" charset="0"/>
              </a:rPr>
              <a:t>switch</a:t>
            </a:r>
            <a:r>
              <a:rPr lang="zh-CN" altLang="en-US" sz="2400" dirty="0" smtClean="0"/>
              <a:t>语句的某个分支的</a:t>
            </a:r>
            <a:r>
              <a:rPr lang="zh-CN" altLang="en-US" sz="2400" dirty="0" smtClean="0"/>
              <a:t>执行。</a:t>
            </a:r>
            <a:endParaRPr lang="zh-CN" altLang="en-US" sz="2400" dirty="0" smtClean="0">
              <a:cs typeface="Times New Roman" panose="02020603050405020304" pitchFamily="18" charset="0"/>
            </a:endParaRPr>
          </a:p>
          <a:p>
            <a:pPr lvl="1" algn="just" eaLnBrk="1" hangingPunct="1">
              <a:defRPr/>
            </a:pPr>
            <a:r>
              <a:rPr lang="zh-CN" altLang="en-US" sz="2400" dirty="0" smtClean="0"/>
              <a:t>在循环体中</a:t>
            </a:r>
            <a:r>
              <a:rPr lang="zh-CN" altLang="en-US" sz="2400" dirty="0"/>
              <a:t>，立即跳出（结束）循环，循环体中跟在</a:t>
            </a:r>
            <a:r>
              <a:rPr lang="en-US" altLang="zh-CN" sz="2400" dirty="0"/>
              <a:t>break</a:t>
            </a:r>
            <a:r>
              <a:rPr lang="zh-CN" altLang="en-US" sz="2400" dirty="0"/>
              <a:t>语句后面的语句将不再执行，程序继续执行循环之后的语句。</a:t>
            </a:r>
            <a:endParaRPr lang="en-US" altLang="zh-CN" sz="2400" dirty="0"/>
          </a:p>
          <a:p>
            <a:pPr algn="just" eaLnBrk="1" hangingPunct="1">
              <a:defRPr/>
            </a:pPr>
            <a:r>
              <a:rPr lang="zh-CN" altLang="en-US" sz="2800" dirty="0" smtClean="0"/>
              <a:t>在</a:t>
            </a:r>
            <a:r>
              <a:rPr lang="zh-CN" altLang="en-US" sz="2800" dirty="0"/>
              <a:t>循环体中，</a:t>
            </a:r>
            <a:r>
              <a:rPr lang="en-US" altLang="zh-CN" sz="2800" dirty="0"/>
              <a:t>break</a:t>
            </a:r>
            <a:r>
              <a:rPr lang="zh-CN" altLang="en-US" sz="2800" dirty="0"/>
              <a:t>语句一般作为某个</a:t>
            </a:r>
            <a:r>
              <a:rPr lang="en-US" altLang="zh-CN" sz="2800" dirty="0"/>
              <a:t>if</a:t>
            </a:r>
            <a:r>
              <a:rPr lang="zh-CN" altLang="en-US" sz="2800" dirty="0"/>
              <a:t>语句的</a:t>
            </a:r>
            <a:r>
              <a:rPr lang="zh-CN" altLang="en-US" sz="2800" dirty="0" smtClean="0"/>
              <a:t>子句。</a:t>
            </a:r>
            <a:endParaRPr lang="en-US" altLang="zh-CN" sz="2800" dirty="0" smtClean="0"/>
          </a:p>
        </p:txBody>
      </p:sp>
    </p:spTree>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1731" name="Rectangle 3"/>
          <p:cNvSpPr>
            <a:spLocks noGrp="1" noChangeArrowheads="1"/>
          </p:cNvSpPr>
          <p:nvPr>
            <p:ph type="body" idx="1"/>
          </p:nvPr>
        </p:nvSpPr>
        <p:spPr>
          <a:xfrm>
            <a:off x="457200" y="836712"/>
            <a:ext cx="8229600" cy="5616922"/>
          </a:xfrm>
        </p:spPr>
        <p:txBody>
          <a:bodyPr/>
          <a:lstStyle/>
          <a:p>
            <a:pPr eaLnBrk="1" hangingPunct="1">
              <a:lnSpc>
                <a:spcPct val="80000"/>
              </a:lnSpc>
              <a:defRPr/>
            </a:pPr>
            <a:r>
              <a:rPr lang="zh-CN" altLang="en-US" dirty="0"/>
              <a:t>用</a:t>
            </a:r>
            <a:r>
              <a:rPr lang="en-US" altLang="zh-CN" dirty="0" err="1"/>
              <a:t>goto</a:t>
            </a:r>
            <a:r>
              <a:rPr lang="zh-CN" altLang="en-US" dirty="0" smtClean="0"/>
              <a:t>语句解释</a:t>
            </a:r>
            <a:r>
              <a:rPr lang="en-US" altLang="zh-CN" dirty="0" smtClean="0"/>
              <a:t>break</a:t>
            </a:r>
            <a:r>
              <a:rPr lang="zh-CN" altLang="en-US" dirty="0"/>
              <a:t>语句的功能</a:t>
            </a:r>
            <a:endParaRPr lang="en-US" altLang="zh-CN" dirty="0" smtClean="0"/>
          </a:p>
          <a:p>
            <a:pPr eaLnBrk="1" hangingPunct="1">
              <a:lnSpc>
                <a:spcPct val="80000"/>
              </a:lnSpc>
              <a:buFont typeface="Wingdings" panose="05000000000000000000" pitchFamily="2" charset="2"/>
              <a:buNone/>
              <a:defRPr/>
            </a:pPr>
            <a:endParaRPr lang="en-US" altLang="zh-CN" sz="2400" dirty="0" smtClean="0"/>
          </a:p>
          <a:p>
            <a:pPr eaLnBrk="1" hangingPunct="1">
              <a:lnSpc>
                <a:spcPct val="80000"/>
              </a:lnSpc>
              <a:buFont typeface="Wingdings" panose="05000000000000000000" pitchFamily="2" charset="2"/>
              <a:buNone/>
              <a:defRPr/>
            </a:pPr>
            <a:r>
              <a:rPr lang="en-US" altLang="zh-CN" sz="2400" dirty="0" smtClean="0"/>
              <a:t>while (...)</a:t>
            </a:r>
            <a:endParaRPr lang="en-US" altLang="zh-CN" sz="2400" dirty="0" smtClean="0"/>
          </a:p>
          <a:p>
            <a:pPr eaLnBrk="1" hangingPunct="1">
              <a:lnSpc>
                <a:spcPct val="80000"/>
              </a:lnSpc>
              <a:buFont typeface="Wingdings" panose="05000000000000000000" pitchFamily="2" charset="2"/>
              <a:buNone/>
              <a:defRPr/>
            </a:pPr>
            <a:r>
              <a:rPr lang="en-US" altLang="zh-CN" sz="2400" dirty="0" smtClean="0"/>
              <a:t>{	......</a:t>
            </a:r>
            <a:endParaRPr lang="en-US" altLang="zh-CN" sz="2400" dirty="0" smtClean="0"/>
          </a:p>
          <a:p>
            <a:pPr eaLnBrk="1" hangingPunct="1">
              <a:lnSpc>
                <a:spcPct val="80000"/>
              </a:lnSpc>
              <a:buFont typeface="Wingdings" panose="05000000000000000000" pitchFamily="2" charset="2"/>
              <a:buNone/>
              <a:defRPr/>
            </a:pPr>
            <a:r>
              <a:rPr lang="en-US" altLang="zh-CN" sz="2400" dirty="0" smtClean="0"/>
              <a:t>	if (...) break; </a:t>
            </a:r>
            <a:endParaRPr lang="en-US" altLang="zh-CN" sz="2400" dirty="0" smtClean="0"/>
          </a:p>
          <a:p>
            <a:pPr eaLnBrk="1" hangingPunct="1">
              <a:lnSpc>
                <a:spcPct val="80000"/>
              </a:lnSpc>
              <a:buFont typeface="Wingdings" panose="05000000000000000000" pitchFamily="2" charset="2"/>
              <a:buNone/>
              <a:defRPr/>
            </a:pPr>
            <a:r>
              <a:rPr lang="en-US" altLang="zh-CN" sz="2400" dirty="0" smtClean="0"/>
              <a:t>	......</a:t>
            </a:r>
            <a:endParaRPr lang="en-US" altLang="zh-CN" sz="2400" dirty="0" smtClean="0"/>
          </a:p>
          <a:p>
            <a:pPr eaLnBrk="1" hangingPunct="1">
              <a:lnSpc>
                <a:spcPct val="80000"/>
              </a:lnSpc>
              <a:buFont typeface="Wingdings" panose="05000000000000000000" pitchFamily="2" charset="2"/>
              <a:buNone/>
              <a:defRPr/>
            </a:pPr>
            <a:r>
              <a:rPr lang="en-US" altLang="zh-CN" sz="2400" dirty="0" smtClean="0"/>
              <a:t>}</a:t>
            </a:r>
            <a:endParaRPr lang="en-US" altLang="zh-CN" sz="2400" dirty="0" smtClean="0"/>
          </a:p>
          <a:p>
            <a:pPr eaLnBrk="1" hangingPunct="1">
              <a:lnSpc>
                <a:spcPct val="80000"/>
              </a:lnSpc>
              <a:defRPr/>
            </a:pPr>
            <a:r>
              <a:rPr lang="zh-CN" altLang="en-US" sz="2400" dirty="0" smtClean="0"/>
              <a:t>上述程序等价于：</a:t>
            </a:r>
            <a:endParaRPr lang="zh-CN" altLang="en-US" sz="2400" dirty="0" smtClean="0"/>
          </a:p>
          <a:p>
            <a:pPr eaLnBrk="1" hangingPunct="1">
              <a:lnSpc>
                <a:spcPct val="80000"/>
              </a:lnSpc>
              <a:buFont typeface="Wingdings" panose="05000000000000000000" pitchFamily="2" charset="2"/>
              <a:buNone/>
              <a:defRPr/>
            </a:pPr>
            <a:r>
              <a:rPr lang="en-US" altLang="zh-CN" sz="2400" dirty="0" smtClean="0"/>
              <a:t>while (...)</a:t>
            </a:r>
            <a:endParaRPr lang="en-US" altLang="zh-CN" sz="2400" dirty="0" smtClean="0"/>
          </a:p>
          <a:p>
            <a:pPr eaLnBrk="1" hangingPunct="1">
              <a:lnSpc>
                <a:spcPct val="80000"/>
              </a:lnSpc>
              <a:buFont typeface="Wingdings" panose="05000000000000000000" pitchFamily="2" charset="2"/>
              <a:buNone/>
              <a:defRPr/>
            </a:pPr>
            <a:r>
              <a:rPr lang="en-US" altLang="zh-CN" sz="2400" dirty="0" smtClean="0"/>
              <a:t>{	......</a:t>
            </a:r>
            <a:endParaRPr lang="en-US" altLang="zh-CN" sz="2400" dirty="0" smtClean="0"/>
          </a:p>
          <a:p>
            <a:pPr eaLnBrk="1" hangingPunct="1">
              <a:lnSpc>
                <a:spcPct val="80000"/>
              </a:lnSpc>
              <a:buFont typeface="Wingdings" panose="05000000000000000000" pitchFamily="2" charset="2"/>
              <a:buNone/>
              <a:defRPr/>
            </a:pPr>
            <a:r>
              <a:rPr lang="en-US" altLang="zh-CN" sz="2400" dirty="0" smtClean="0"/>
              <a:t>	if (...) </a:t>
            </a:r>
            <a:r>
              <a:rPr lang="en-US" altLang="zh-CN" sz="2400" dirty="0" err="1" smtClean="0"/>
              <a:t>goto</a:t>
            </a:r>
            <a:r>
              <a:rPr lang="en-US" altLang="zh-CN" sz="2400" dirty="0" smtClean="0"/>
              <a:t> L; </a:t>
            </a:r>
            <a:endParaRPr lang="en-US" altLang="zh-CN" sz="2400" dirty="0" smtClean="0"/>
          </a:p>
          <a:p>
            <a:pPr eaLnBrk="1" hangingPunct="1">
              <a:lnSpc>
                <a:spcPct val="80000"/>
              </a:lnSpc>
              <a:buFont typeface="Wingdings" panose="05000000000000000000" pitchFamily="2" charset="2"/>
              <a:buNone/>
              <a:defRPr/>
            </a:pPr>
            <a:r>
              <a:rPr lang="en-US" altLang="zh-CN" sz="2400" dirty="0" smtClean="0"/>
              <a:t>	......</a:t>
            </a:r>
            <a:endParaRPr lang="en-US" altLang="zh-CN" sz="2400" dirty="0" smtClean="0"/>
          </a:p>
          <a:p>
            <a:pPr eaLnBrk="1" hangingPunct="1">
              <a:lnSpc>
                <a:spcPct val="80000"/>
              </a:lnSpc>
              <a:buFont typeface="Wingdings" panose="05000000000000000000" pitchFamily="2" charset="2"/>
              <a:buNone/>
              <a:defRPr/>
            </a:pPr>
            <a:r>
              <a:rPr lang="en-US" altLang="zh-CN" sz="2400" dirty="0" smtClean="0"/>
              <a:t>}</a:t>
            </a:r>
            <a:endParaRPr lang="en-US" altLang="zh-CN" sz="2400" dirty="0" smtClean="0"/>
          </a:p>
          <a:p>
            <a:pPr eaLnBrk="1" hangingPunct="1">
              <a:lnSpc>
                <a:spcPct val="80000"/>
              </a:lnSpc>
              <a:buFont typeface="Wingdings" panose="05000000000000000000" pitchFamily="2" charset="2"/>
              <a:buNone/>
              <a:defRPr/>
            </a:pPr>
            <a:r>
              <a:rPr lang="en-US" altLang="zh-CN" sz="2400" dirty="0" smtClean="0"/>
              <a:t>L: ...</a:t>
            </a:r>
            <a:endParaRPr lang="en-US" altLang="zh-CN" sz="2400" dirty="0" smtClean="0"/>
          </a:p>
        </p:txBody>
      </p:sp>
    </p:spTree>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548680"/>
            <a:ext cx="8229600" cy="5582245"/>
          </a:xfrm>
        </p:spPr>
        <p:txBody>
          <a:bodyPr>
            <a:normAutofit fontScale="70000" lnSpcReduction="20000"/>
          </a:bodyPr>
          <a:lstStyle/>
          <a:p>
            <a:pPr>
              <a:lnSpc>
                <a:spcPct val="120000"/>
              </a:lnSpc>
            </a:pPr>
            <a:r>
              <a:rPr lang="zh-CN" altLang="en-US" sz="4000" dirty="0"/>
              <a:t>对于多重循环，内层循环语句循环体中的</a:t>
            </a:r>
            <a:r>
              <a:rPr lang="en-US" altLang="zh-CN" sz="4000" dirty="0"/>
              <a:t>break</a:t>
            </a:r>
            <a:r>
              <a:rPr lang="zh-CN" altLang="en-US" sz="4000" dirty="0"/>
              <a:t>语句只能用于结束内层循环语句的</a:t>
            </a:r>
            <a:r>
              <a:rPr lang="zh-CN" altLang="en-US" sz="4000" dirty="0" smtClean="0"/>
              <a:t>执行。</a:t>
            </a:r>
            <a:endParaRPr lang="en-US" altLang="zh-CN" sz="4000" dirty="0" smtClean="0"/>
          </a:p>
          <a:p>
            <a:pPr marL="0" indent="0">
              <a:lnSpc>
                <a:spcPct val="120000"/>
              </a:lnSpc>
              <a:buNone/>
            </a:pPr>
            <a:r>
              <a:rPr lang="en-US" altLang="zh-CN" dirty="0" smtClean="0"/>
              <a:t>while </a:t>
            </a:r>
            <a:r>
              <a:rPr lang="en-US" altLang="zh-CN" dirty="0"/>
              <a:t>(...) //</a:t>
            </a:r>
            <a:r>
              <a:rPr lang="zh-CN" altLang="en-US" dirty="0"/>
              <a:t>外层循环</a:t>
            </a:r>
            <a:endParaRPr lang="zh-CN" altLang="en-US" dirty="0"/>
          </a:p>
          <a:p>
            <a:pPr marL="0" indent="0">
              <a:lnSpc>
                <a:spcPct val="120000"/>
              </a:lnSpc>
              <a:buNone/>
            </a:pPr>
            <a:r>
              <a:rPr lang="en-US" altLang="zh-CN" dirty="0" smtClean="0"/>
              <a:t>{  ...</a:t>
            </a:r>
            <a:endParaRPr lang="en-US" altLang="zh-CN" dirty="0"/>
          </a:p>
          <a:p>
            <a:pPr marL="0" indent="446405">
              <a:lnSpc>
                <a:spcPct val="120000"/>
              </a:lnSpc>
              <a:buNone/>
            </a:pPr>
            <a:r>
              <a:rPr lang="en-US" altLang="zh-CN" dirty="0" smtClean="0"/>
              <a:t>for </a:t>
            </a:r>
            <a:r>
              <a:rPr lang="en-US" altLang="zh-CN" dirty="0"/>
              <a:t>(...) //</a:t>
            </a:r>
            <a:r>
              <a:rPr lang="zh-CN" altLang="en-US" dirty="0"/>
              <a:t>内层循环</a:t>
            </a:r>
            <a:endParaRPr lang="zh-CN" altLang="en-US" dirty="0"/>
          </a:p>
          <a:p>
            <a:pPr marL="0" indent="446405">
              <a:lnSpc>
                <a:spcPct val="120000"/>
              </a:lnSpc>
              <a:buNone/>
            </a:pPr>
            <a:r>
              <a:rPr lang="en-US" altLang="zh-CN" dirty="0" smtClean="0"/>
              <a:t>{ </a:t>
            </a:r>
            <a:r>
              <a:rPr lang="en-US" altLang="zh-CN" dirty="0"/>
              <a:t>......</a:t>
            </a:r>
            <a:endParaRPr lang="en-US" altLang="zh-CN" dirty="0"/>
          </a:p>
          <a:p>
            <a:pPr marL="0" indent="446405">
              <a:lnSpc>
                <a:spcPct val="120000"/>
              </a:lnSpc>
              <a:buNone/>
            </a:pPr>
            <a:r>
              <a:rPr lang="en-US" altLang="zh-CN" dirty="0"/>
              <a:t>	... break; //</a:t>
            </a:r>
            <a:r>
              <a:rPr lang="zh-CN" altLang="en-US" dirty="0"/>
              <a:t>转到紧接在</a:t>
            </a:r>
            <a:r>
              <a:rPr lang="en-US" altLang="zh-CN" dirty="0"/>
              <a:t>for</a:t>
            </a:r>
            <a:r>
              <a:rPr lang="zh-CN" altLang="en-US" dirty="0"/>
              <a:t>循环语句后面的语句</a:t>
            </a:r>
            <a:endParaRPr lang="zh-CN" altLang="en-US" dirty="0"/>
          </a:p>
          <a:p>
            <a:pPr marL="0" indent="446405">
              <a:lnSpc>
                <a:spcPct val="120000"/>
              </a:lnSpc>
              <a:buNone/>
            </a:pPr>
            <a:r>
              <a:rPr lang="zh-CN" altLang="en-US" dirty="0"/>
              <a:t>	</a:t>
            </a:r>
            <a:r>
              <a:rPr lang="en-US" altLang="zh-CN" dirty="0"/>
              <a:t>......</a:t>
            </a:r>
            <a:endParaRPr lang="en-US" altLang="zh-CN" dirty="0"/>
          </a:p>
          <a:p>
            <a:pPr marL="0" indent="446405">
              <a:lnSpc>
                <a:spcPct val="120000"/>
              </a:lnSpc>
              <a:buNone/>
            </a:pPr>
            <a:r>
              <a:rPr lang="en-US" altLang="zh-CN" dirty="0"/>
              <a:t>	... </a:t>
            </a:r>
            <a:r>
              <a:rPr lang="en-US" altLang="zh-CN" dirty="0" err="1"/>
              <a:t>goto</a:t>
            </a:r>
            <a:r>
              <a:rPr lang="en-US" altLang="zh-CN" dirty="0"/>
              <a:t> L; //</a:t>
            </a:r>
            <a:r>
              <a:rPr lang="zh-CN" altLang="en-US" dirty="0"/>
              <a:t>转到标号为</a:t>
            </a:r>
            <a:r>
              <a:rPr lang="en-US" altLang="zh-CN" dirty="0"/>
              <a:t>L</a:t>
            </a:r>
            <a:r>
              <a:rPr lang="zh-CN" altLang="en-US" dirty="0"/>
              <a:t>的语句处，即退出</a:t>
            </a:r>
            <a:r>
              <a:rPr lang="en-US" altLang="zh-CN" dirty="0"/>
              <a:t>while</a:t>
            </a:r>
            <a:r>
              <a:rPr lang="zh-CN" altLang="en-US" dirty="0"/>
              <a:t>循环</a:t>
            </a:r>
            <a:endParaRPr lang="zh-CN" altLang="en-US" dirty="0"/>
          </a:p>
          <a:p>
            <a:pPr marL="0" indent="446405">
              <a:lnSpc>
                <a:spcPct val="120000"/>
              </a:lnSpc>
              <a:buNone/>
            </a:pPr>
            <a:r>
              <a:rPr lang="en-US" altLang="zh-CN" dirty="0" smtClean="0"/>
              <a:t>}</a:t>
            </a:r>
            <a:endParaRPr lang="en-US" altLang="zh-CN" dirty="0"/>
          </a:p>
          <a:p>
            <a:pPr marL="0" indent="446405">
              <a:lnSpc>
                <a:spcPct val="120000"/>
              </a:lnSpc>
              <a:buNone/>
            </a:pPr>
            <a:r>
              <a:rPr lang="en-US" altLang="zh-CN" dirty="0" smtClean="0"/>
              <a:t>......</a:t>
            </a:r>
            <a:endParaRPr lang="en-US" altLang="zh-CN" dirty="0"/>
          </a:p>
          <a:p>
            <a:pPr marL="0" indent="0">
              <a:lnSpc>
                <a:spcPct val="120000"/>
              </a:lnSpc>
              <a:buNone/>
            </a:pPr>
            <a:r>
              <a:rPr lang="en-US" altLang="zh-CN" dirty="0"/>
              <a:t>}</a:t>
            </a:r>
            <a:endParaRPr lang="en-US" altLang="zh-CN" dirty="0"/>
          </a:p>
          <a:p>
            <a:pPr marL="0" indent="0">
              <a:lnSpc>
                <a:spcPct val="120000"/>
              </a:lnSpc>
              <a:buNone/>
            </a:pPr>
            <a:r>
              <a:rPr lang="en-US" altLang="zh-CN" dirty="0"/>
              <a:t>L: ......</a:t>
            </a:r>
            <a:endParaRPr lang="zh-CN" altLang="en-US" dirty="0"/>
          </a:p>
        </p:txBody>
      </p:sp>
    </p:spTree>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9" name="Rectangle 1027"/>
          <p:cNvSpPr>
            <a:spLocks noGrp="1" noChangeArrowheads="1"/>
          </p:cNvSpPr>
          <p:nvPr>
            <p:ph type="body" idx="1"/>
          </p:nvPr>
        </p:nvSpPr>
        <p:spPr>
          <a:xfrm>
            <a:off x="457200" y="548382"/>
            <a:ext cx="8229600" cy="4968850"/>
          </a:xfrm>
        </p:spPr>
        <p:txBody>
          <a:bodyPr>
            <a:normAutofit fontScale="85000" lnSpcReduction="10000"/>
          </a:bodyPr>
          <a:lstStyle/>
          <a:p>
            <a:pPr eaLnBrk="1" hangingPunct="1">
              <a:lnSpc>
                <a:spcPct val="120000"/>
              </a:lnSpc>
              <a:defRPr/>
            </a:pPr>
            <a:r>
              <a:rPr lang="zh-CN" altLang="en-US" dirty="0" smtClean="0"/>
              <a:t>对于事件</a:t>
            </a:r>
            <a:r>
              <a:rPr lang="zh-CN" altLang="en-US" dirty="0"/>
              <a:t>控制的循环</a:t>
            </a:r>
            <a:r>
              <a:rPr lang="zh-CN" altLang="en-US" dirty="0" smtClean="0"/>
              <a:t>，循环</a:t>
            </a:r>
            <a:r>
              <a:rPr lang="zh-CN" altLang="en-US" dirty="0"/>
              <a:t>条件有时比较</a:t>
            </a:r>
            <a:r>
              <a:rPr lang="zh-CN" altLang="en-US" dirty="0" smtClean="0"/>
              <a:t>复杂，这时，可以在</a:t>
            </a:r>
            <a:r>
              <a:rPr lang="zh-CN" altLang="en-US" dirty="0"/>
              <a:t>循环条件表达式中给出主要的循环控制描述，而在循环体中</a:t>
            </a:r>
            <a:r>
              <a:rPr lang="zh-CN" altLang="en-US" dirty="0" smtClean="0"/>
              <a:t>进行特殊情况的循环</a:t>
            </a:r>
            <a:r>
              <a:rPr lang="zh-CN" altLang="en-US" dirty="0"/>
              <a:t>控制。</a:t>
            </a:r>
            <a:endParaRPr lang="en-US" altLang="zh-CN" dirty="0" smtClean="0"/>
          </a:p>
          <a:p>
            <a:pPr eaLnBrk="1" hangingPunct="1">
              <a:lnSpc>
                <a:spcPct val="120000"/>
              </a:lnSpc>
              <a:defRPr/>
            </a:pPr>
            <a:r>
              <a:rPr lang="zh-CN" altLang="en-US" dirty="0" smtClean="0"/>
              <a:t>例如，判断</a:t>
            </a:r>
            <a:r>
              <a:rPr lang="en-US" altLang="zh-CN" dirty="0" smtClean="0"/>
              <a:t>n</a:t>
            </a:r>
            <a:r>
              <a:rPr lang="zh-CN" altLang="en-US" dirty="0" smtClean="0"/>
              <a:t>是否为素数的循环也可写成：</a:t>
            </a:r>
            <a:endParaRPr lang="zh-CN" altLang="en-US" dirty="0" smtClean="0"/>
          </a:p>
          <a:p>
            <a:pPr eaLnBrk="1" hangingPunct="1">
              <a:lnSpc>
                <a:spcPct val="90000"/>
              </a:lnSpc>
              <a:buFont typeface="Wingdings" panose="05000000000000000000" pitchFamily="2" charset="2"/>
              <a:buNone/>
              <a:defRPr/>
            </a:pPr>
            <a:endParaRPr lang="zh-CN" altLang="en-US" dirty="0" smtClean="0"/>
          </a:p>
          <a:p>
            <a:pPr eaLnBrk="1" hangingPunct="1">
              <a:lnSpc>
                <a:spcPct val="90000"/>
              </a:lnSpc>
              <a:buFont typeface="Wingdings" panose="05000000000000000000" pitchFamily="2" charset="2"/>
              <a:buNone/>
              <a:defRPr/>
            </a:pPr>
            <a:r>
              <a:rPr lang="en-US" altLang="zh-CN" sz="2800" dirty="0" err="1" smtClean="0"/>
              <a:t>int</a:t>
            </a:r>
            <a:r>
              <a:rPr lang="en-US" altLang="zh-CN" sz="2800" dirty="0" smtClean="0"/>
              <a:t> </a:t>
            </a:r>
            <a:r>
              <a:rPr lang="en-US" altLang="zh-CN" sz="2800" dirty="0" err="1" smtClean="0"/>
              <a:t>i</a:t>
            </a:r>
            <a:r>
              <a:rPr lang="en-US" altLang="zh-CN" sz="2800" dirty="0" smtClean="0"/>
              <a:t>=2,k=</a:t>
            </a:r>
            <a:r>
              <a:rPr lang="en-US" altLang="zh-CN" sz="2800" dirty="0" err="1" smtClean="0"/>
              <a:t>sqrt</a:t>
            </a:r>
            <a:r>
              <a:rPr lang="en-US" altLang="zh-CN" sz="2800" dirty="0" smtClean="0"/>
              <a:t>(</a:t>
            </a:r>
            <a:r>
              <a:rPr lang="en-US" altLang="zh-CN" sz="2800" dirty="0" smtClean="0"/>
              <a:t>(double)</a:t>
            </a:r>
            <a:r>
              <a:rPr lang="en-US" altLang="zh-CN" sz="2800" dirty="0" smtClean="0"/>
              <a:t>n</a:t>
            </a:r>
            <a:r>
              <a:rPr lang="en-US" altLang="zh-CN" sz="2800" dirty="0" smtClean="0"/>
              <a:t>);</a:t>
            </a:r>
            <a:endParaRPr lang="en-US" altLang="zh-CN" sz="2800" dirty="0" smtClean="0"/>
          </a:p>
          <a:p>
            <a:pPr eaLnBrk="1" hangingPunct="1">
              <a:lnSpc>
                <a:spcPct val="90000"/>
              </a:lnSpc>
              <a:buFont typeface="Wingdings" panose="05000000000000000000" pitchFamily="2" charset="2"/>
              <a:buNone/>
              <a:defRPr/>
            </a:pPr>
            <a:r>
              <a:rPr lang="en-US" altLang="zh-CN" sz="2800" dirty="0" smtClean="0"/>
              <a:t>while (</a:t>
            </a:r>
            <a:r>
              <a:rPr lang="en-US" altLang="zh-CN" sz="2800" dirty="0" err="1" smtClean="0">
                <a:solidFill>
                  <a:srgbClr val="FFC000"/>
                </a:solidFill>
              </a:rPr>
              <a:t>i</a:t>
            </a:r>
            <a:r>
              <a:rPr lang="en-US" altLang="zh-CN" sz="2800" dirty="0" smtClean="0">
                <a:solidFill>
                  <a:srgbClr val="FFC000"/>
                </a:solidFill>
              </a:rPr>
              <a:t> &lt;= k</a:t>
            </a:r>
            <a:r>
              <a:rPr lang="en-US" altLang="zh-CN" sz="2800" dirty="0" smtClean="0"/>
              <a:t>)</a:t>
            </a:r>
            <a:endParaRPr lang="en-US" altLang="zh-CN" sz="2800" dirty="0" smtClean="0"/>
          </a:p>
          <a:p>
            <a:pPr eaLnBrk="1" hangingPunct="1">
              <a:lnSpc>
                <a:spcPct val="90000"/>
              </a:lnSpc>
              <a:buFont typeface="Wingdings" panose="05000000000000000000" pitchFamily="2" charset="2"/>
              <a:buNone/>
              <a:defRPr/>
            </a:pPr>
            <a:r>
              <a:rPr lang="en-US" altLang="zh-CN" sz="2800" dirty="0" smtClean="0"/>
              <a:t>{	if (</a:t>
            </a:r>
            <a:r>
              <a:rPr lang="en-US" altLang="zh-CN" sz="2800" dirty="0" err="1" smtClean="0">
                <a:solidFill>
                  <a:srgbClr val="FFC000"/>
                </a:solidFill>
              </a:rPr>
              <a:t>n%i</a:t>
            </a:r>
            <a:r>
              <a:rPr lang="en-US" altLang="zh-CN" sz="2800" dirty="0" smtClean="0">
                <a:solidFill>
                  <a:srgbClr val="FFC000"/>
                </a:solidFill>
              </a:rPr>
              <a:t> == 0</a:t>
            </a:r>
            <a:r>
              <a:rPr lang="en-US" altLang="zh-CN" sz="2800" dirty="0" smtClean="0"/>
              <a:t>) break; //</a:t>
            </a:r>
            <a:r>
              <a:rPr lang="zh-CN" altLang="en-US" sz="2800" dirty="0" smtClean="0"/>
              <a:t>退出循环</a:t>
            </a:r>
            <a:endParaRPr lang="zh-CN" altLang="en-US" sz="2800" dirty="0" smtClean="0"/>
          </a:p>
          <a:p>
            <a:pPr eaLnBrk="1" hangingPunct="1">
              <a:lnSpc>
                <a:spcPct val="90000"/>
              </a:lnSpc>
              <a:buFont typeface="Wingdings" panose="05000000000000000000" pitchFamily="2" charset="2"/>
              <a:buNone/>
              <a:defRPr/>
            </a:pPr>
            <a:r>
              <a:rPr lang="zh-CN" altLang="en-US" sz="2800" dirty="0" smtClean="0"/>
              <a:t>	</a:t>
            </a:r>
            <a:r>
              <a:rPr lang="en-US" altLang="zh-CN" sz="2800" dirty="0" err="1" smtClean="0"/>
              <a:t>i</a:t>
            </a:r>
            <a:r>
              <a:rPr lang="en-US" altLang="zh-CN" sz="2800" dirty="0" smtClean="0"/>
              <a:t>++;</a:t>
            </a:r>
            <a:endParaRPr lang="en-US" altLang="zh-CN" sz="2800" dirty="0" smtClean="0"/>
          </a:p>
          <a:p>
            <a:pPr eaLnBrk="1" hangingPunct="1">
              <a:lnSpc>
                <a:spcPct val="90000"/>
              </a:lnSpc>
              <a:buFont typeface="Wingdings" panose="05000000000000000000" pitchFamily="2" charset="2"/>
              <a:buNone/>
              <a:defRPr/>
            </a:pPr>
            <a:r>
              <a:rPr lang="en-US" altLang="zh-CN" sz="2800" dirty="0" smtClean="0"/>
              <a:t>}</a:t>
            </a:r>
            <a:endParaRPr lang="en-US" altLang="zh-CN" sz="2800" dirty="0" smtClean="0"/>
          </a:p>
          <a:p>
            <a:pPr eaLnBrk="1" hangingPunct="1">
              <a:lnSpc>
                <a:spcPct val="90000"/>
              </a:lnSpc>
              <a:buNone/>
              <a:defRPr/>
            </a:pPr>
            <a:r>
              <a:rPr lang="en-US" altLang="zh-CN" sz="2800" dirty="0"/>
              <a:t>if </a:t>
            </a:r>
            <a:r>
              <a:rPr lang="en-US" altLang="zh-CN" sz="2800" dirty="0" smtClean="0"/>
              <a:t>(</a:t>
            </a:r>
            <a:r>
              <a:rPr lang="en-US" altLang="zh-CN" sz="2800" dirty="0" err="1" smtClean="0"/>
              <a:t>i</a:t>
            </a:r>
            <a:r>
              <a:rPr lang="en-US" altLang="zh-CN" sz="2800" dirty="0" smtClean="0"/>
              <a:t> </a:t>
            </a:r>
            <a:r>
              <a:rPr lang="en-US" altLang="zh-CN" sz="2800" dirty="0"/>
              <a:t>&gt; k) </a:t>
            </a:r>
            <a:r>
              <a:rPr lang="en-US" altLang="zh-CN" sz="2800" dirty="0" smtClean="0"/>
              <a:t>//n</a:t>
            </a:r>
            <a:r>
              <a:rPr lang="zh-CN" altLang="en-US" sz="2800" dirty="0" smtClean="0"/>
              <a:t>是</a:t>
            </a:r>
            <a:r>
              <a:rPr lang="zh-CN" altLang="en-US" sz="2800" dirty="0"/>
              <a:t>素数。</a:t>
            </a:r>
            <a:endParaRPr lang="zh-CN" altLang="en-US" sz="2800" dirty="0"/>
          </a:p>
          <a:p>
            <a:pPr eaLnBrk="1" hangingPunct="1">
              <a:lnSpc>
                <a:spcPct val="90000"/>
              </a:lnSpc>
              <a:buFont typeface="Wingdings" panose="05000000000000000000" pitchFamily="2" charset="2"/>
              <a:buNone/>
              <a:defRPr/>
            </a:pPr>
            <a:endParaRPr lang="en-US" altLang="zh-CN" dirty="0" smtClean="0"/>
          </a:p>
        </p:txBody>
      </p:sp>
      <p:sp>
        <p:nvSpPr>
          <p:cNvPr id="2" name="TextBox 1"/>
          <p:cNvSpPr txBox="1"/>
          <p:nvPr/>
        </p:nvSpPr>
        <p:spPr>
          <a:xfrm>
            <a:off x="4568606" y="4509120"/>
            <a:ext cx="4427815" cy="2049792"/>
          </a:xfrm>
          <a:prstGeom prst="rect">
            <a:avLst/>
          </a:prstGeom>
          <a:solidFill>
            <a:schemeClr val="bg1">
              <a:lumMod val="75000"/>
            </a:schemeClr>
          </a:solidFill>
        </p:spPr>
        <p:txBody>
          <a:bodyPr wrap="none" rtlCol="0">
            <a:spAutoFit/>
          </a:bodyPr>
          <a:lstStyle/>
          <a:p>
            <a:pPr marL="342900" indent="-342900">
              <a:defRPr/>
            </a:pPr>
            <a:r>
              <a:rPr lang="zh-CN" altLang="en-US" sz="2400" dirty="0" smtClean="0"/>
              <a:t>等价于：</a:t>
            </a:r>
            <a:endParaRPr lang="en-US" altLang="zh-CN" sz="2400" dirty="0" smtClean="0"/>
          </a:p>
          <a:p>
            <a:pPr>
              <a:buNone/>
              <a:defRPr/>
            </a:pPr>
            <a:r>
              <a:rPr lang="en-US" altLang="zh-CN" sz="2400" dirty="0" err="1" smtClean="0"/>
              <a:t>int</a:t>
            </a:r>
            <a:r>
              <a:rPr lang="en-US" altLang="zh-CN" sz="2400" dirty="0" smtClean="0"/>
              <a:t> </a:t>
            </a:r>
            <a:r>
              <a:rPr lang="en-US" altLang="zh-CN" sz="2400" dirty="0" err="1" smtClean="0"/>
              <a:t>i</a:t>
            </a:r>
            <a:r>
              <a:rPr lang="en-US" altLang="zh-CN" sz="2400" dirty="0" smtClean="0"/>
              <a:t>=2,k=</a:t>
            </a:r>
            <a:r>
              <a:rPr lang="en-US" altLang="zh-CN" sz="2400" dirty="0" err="1" smtClean="0"/>
              <a:t>sqrt</a:t>
            </a:r>
            <a:r>
              <a:rPr lang="en-US" altLang="zh-CN" sz="2400" dirty="0" smtClean="0"/>
              <a:t>((double)n</a:t>
            </a:r>
            <a:r>
              <a:rPr lang="en-US" altLang="zh-CN" sz="2400" dirty="0" smtClean="0"/>
              <a:t>);</a:t>
            </a:r>
            <a:endParaRPr lang="en-US" altLang="zh-CN" sz="2400" dirty="0"/>
          </a:p>
          <a:p>
            <a:pPr>
              <a:buNone/>
              <a:defRPr/>
            </a:pPr>
            <a:r>
              <a:rPr lang="en-US" altLang="zh-CN" sz="2400" dirty="0"/>
              <a:t>while </a:t>
            </a:r>
            <a:r>
              <a:rPr lang="en-US" altLang="zh-CN" sz="2400" dirty="0" smtClean="0"/>
              <a:t>(</a:t>
            </a:r>
            <a:r>
              <a:rPr lang="en-US" altLang="zh-CN" sz="2400" dirty="0" err="1" smtClean="0">
                <a:solidFill>
                  <a:srgbClr val="FFC000"/>
                </a:solidFill>
              </a:rPr>
              <a:t>i</a:t>
            </a:r>
            <a:r>
              <a:rPr lang="en-US" altLang="zh-CN" sz="2400" dirty="0" smtClean="0">
                <a:solidFill>
                  <a:srgbClr val="FFC000"/>
                </a:solidFill>
              </a:rPr>
              <a:t> </a:t>
            </a:r>
            <a:r>
              <a:rPr lang="en-US" altLang="zh-CN" sz="2400" dirty="0">
                <a:solidFill>
                  <a:srgbClr val="FFC000"/>
                </a:solidFill>
              </a:rPr>
              <a:t>&lt;= k</a:t>
            </a:r>
            <a:r>
              <a:rPr lang="en-US" altLang="zh-CN" sz="2400" dirty="0"/>
              <a:t> &amp;&amp; </a:t>
            </a:r>
            <a:r>
              <a:rPr lang="en-US" altLang="zh-CN" sz="2400" dirty="0" err="1" smtClean="0">
                <a:solidFill>
                  <a:srgbClr val="FFC000"/>
                </a:solidFill>
              </a:rPr>
              <a:t>n%i</a:t>
            </a:r>
            <a:r>
              <a:rPr lang="en-US" altLang="zh-CN" sz="2400" dirty="0" smtClean="0">
                <a:solidFill>
                  <a:srgbClr val="FFC000"/>
                </a:solidFill>
              </a:rPr>
              <a:t> </a:t>
            </a:r>
            <a:r>
              <a:rPr lang="en-US" altLang="zh-CN" sz="2400" dirty="0">
                <a:solidFill>
                  <a:srgbClr val="FFC000"/>
                </a:solidFill>
              </a:rPr>
              <a:t>!= 0</a:t>
            </a:r>
            <a:r>
              <a:rPr lang="en-US" altLang="zh-CN" sz="2400" dirty="0"/>
              <a:t>)</a:t>
            </a:r>
            <a:endParaRPr lang="en-US" altLang="zh-CN" sz="2400" dirty="0"/>
          </a:p>
          <a:p>
            <a:pPr>
              <a:buNone/>
              <a:defRPr/>
            </a:pPr>
            <a:r>
              <a:rPr lang="en-US" altLang="zh-CN" sz="2400" dirty="0" smtClean="0"/>
              <a:t>   </a:t>
            </a:r>
            <a:r>
              <a:rPr lang="en-US" altLang="zh-CN" sz="2400" dirty="0" err="1" smtClean="0"/>
              <a:t>i</a:t>
            </a:r>
            <a:r>
              <a:rPr lang="en-US" altLang="zh-CN" sz="2400" dirty="0" smtClean="0"/>
              <a:t>++;</a:t>
            </a:r>
            <a:endParaRPr lang="en-US" altLang="zh-CN" sz="2400" dirty="0"/>
          </a:p>
          <a:p>
            <a:pPr>
              <a:buNone/>
              <a:defRPr/>
            </a:pPr>
            <a:r>
              <a:rPr lang="en-US" altLang="zh-CN" sz="2400" dirty="0"/>
              <a:t>if </a:t>
            </a:r>
            <a:r>
              <a:rPr lang="en-US" altLang="zh-CN" sz="2400" dirty="0" smtClean="0"/>
              <a:t>(</a:t>
            </a:r>
            <a:r>
              <a:rPr lang="en-US" altLang="zh-CN" sz="2400" dirty="0" err="1" smtClean="0"/>
              <a:t>i</a:t>
            </a:r>
            <a:r>
              <a:rPr lang="en-US" altLang="zh-CN" sz="2400" dirty="0" smtClean="0"/>
              <a:t> </a:t>
            </a:r>
            <a:r>
              <a:rPr lang="en-US" altLang="zh-CN" sz="2400" dirty="0"/>
              <a:t>&gt; k) </a:t>
            </a:r>
            <a:r>
              <a:rPr lang="en-US" altLang="zh-CN" sz="2400" dirty="0" smtClean="0"/>
              <a:t>//n</a:t>
            </a:r>
            <a:r>
              <a:rPr lang="zh-CN" altLang="en-US" sz="2400" dirty="0" smtClean="0"/>
              <a:t>是</a:t>
            </a:r>
            <a:r>
              <a:rPr lang="zh-CN" altLang="en-US" sz="2400" dirty="0"/>
              <a:t>素数</a:t>
            </a:r>
            <a:r>
              <a:rPr lang="zh-CN" altLang="en-US" sz="2400" dirty="0" smtClean="0"/>
              <a:t>。</a:t>
            </a:r>
            <a:endParaRPr lang="zh-CN" altLang="en-US"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a:xfrm>
            <a:off x="685800" y="152400"/>
            <a:ext cx="7772400" cy="828675"/>
          </a:xfrm>
        </p:spPr>
        <p:txBody>
          <a:bodyPr/>
          <a:lstStyle/>
          <a:p>
            <a:pPr eaLnBrk="1" hangingPunct="1">
              <a:defRPr/>
            </a:pPr>
            <a:r>
              <a:rPr lang="en-US" altLang="zh-CN" smtClean="0"/>
              <a:t>continue</a:t>
            </a:r>
            <a:r>
              <a:rPr lang="zh-CN" altLang="en-US" smtClean="0"/>
              <a:t>语句 </a:t>
            </a:r>
            <a:endParaRPr lang="zh-CN" altLang="en-US" smtClean="0"/>
          </a:p>
        </p:txBody>
      </p:sp>
      <p:sp>
        <p:nvSpPr>
          <p:cNvPr id="31747" name="Rectangle 3"/>
          <p:cNvSpPr>
            <a:spLocks noGrp="1" noChangeArrowheads="1"/>
          </p:cNvSpPr>
          <p:nvPr>
            <p:ph type="body" idx="1"/>
          </p:nvPr>
        </p:nvSpPr>
        <p:spPr>
          <a:xfrm>
            <a:off x="323528" y="1219200"/>
            <a:ext cx="8531993" cy="5018112"/>
          </a:xfrm>
        </p:spPr>
        <p:txBody>
          <a:bodyPr>
            <a:normAutofit fontScale="92500" lnSpcReduction="20000"/>
          </a:bodyPr>
          <a:lstStyle/>
          <a:p>
            <a:pPr algn="just" eaLnBrk="1" hangingPunct="1">
              <a:lnSpc>
                <a:spcPct val="110000"/>
              </a:lnSpc>
              <a:defRPr/>
            </a:pPr>
            <a:r>
              <a:rPr lang="en-US" altLang="zh-CN" dirty="0" smtClean="0">
                <a:cs typeface="Times New Roman" panose="02020603050405020304" pitchFamily="18" charset="0"/>
              </a:rPr>
              <a:t>continue</a:t>
            </a:r>
            <a:r>
              <a:rPr lang="zh-CN" altLang="en-US" dirty="0" smtClean="0"/>
              <a:t>语句的格式如下：</a:t>
            </a:r>
            <a:endParaRPr lang="zh-CN" altLang="en-US" dirty="0" smtClean="0"/>
          </a:p>
          <a:p>
            <a:pPr algn="just" eaLnBrk="1" hangingPunct="1">
              <a:lnSpc>
                <a:spcPct val="110000"/>
              </a:lnSpc>
              <a:buFont typeface="Wingdings" panose="05000000000000000000" pitchFamily="2" charset="2"/>
              <a:buNone/>
              <a:defRPr/>
            </a:pPr>
            <a:r>
              <a:rPr lang="zh-CN" altLang="en-US" b="1" dirty="0" smtClean="0">
                <a:latin typeface="Courier New" panose="02070309020205020404" pitchFamily="49" charset="0"/>
                <a:cs typeface="Courier New" panose="02070309020205020404" pitchFamily="49" charset="0"/>
              </a:rPr>
              <a:t>      </a:t>
            </a:r>
            <a:r>
              <a:rPr lang="en-US" altLang="zh-CN" b="1" dirty="0" smtClean="0">
                <a:solidFill>
                  <a:srgbClr val="FFC000"/>
                </a:solidFill>
                <a:cs typeface="Courier New" panose="02070309020205020404" pitchFamily="49" charset="0"/>
              </a:rPr>
              <a:t>continue;</a:t>
            </a:r>
            <a:endParaRPr lang="en-US" altLang="zh-CN" b="1" dirty="0" smtClean="0">
              <a:solidFill>
                <a:srgbClr val="FFC000"/>
              </a:solidFill>
              <a:cs typeface="Courier New" panose="02070309020205020404" pitchFamily="49" charset="0"/>
            </a:endParaRPr>
          </a:p>
          <a:p>
            <a:pPr algn="just" eaLnBrk="1" hangingPunct="1">
              <a:lnSpc>
                <a:spcPct val="110000"/>
              </a:lnSpc>
              <a:defRPr/>
            </a:pPr>
            <a:r>
              <a:rPr lang="en-US" altLang="zh-CN" dirty="0" smtClean="0"/>
              <a:t>continue</a:t>
            </a:r>
            <a:r>
              <a:rPr lang="zh-CN" altLang="en-US" dirty="0" smtClean="0"/>
              <a:t>语句只能用在循环语句的循环体中，其含义是：立即结束当前循环，准备进入下一次循环。</a:t>
            </a:r>
            <a:endParaRPr lang="zh-CN" altLang="en-US" dirty="0" smtClean="0"/>
          </a:p>
          <a:p>
            <a:pPr lvl="1" algn="just" eaLnBrk="1" hangingPunct="1">
              <a:lnSpc>
                <a:spcPct val="110000"/>
              </a:lnSpc>
              <a:defRPr/>
            </a:pPr>
            <a:r>
              <a:rPr lang="zh-CN" altLang="en-US" dirty="0" smtClean="0"/>
              <a:t>对于</a:t>
            </a:r>
            <a:r>
              <a:rPr lang="en-US" altLang="zh-CN" dirty="0" smtClean="0"/>
              <a:t>while</a:t>
            </a:r>
            <a:r>
              <a:rPr lang="zh-CN" altLang="en-US" dirty="0" smtClean="0"/>
              <a:t>和</a:t>
            </a:r>
            <a:r>
              <a:rPr lang="en-US" altLang="zh-CN" dirty="0" smtClean="0"/>
              <a:t>do-while</a:t>
            </a:r>
            <a:r>
              <a:rPr lang="zh-CN" altLang="en-US" dirty="0" smtClean="0"/>
              <a:t>语句，</a:t>
            </a:r>
            <a:r>
              <a:rPr lang="en-US" altLang="zh-CN" dirty="0" smtClean="0"/>
              <a:t>continue</a:t>
            </a:r>
            <a:r>
              <a:rPr lang="zh-CN" altLang="en-US" dirty="0" smtClean="0"/>
              <a:t>语句将使控制转到循环条件的判断；</a:t>
            </a:r>
            <a:endParaRPr lang="zh-CN" altLang="en-US" dirty="0" smtClean="0"/>
          </a:p>
          <a:p>
            <a:pPr lvl="1" algn="just" eaLnBrk="1" hangingPunct="1">
              <a:lnSpc>
                <a:spcPct val="110000"/>
              </a:lnSpc>
              <a:defRPr/>
            </a:pPr>
            <a:r>
              <a:rPr lang="zh-CN" altLang="en-US" dirty="0" smtClean="0"/>
              <a:t>对于</a:t>
            </a:r>
            <a:r>
              <a:rPr lang="en-US" altLang="zh-CN" dirty="0" smtClean="0"/>
              <a:t>for</a:t>
            </a:r>
            <a:r>
              <a:rPr lang="zh-CN" altLang="en-US" dirty="0" smtClean="0"/>
              <a:t>语句，</a:t>
            </a:r>
            <a:r>
              <a:rPr lang="en-US" altLang="zh-CN" dirty="0" smtClean="0"/>
              <a:t>continue</a:t>
            </a:r>
            <a:r>
              <a:rPr lang="zh-CN" altLang="en-US" dirty="0" smtClean="0"/>
              <a:t>语句将使控制转到</a:t>
            </a:r>
            <a:r>
              <a:rPr lang="en-US" altLang="zh-CN" dirty="0" smtClean="0"/>
              <a:t>&lt;</a:t>
            </a:r>
            <a:r>
              <a:rPr lang="zh-CN" altLang="en-US" dirty="0" smtClean="0"/>
              <a:t>表达式</a:t>
            </a:r>
            <a:r>
              <a:rPr lang="en-US" altLang="zh-CN" dirty="0" smtClean="0"/>
              <a:t>3&gt;</a:t>
            </a:r>
            <a:r>
              <a:rPr lang="zh-CN" altLang="en-US" dirty="0" smtClean="0"/>
              <a:t>的</a:t>
            </a:r>
            <a:r>
              <a:rPr lang="zh-CN" altLang="en-US" dirty="0" smtClean="0"/>
              <a:t>计算</a:t>
            </a:r>
            <a:r>
              <a:rPr lang="zh-CN" altLang="en-US" dirty="0" smtClean="0"/>
              <a:t>，然后判断</a:t>
            </a:r>
            <a:r>
              <a:rPr lang="en-US" altLang="zh-CN" dirty="0"/>
              <a:t>&lt;</a:t>
            </a:r>
            <a:r>
              <a:rPr lang="zh-CN" altLang="en-US" dirty="0" smtClean="0"/>
              <a:t>表达式</a:t>
            </a:r>
            <a:r>
              <a:rPr lang="en-US" altLang="zh-CN" dirty="0" smtClean="0"/>
              <a:t>2&gt;</a:t>
            </a:r>
            <a:r>
              <a:rPr lang="zh-CN" altLang="en-US" dirty="0" smtClean="0"/>
              <a:t>的条件</a:t>
            </a:r>
            <a:r>
              <a:rPr lang="zh-CN" altLang="en-US" dirty="0" smtClean="0"/>
              <a:t>。</a:t>
            </a:r>
            <a:endParaRPr lang="en-US" altLang="zh-CN" dirty="0" smtClean="0"/>
          </a:p>
          <a:p>
            <a:pPr algn="just" eaLnBrk="1" hangingPunct="1">
              <a:lnSpc>
                <a:spcPct val="110000"/>
              </a:lnSpc>
              <a:defRPr/>
            </a:pPr>
            <a:r>
              <a:rPr lang="zh-CN" altLang="en-US" dirty="0"/>
              <a:t>在循环体中</a:t>
            </a:r>
            <a:r>
              <a:rPr lang="zh-CN" altLang="en-US" dirty="0" smtClean="0"/>
              <a:t>，</a:t>
            </a:r>
            <a:r>
              <a:rPr lang="en-US" altLang="zh-CN" dirty="0" smtClean="0"/>
              <a:t>continue</a:t>
            </a:r>
            <a:r>
              <a:rPr lang="zh-CN" altLang="en-US" dirty="0" smtClean="0"/>
              <a:t>语句</a:t>
            </a:r>
            <a:r>
              <a:rPr lang="zh-CN" altLang="en-US" dirty="0"/>
              <a:t>一般作为某个</a:t>
            </a:r>
            <a:r>
              <a:rPr lang="en-US" altLang="zh-CN" dirty="0">
                <a:cs typeface="Times New Roman" panose="02020603050405020304" pitchFamily="18" charset="0"/>
              </a:rPr>
              <a:t>if</a:t>
            </a:r>
            <a:r>
              <a:rPr lang="zh-CN" altLang="en-US" dirty="0"/>
              <a:t>语句的</a:t>
            </a:r>
            <a:r>
              <a:rPr lang="zh-CN" altLang="en-US" dirty="0" smtClean="0"/>
              <a:t>子句。</a:t>
            </a:r>
            <a:endParaRPr lang="en-US" altLang="zh-CN" dirty="0"/>
          </a:p>
        </p:txBody>
      </p:sp>
    </p:spTree>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Rectangle 1026"/>
          <p:cNvSpPr>
            <a:spLocks noGrp="1" noChangeArrowheads="1"/>
          </p:cNvSpPr>
          <p:nvPr>
            <p:ph type="title"/>
          </p:nvPr>
        </p:nvSpPr>
        <p:spPr/>
        <p:txBody>
          <a:bodyPr/>
          <a:lstStyle/>
          <a:p>
            <a:pPr eaLnBrk="1" hangingPunct="1">
              <a:defRPr/>
            </a:pPr>
            <a:r>
              <a:rPr lang="zh-CN" altLang="en-US" sz="4000" dirty="0" smtClean="0"/>
              <a:t> </a:t>
            </a:r>
            <a:endParaRPr lang="zh-CN" altLang="en-US" sz="4000" dirty="0" smtClean="0"/>
          </a:p>
        </p:txBody>
      </p:sp>
      <p:sp>
        <p:nvSpPr>
          <p:cNvPr id="142339" name="Rectangle 1027"/>
          <p:cNvSpPr>
            <a:spLocks noGrp="1" noChangeArrowheads="1"/>
          </p:cNvSpPr>
          <p:nvPr>
            <p:ph type="body" idx="1"/>
          </p:nvPr>
        </p:nvSpPr>
        <p:spPr>
          <a:xfrm>
            <a:off x="457200" y="476672"/>
            <a:ext cx="8229600" cy="6120978"/>
          </a:xfrm>
        </p:spPr>
        <p:txBody>
          <a:bodyPr/>
          <a:lstStyle/>
          <a:p>
            <a:pPr eaLnBrk="1" hangingPunct="1">
              <a:lnSpc>
                <a:spcPct val="90000"/>
              </a:lnSpc>
              <a:defRPr/>
            </a:pPr>
            <a:r>
              <a:rPr lang="zh-CN" altLang="en-US" sz="2800" dirty="0" smtClean="0"/>
              <a:t>用</a:t>
            </a:r>
            <a:r>
              <a:rPr lang="en-US" altLang="zh-CN" sz="2800" dirty="0" err="1" smtClean="0"/>
              <a:t>goto</a:t>
            </a:r>
            <a:r>
              <a:rPr lang="zh-CN" altLang="en-US" sz="2800" dirty="0" smtClean="0"/>
              <a:t>语句解释</a:t>
            </a:r>
            <a:r>
              <a:rPr lang="en-US" altLang="zh-CN" sz="2800" dirty="0" smtClean="0"/>
              <a:t>continue</a:t>
            </a:r>
            <a:r>
              <a:rPr lang="zh-CN" altLang="en-US" sz="2800" dirty="0"/>
              <a:t>语句的功能</a:t>
            </a:r>
            <a:endParaRPr lang="en-US" altLang="zh-CN" sz="2800" dirty="0" smtClean="0"/>
          </a:p>
          <a:p>
            <a:pPr eaLnBrk="1" hangingPunct="1">
              <a:lnSpc>
                <a:spcPct val="90000"/>
              </a:lnSpc>
              <a:buFont typeface="Wingdings" panose="05000000000000000000" pitchFamily="2" charset="2"/>
              <a:buNone/>
              <a:defRPr/>
            </a:pPr>
            <a:endParaRPr lang="en-US" altLang="zh-CN" sz="2400" dirty="0" smtClean="0"/>
          </a:p>
          <a:p>
            <a:pPr eaLnBrk="1" hangingPunct="1">
              <a:lnSpc>
                <a:spcPct val="90000"/>
              </a:lnSpc>
              <a:buFont typeface="Wingdings" panose="05000000000000000000" pitchFamily="2" charset="2"/>
              <a:buNone/>
              <a:defRPr/>
            </a:pPr>
            <a:r>
              <a:rPr lang="en-US" altLang="zh-CN" sz="2400" dirty="0" smtClean="0"/>
              <a:t>while (...)</a:t>
            </a:r>
            <a:endParaRPr lang="en-US" altLang="zh-CN" sz="2400" dirty="0" smtClean="0"/>
          </a:p>
          <a:p>
            <a:pPr eaLnBrk="1" hangingPunct="1">
              <a:lnSpc>
                <a:spcPct val="90000"/>
              </a:lnSpc>
              <a:buFont typeface="Wingdings" panose="05000000000000000000" pitchFamily="2" charset="2"/>
              <a:buNone/>
              <a:defRPr/>
            </a:pPr>
            <a:r>
              <a:rPr lang="en-US" altLang="zh-CN" sz="2400" dirty="0" smtClean="0"/>
              <a:t>{	......</a:t>
            </a:r>
            <a:endParaRPr lang="en-US" altLang="zh-CN" sz="2400" dirty="0" smtClean="0"/>
          </a:p>
          <a:p>
            <a:pPr eaLnBrk="1" hangingPunct="1">
              <a:lnSpc>
                <a:spcPct val="90000"/>
              </a:lnSpc>
              <a:buFont typeface="Wingdings" panose="05000000000000000000" pitchFamily="2" charset="2"/>
              <a:buNone/>
              <a:defRPr/>
            </a:pPr>
            <a:r>
              <a:rPr lang="en-US" altLang="zh-CN" sz="2400" dirty="0" smtClean="0"/>
              <a:t>	if (...) continue; </a:t>
            </a:r>
            <a:endParaRPr lang="en-US" altLang="zh-CN" sz="2400" dirty="0" smtClean="0"/>
          </a:p>
          <a:p>
            <a:pPr eaLnBrk="1" hangingPunct="1">
              <a:lnSpc>
                <a:spcPct val="90000"/>
              </a:lnSpc>
              <a:buFont typeface="Wingdings" panose="05000000000000000000" pitchFamily="2" charset="2"/>
              <a:buNone/>
              <a:defRPr/>
            </a:pPr>
            <a:r>
              <a:rPr lang="en-US" altLang="zh-CN" sz="2400" dirty="0" smtClean="0"/>
              <a:t>	...... </a:t>
            </a:r>
            <a:endParaRPr lang="en-US" altLang="zh-CN" sz="2400" dirty="0" smtClean="0"/>
          </a:p>
          <a:p>
            <a:pPr eaLnBrk="1" hangingPunct="1">
              <a:lnSpc>
                <a:spcPct val="90000"/>
              </a:lnSpc>
              <a:buFont typeface="Wingdings" panose="05000000000000000000" pitchFamily="2" charset="2"/>
              <a:buNone/>
              <a:defRPr/>
            </a:pPr>
            <a:r>
              <a:rPr lang="en-US" altLang="zh-CN" sz="2400" dirty="0" smtClean="0"/>
              <a:t>}</a:t>
            </a:r>
            <a:endParaRPr lang="en-US" altLang="zh-CN" sz="2400" dirty="0" smtClean="0"/>
          </a:p>
          <a:p>
            <a:pPr eaLnBrk="1" hangingPunct="1">
              <a:lnSpc>
                <a:spcPct val="90000"/>
              </a:lnSpc>
              <a:defRPr/>
            </a:pPr>
            <a:r>
              <a:rPr lang="zh-CN" altLang="en-US" sz="2400" dirty="0" smtClean="0"/>
              <a:t>上述程序等价于：</a:t>
            </a:r>
            <a:endParaRPr lang="zh-CN" altLang="en-US" sz="2400" dirty="0" smtClean="0"/>
          </a:p>
          <a:p>
            <a:pPr eaLnBrk="1" hangingPunct="1">
              <a:lnSpc>
                <a:spcPct val="90000"/>
              </a:lnSpc>
              <a:buFont typeface="Wingdings" panose="05000000000000000000" pitchFamily="2" charset="2"/>
              <a:buNone/>
              <a:defRPr/>
            </a:pPr>
            <a:r>
              <a:rPr lang="en-US" altLang="zh-CN" sz="2400" dirty="0" smtClean="0"/>
              <a:t>while (...)</a:t>
            </a:r>
            <a:endParaRPr lang="en-US" altLang="zh-CN" sz="2400" dirty="0" smtClean="0"/>
          </a:p>
          <a:p>
            <a:pPr eaLnBrk="1" hangingPunct="1">
              <a:lnSpc>
                <a:spcPct val="90000"/>
              </a:lnSpc>
              <a:buFont typeface="Wingdings" panose="05000000000000000000" pitchFamily="2" charset="2"/>
              <a:buNone/>
              <a:defRPr/>
            </a:pPr>
            <a:r>
              <a:rPr lang="en-US" altLang="zh-CN" sz="2400" dirty="0" smtClean="0"/>
              <a:t>{	......</a:t>
            </a:r>
            <a:endParaRPr lang="en-US" altLang="zh-CN" sz="2400" dirty="0" smtClean="0"/>
          </a:p>
          <a:p>
            <a:pPr eaLnBrk="1" hangingPunct="1">
              <a:lnSpc>
                <a:spcPct val="90000"/>
              </a:lnSpc>
              <a:buFont typeface="Wingdings" panose="05000000000000000000" pitchFamily="2" charset="2"/>
              <a:buNone/>
              <a:defRPr/>
            </a:pPr>
            <a:r>
              <a:rPr lang="en-US" altLang="zh-CN" sz="2400" dirty="0" smtClean="0"/>
              <a:t>	if (...) </a:t>
            </a:r>
            <a:r>
              <a:rPr lang="en-US" altLang="zh-CN" sz="2400" dirty="0" err="1" smtClean="0"/>
              <a:t>goto</a:t>
            </a:r>
            <a:r>
              <a:rPr lang="en-US" altLang="zh-CN" sz="2400" dirty="0" smtClean="0"/>
              <a:t> end; </a:t>
            </a:r>
            <a:endParaRPr lang="en-US" altLang="zh-CN" sz="2400" dirty="0" smtClean="0"/>
          </a:p>
          <a:p>
            <a:pPr eaLnBrk="1" hangingPunct="1">
              <a:lnSpc>
                <a:spcPct val="90000"/>
              </a:lnSpc>
              <a:buFont typeface="Wingdings" panose="05000000000000000000" pitchFamily="2" charset="2"/>
              <a:buNone/>
              <a:defRPr/>
            </a:pPr>
            <a:r>
              <a:rPr lang="en-US" altLang="zh-CN" sz="2400" dirty="0" smtClean="0"/>
              <a:t>	......</a:t>
            </a:r>
            <a:endParaRPr lang="en-US" altLang="zh-CN" sz="2400" dirty="0" smtClean="0"/>
          </a:p>
          <a:p>
            <a:pPr eaLnBrk="1" hangingPunct="1">
              <a:lnSpc>
                <a:spcPct val="90000"/>
              </a:lnSpc>
              <a:buFont typeface="Wingdings" panose="05000000000000000000" pitchFamily="2" charset="2"/>
              <a:buNone/>
              <a:defRPr/>
            </a:pPr>
            <a:r>
              <a:rPr lang="en-US" altLang="zh-CN" sz="2400" dirty="0" smtClean="0"/>
              <a:t>	end:;</a:t>
            </a:r>
            <a:endParaRPr lang="en-US" altLang="zh-CN" sz="2400" dirty="0" smtClean="0"/>
          </a:p>
          <a:p>
            <a:pPr eaLnBrk="1" hangingPunct="1">
              <a:lnSpc>
                <a:spcPct val="90000"/>
              </a:lnSpc>
              <a:buFont typeface="Wingdings" panose="05000000000000000000" pitchFamily="2" charset="2"/>
              <a:buNone/>
              <a:defRPr/>
            </a:pPr>
            <a:r>
              <a:rPr lang="en-US" altLang="zh-CN" sz="2400" dirty="0" smtClean="0"/>
              <a:t>}</a:t>
            </a:r>
            <a:endParaRPr lang="en-US" altLang="zh-CN" sz="2400" dirty="0" smtClean="0"/>
          </a:p>
        </p:txBody>
      </p:sp>
    </p:spTree>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Rectangle 2"/>
          <p:cNvSpPr>
            <a:spLocks noGrp="1" noChangeArrowheads="1"/>
          </p:cNvSpPr>
          <p:nvPr>
            <p:ph type="title"/>
          </p:nvPr>
        </p:nvSpPr>
        <p:spPr>
          <a:xfrm>
            <a:off x="87313" y="61913"/>
            <a:ext cx="8229600" cy="990600"/>
          </a:xfrm>
        </p:spPr>
        <p:txBody>
          <a:bodyPr/>
          <a:lstStyle/>
          <a:p>
            <a:pPr algn="l" eaLnBrk="1" hangingPunct="1">
              <a:defRPr/>
            </a:pPr>
            <a:r>
              <a:rPr lang="zh-CN" altLang="en-US" sz="3200" smtClean="0"/>
              <a:t>例：从键盘输入一些非零整数，然后输出其中所有正数的平方根。 </a:t>
            </a:r>
            <a:endParaRPr lang="zh-CN" altLang="en-US" sz="3200" smtClean="0"/>
          </a:p>
        </p:txBody>
      </p:sp>
      <p:sp>
        <p:nvSpPr>
          <p:cNvPr id="138243" name="Rectangle 3"/>
          <p:cNvSpPr>
            <a:spLocks noGrp="1" noChangeArrowheads="1"/>
          </p:cNvSpPr>
          <p:nvPr>
            <p:ph type="body" idx="1"/>
          </p:nvPr>
        </p:nvSpPr>
        <p:spPr>
          <a:xfrm>
            <a:off x="250825" y="1268413"/>
            <a:ext cx="8435975" cy="5184923"/>
          </a:xfrm>
        </p:spPr>
        <p:txBody>
          <a:bodyPr>
            <a:normAutofit lnSpcReduction="10000"/>
          </a:bodyPr>
          <a:lstStyle/>
          <a:p>
            <a:pPr eaLnBrk="1" hangingPunct="1">
              <a:lnSpc>
                <a:spcPct val="80000"/>
              </a:lnSpc>
              <a:buFont typeface="Wingdings" panose="05000000000000000000" pitchFamily="2" charset="2"/>
              <a:buNone/>
              <a:defRPr/>
            </a:pPr>
            <a:r>
              <a:rPr lang="en-US" altLang="zh-CN" sz="2400" dirty="0" smtClean="0"/>
              <a:t>#include &lt;</a:t>
            </a:r>
            <a:r>
              <a:rPr lang="en-US" altLang="zh-CN" sz="2400" dirty="0" err="1" smtClean="0"/>
              <a:t>iostream</a:t>
            </a:r>
            <a:r>
              <a:rPr lang="en-US" altLang="zh-CN" sz="2400" dirty="0" smtClean="0"/>
              <a:t>&gt;</a:t>
            </a:r>
            <a:endParaRPr lang="en-US" altLang="zh-CN" sz="2400" dirty="0" smtClean="0"/>
          </a:p>
          <a:p>
            <a:pPr eaLnBrk="1" hangingPunct="1">
              <a:lnSpc>
                <a:spcPct val="80000"/>
              </a:lnSpc>
              <a:buFont typeface="Wingdings" panose="05000000000000000000" pitchFamily="2" charset="2"/>
              <a:buNone/>
              <a:defRPr/>
            </a:pPr>
            <a:r>
              <a:rPr lang="en-US" altLang="zh-CN" sz="2400" dirty="0" smtClean="0"/>
              <a:t>#include &lt;</a:t>
            </a:r>
            <a:r>
              <a:rPr lang="en-US" altLang="zh-CN" sz="2400" dirty="0" err="1" smtClean="0"/>
              <a:t>cmath</a:t>
            </a:r>
            <a:r>
              <a:rPr lang="en-US" altLang="zh-CN" sz="2400" dirty="0" smtClean="0"/>
              <a:t>&gt;</a:t>
            </a:r>
            <a:endParaRPr lang="en-US" altLang="zh-CN" sz="2400" dirty="0" smtClean="0"/>
          </a:p>
          <a:p>
            <a:pPr eaLnBrk="1" hangingPunct="1">
              <a:lnSpc>
                <a:spcPct val="80000"/>
              </a:lnSpc>
              <a:buFont typeface="Wingdings" panose="05000000000000000000" pitchFamily="2" charset="2"/>
              <a:buNone/>
              <a:defRPr/>
            </a:pPr>
            <a:r>
              <a:rPr lang="en-US" altLang="zh-CN" sz="2400" dirty="0" smtClean="0"/>
              <a:t>using namespace </a:t>
            </a:r>
            <a:r>
              <a:rPr lang="en-US" altLang="zh-CN" sz="2400" dirty="0" err="1" smtClean="0"/>
              <a:t>std</a:t>
            </a:r>
            <a:r>
              <a:rPr lang="en-US" altLang="zh-CN" sz="2400" dirty="0" smtClean="0"/>
              <a:t>;</a:t>
            </a:r>
            <a:endParaRPr lang="en-US" altLang="zh-CN" sz="2400" dirty="0" smtClean="0"/>
          </a:p>
          <a:p>
            <a:pPr eaLnBrk="1" hangingPunct="1">
              <a:lnSpc>
                <a:spcPct val="80000"/>
              </a:lnSpc>
              <a:buFont typeface="Wingdings" panose="05000000000000000000" pitchFamily="2" charset="2"/>
              <a:buNone/>
              <a:defRPr/>
            </a:pPr>
            <a:r>
              <a:rPr lang="en-US" altLang="zh-CN" sz="2400" dirty="0" err="1" smtClean="0"/>
              <a:t>int</a:t>
            </a:r>
            <a:r>
              <a:rPr lang="en-US" altLang="zh-CN" sz="2400" dirty="0" smtClean="0"/>
              <a:t> main()</a:t>
            </a:r>
            <a:endParaRPr lang="en-US" altLang="zh-CN" sz="2400" dirty="0" smtClean="0"/>
          </a:p>
          <a:p>
            <a:pPr eaLnBrk="1" hangingPunct="1">
              <a:lnSpc>
                <a:spcPct val="80000"/>
              </a:lnSpc>
              <a:buFont typeface="Wingdings" panose="05000000000000000000" pitchFamily="2" charset="2"/>
              <a:buNone/>
              <a:defRPr/>
            </a:pPr>
            <a:r>
              <a:rPr lang="en-US" altLang="zh-CN" sz="2400" dirty="0" smtClean="0"/>
              <a:t>{	</a:t>
            </a:r>
            <a:r>
              <a:rPr lang="en-US" altLang="zh-CN" sz="2400" dirty="0" err="1" smtClean="0"/>
              <a:t>int</a:t>
            </a:r>
            <a:r>
              <a:rPr lang="en-US" altLang="zh-CN" sz="2400" dirty="0" smtClean="0"/>
              <a:t> n;</a:t>
            </a:r>
            <a:endParaRPr lang="en-US" altLang="zh-CN" sz="2400" dirty="0" smtClean="0"/>
          </a:p>
          <a:p>
            <a:pPr eaLnBrk="1" hangingPunct="1">
              <a:lnSpc>
                <a:spcPct val="80000"/>
              </a:lnSpc>
              <a:buFont typeface="Wingdings" panose="05000000000000000000" pitchFamily="2" charset="2"/>
              <a:buNone/>
              <a:defRPr/>
            </a:pPr>
            <a:r>
              <a:rPr lang="en-US" altLang="zh-CN" sz="2400" dirty="0" smtClean="0"/>
              <a:t>	double </a:t>
            </a:r>
            <a:r>
              <a:rPr lang="en-US" altLang="zh-CN" sz="2400" dirty="0" err="1" smtClean="0"/>
              <a:t>square_root</a:t>
            </a:r>
            <a:r>
              <a:rPr lang="en-US" altLang="zh-CN" sz="2400" dirty="0" smtClean="0"/>
              <a:t>;</a:t>
            </a:r>
            <a:endParaRPr lang="en-US" altLang="zh-CN" sz="2400" dirty="0" smtClean="0"/>
          </a:p>
          <a:p>
            <a:pPr eaLnBrk="1" hangingPunct="1">
              <a:lnSpc>
                <a:spcPct val="80000"/>
              </a:lnSpc>
              <a:buFont typeface="Wingdings" panose="05000000000000000000" pitchFamily="2" charset="2"/>
              <a:buNone/>
              <a:defRPr/>
            </a:pPr>
            <a:r>
              <a:rPr lang="en-US" altLang="zh-CN" sz="2400" dirty="0" smtClean="0"/>
              <a:t>	</a:t>
            </a:r>
            <a:r>
              <a:rPr lang="en-US" altLang="zh-CN" sz="2400" dirty="0" err="1" smtClean="0"/>
              <a:t>cout</a:t>
            </a:r>
            <a:r>
              <a:rPr lang="en-US" altLang="zh-CN" sz="2400" dirty="0" smtClean="0"/>
              <a:t> &lt;&lt; "</a:t>
            </a:r>
            <a:r>
              <a:rPr lang="zh-CN" altLang="en-US" sz="2400" dirty="0" smtClean="0"/>
              <a:t>请输入若干整数（以</a:t>
            </a:r>
            <a:r>
              <a:rPr lang="en-US" altLang="zh-CN" sz="2400" dirty="0" smtClean="0"/>
              <a:t>0</a:t>
            </a:r>
            <a:r>
              <a:rPr lang="zh-CN" altLang="en-US" sz="2400" dirty="0" smtClean="0"/>
              <a:t>结束）：</a:t>
            </a:r>
            <a:r>
              <a:rPr lang="en-US" altLang="zh-CN" sz="2400" dirty="0" smtClean="0"/>
              <a:t>";</a:t>
            </a:r>
            <a:endParaRPr lang="en-US" altLang="zh-CN" sz="2400" dirty="0" smtClean="0"/>
          </a:p>
          <a:p>
            <a:pPr eaLnBrk="1" hangingPunct="1">
              <a:lnSpc>
                <a:spcPct val="80000"/>
              </a:lnSpc>
              <a:buFont typeface="Wingdings" panose="05000000000000000000" pitchFamily="2" charset="2"/>
              <a:buNone/>
              <a:defRPr/>
            </a:pPr>
            <a:r>
              <a:rPr lang="en-US" altLang="zh-CN" sz="2400" dirty="0" smtClean="0"/>
              <a:t>	for (</a:t>
            </a:r>
            <a:r>
              <a:rPr lang="en-US" altLang="zh-CN" sz="2400" dirty="0" err="1" smtClean="0"/>
              <a:t>cin</a:t>
            </a:r>
            <a:r>
              <a:rPr lang="en-US" altLang="zh-CN" sz="2400" dirty="0" smtClean="0"/>
              <a:t>&gt;&gt;n; n!=0; </a:t>
            </a:r>
            <a:r>
              <a:rPr lang="en-US" altLang="zh-CN" sz="2400" dirty="0" err="1" smtClean="0"/>
              <a:t>cin</a:t>
            </a:r>
            <a:r>
              <a:rPr lang="en-US" altLang="zh-CN" sz="2400" dirty="0" smtClean="0"/>
              <a:t>&gt;&gt;n)</a:t>
            </a:r>
            <a:endParaRPr lang="en-US" altLang="zh-CN" sz="2400" dirty="0" smtClean="0"/>
          </a:p>
          <a:p>
            <a:pPr eaLnBrk="1" hangingPunct="1">
              <a:lnSpc>
                <a:spcPct val="80000"/>
              </a:lnSpc>
              <a:buFont typeface="Wingdings" panose="05000000000000000000" pitchFamily="2" charset="2"/>
              <a:buNone/>
              <a:defRPr/>
            </a:pPr>
            <a:r>
              <a:rPr lang="en-US" altLang="zh-CN" sz="2400" dirty="0" smtClean="0"/>
              <a:t>	{	if (n &lt; 0) continue; //</a:t>
            </a:r>
            <a:r>
              <a:rPr lang="zh-CN" altLang="en-US" sz="2400" dirty="0" smtClean="0"/>
              <a:t>准备进入下一次循环</a:t>
            </a:r>
            <a:endParaRPr lang="zh-CN" altLang="en-US" sz="2400" dirty="0" smtClean="0"/>
          </a:p>
          <a:p>
            <a:pPr eaLnBrk="1" hangingPunct="1">
              <a:lnSpc>
                <a:spcPct val="80000"/>
              </a:lnSpc>
              <a:buFont typeface="Wingdings" panose="05000000000000000000" pitchFamily="2" charset="2"/>
              <a:buNone/>
              <a:defRPr/>
            </a:pPr>
            <a:r>
              <a:rPr lang="zh-CN" altLang="en-US" sz="2400" dirty="0" smtClean="0"/>
              <a:t>		</a:t>
            </a:r>
            <a:r>
              <a:rPr lang="en-US" altLang="zh-CN" sz="2400" dirty="0" err="1" smtClean="0"/>
              <a:t>square_root</a:t>
            </a:r>
            <a:r>
              <a:rPr lang="en-US" altLang="zh-CN" sz="2400" dirty="0" smtClean="0"/>
              <a:t> = </a:t>
            </a:r>
            <a:r>
              <a:rPr lang="en-US" altLang="zh-CN" sz="2400" dirty="0" err="1" smtClean="0"/>
              <a:t>sqrt</a:t>
            </a:r>
            <a:r>
              <a:rPr lang="en-US" altLang="zh-CN" sz="2400" dirty="0" smtClean="0"/>
              <a:t>((double)n);</a:t>
            </a:r>
            <a:endParaRPr lang="en-US" altLang="zh-CN" sz="2400" dirty="0" smtClean="0"/>
          </a:p>
          <a:p>
            <a:pPr eaLnBrk="1" hangingPunct="1">
              <a:lnSpc>
                <a:spcPct val="80000"/>
              </a:lnSpc>
              <a:buFont typeface="Wingdings" panose="05000000000000000000" pitchFamily="2" charset="2"/>
              <a:buNone/>
              <a:defRPr/>
            </a:pPr>
            <a:r>
              <a:rPr lang="en-US" altLang="zh-CN" sz="2400" dirty="0" smtClean="0"/>
              <a:t>		</a:t>
            </a:r>
            <a:r>
              <a:rPr lang="en-US" altLang="zh-CN" sz="2400" dirty="0" err="1" smtClean="0"/>
              <a:t>cout</a:t>
            </a:r>
            <a:r>
              <a:rPr lang="en-US" altLang="zh-CN" sz="2400" dirty="0" smtClean="0"/>
              <a:t> &lt;&lt; n &lt;&lt; "</a:t>
            </a:r>
            <a:r>
              <a:rPr lang="zh-CN" altLang="en-US" sz="2400" dirty="0" smtClean="0"/>
              <a:t>的平方根是</a:t>
            </a:r>
            <a:r>
              <a:rPr lang="zh-CN" altLang="en-GB" sz="2400" dirty="0" smtClean="0"/>
              <a:t>：</a:t>
            </a:r>
            <a:r>
              <a:rPr lang="en-US" altLang="zh-CN" sz="2400" dirty="0" smtClean="0"/>
              <a:t>" </a:t>
            </a:r>
            <a:endParaRPr lang="en-US" altLang="zh-CN" sz="2400" dirty="0" smtClean="0"/>
          </a:p>
          <a:p>
            <a:pPr eaLnBrk="1" hangingPunct="1">
              <a:lnSpc>
                <a:spcPct val="80000"/>
              </a:lnSpc>
              <a:buFont typeface="Wingdings" panose="05000000000000000000" pitchFamily="2" charset="2"/>
              <a:buNone/>
              <a:defRPr/>
            </a:pPr>
            <a:r>
              <a:rPr lang="en-US" altLang="zh-CN" sz="2400" dirty="0"/>
              <a:t> </a:t>
            </a:r>
            <a:r>
              <a:rPr lang="en-US" altLang="zh-CN" sz="2400" dirty="0" smtClean="0"/>
              <a:t>              &lt;&lt; </a:t>
            </a:r>
            <a:r>
              <a:rPr lang="en-US" altLang="zh-CN" sz="2400" dirty="0" err="1" smtClean="0"/>
              <a:t>square_root</a:t>
            </a:r>
            <a:r>
              <a:rPr lang="en-US" altLang="zh-CN" sz="2400" dirty="0" smtClean="0"/>
              <a:t> &lt;&lt; </a:t>
            </a:r>
            <a:r>
              <a:rPr lang="en-US" altLang="zh-CN" sz="2400" dirty="0" err="1" smtClean="0"/>
              <a:t>endl</a:t>
            </a:r>
            <a:r>
              <a:rPr lang="en-US" altLang="zh-CN" sz="2400" dirty="0" smtClean="0"/>
              <a:t>;</a:t>
            </a:r>
            <a:endParaRPr lang="en-US" altLang="zh-CN" sz="2400" dirty="0" smtClean="0"/>
          </a:p>
          <a:p>
            <a:pPr eaLnBrk="1" hangingPunct="1">
              <a:lnSpc>
                <a:spcPct val="80000"/>
              </a:lnSpc>
              <a:buFont typeface="Wingdings" panose="05000000000000000000" pitchFamily="2" charset="2"/>
              <a:buNone/>
              <a:defRPr/>
            </a:pPr>
            <a:r>
              <a:rPr lang="en-US" altLang="zh-CN" sz="2400" dirty="0" smtClean="0"/>
              <a:t>	}</a:t>
            </a:r>
            <a:endParaRPr lang="en-US" altLang="zh-CN" sz="2400" dirty="0" smtClean="0"/>
          </a:p>
          <a:p>
            <a:pPr eaLnBrk="1" hangingPunct="1">
              <a:lnSpc>
                <a:spcPct val="80000"/>
              </a:lnSpc>
              <a:buFont typeface="Wingdings" panose="05000000000000000000" pitchFamily="2" charset="2"/>
              <a:buNone/>
              <a:defRPr/>
            </a:pPr>
            <a:r>
              <a:rPr lang="en-US" altLang="zh-CN" sz="2400" dirty="0" smtClean="0"/>
              <a:t>	return 0;</a:t>
            </a:r>
            <a:endParaRPr lang="en-US" altLang="zh-CN" sz="2400" dirty="0" smtClean="0"/>
          </a:p>
          <a:p>
            <a:pPr eaLnBrk="1" hangingPunct="1">
              <a:lnSpc>
                <a:spcPct val="80000"/>
              </a:lnSpc>
              <a:buFont typeface="Wingdings" panose="05000000000000000000" pitchFamily="2" charset="2"/>
              <a:buNone/>
              <a:defRPr/>
            </a:pPr>
            <a:r>
              <a:rPr lang="en-US" altLang="zh-CN" sz="2400" dirty="0" smtClean="0"/>
              <a:t>}</a:t>
            </a:r>
            <a:endParaRPr lang="en-US" altLang="zh-CN" sz="2400" dirty="0" smtClean="0"/>
          </a:p>
        </p:txBody>
      </p:sp>
    </p:spTree>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r>
              <a:rPr lang="zh-CN" altLang="en-US" dirty="0" smtClean="0"/>
              <a:t>上面的循环也可以写成：</a:t>
            </a:r>
            <a:endParaRPr lang="en-US" altLang="zh-CN" dirty="0" smtClean="0"/>
          </a:p>
          <a:p>
            <a:pPr marL="400050" lvl="1" indent="0">
              <a:buNone/>
            </a:pPr>
            <a:r>
              <a:rPr lang="en-US" altLang="zh-CN" sz="2400" dirty="0" smtClean="0"/>
              <a:t>for </a:t>
            </a:r>
            <a:r>
              <a:rPr lang="en-US" altLang="zh-CN" sz="2400" dirty="0"/>
              <a:t>(</a:t>
            </a:r>
            <a:r>
              <a:rPr lang="en-US" altLang="zh-CN" sz="2400" dirty="0" err="1"/>
              <a:t>cin</a:t>
            </a:r>
            <a:r>
              <a:rPr lang="en-US" altLang="zh-CN" sz="2400" dirty="0"/>
              <a:t>&gt;&gt;n; n!=0; </a:t>
            </a:r>
            <a:r>
              <a:rPr lang="en-US" altLang="zh-CN" sz="2400" dirty="0" err="1"/>
              <a:t>cin</a:t>
            </a:r>
            <a:r>
              <a:rPr lang="en-US" altLang="zh-CN" sz="2400" dirty="0"/>
              <a:t>&gt;&gt;n)</a:t>
            </a:r>
            <a:endParaRPr lang="en-US" altLang="zh-CN" sz="2400" dirty="0"/>
          </a:p>
          <a:p>
            <a:pPr marL="400050" lvl="1" indent="0">
              <a:buNone/>
            </a:pPr>
            <a:r>
              <a:rPr lang="en-US" altLang="zh-CN" sz="2400" dirty="0" smtClean="0"/>
              <a:t>{  if </a:t>
            </a:r>
            <a:r>
              <a:rPr lang="en-US" altLang="zh-CN" sz="2400" dirty="0"/>
              <a:t>(n &gt;</a:t>
            </a:r>
            <a:r>
              <a:rPr lang="en-US" altLang="zh-CN" sz="2400" dirty="0" smtClean="0"/>
              <a:t> </a:t>
            </a:r>
            <a:r>
              <a:rPr lang="en-US" altLang="zh-CN" sz="2400" dirty="0"/>
              <a:t>0</a:t>
            </a:r>
            <a:r>
              <a:rPr lang="en-US" altLang="zh-CN" sz="2400" dirty="0" smtClean="0"/>
              <a:t>)</a:t>
            </a:r>
            <a:endParaRPr lang="zh-CN" altLang="en-US" sz="2400" dirty="0"/>
          </a:p>
          <a:p>
            <a:pPr marL="400050" lvl="1" indent="0">
              <a:buNone/>
            </a:pPr>
            <a:r>
              <a:rPr lang="zh-CN" altLang="en-US" sz="2400" dirty="0" smtClean="0"/>
              <a:t>    </a:t>
            </a:r>
            <a:r>
              <a:rPr lang="en-US" altLang="zh-CN" sz="2400" dirty="0" smtClean="0"/>
              <a:t>{ </a:t>
            </a:r>
            <a:r>
              <a:rPr lang="en-US" altLang="zh-CN" sz="2400" dirty="0" err="1" smtClean="0"/>
              <a:t>square_root</a:t>
            </a:r>
            <a:r>
              <a:rPr lang="en-US" altLang="zh-CN" sz="2400" dirty="0" smtClean="0"/>
              <a:t> </a:t>
            </a:r>
            <a:r>
              <a:rPr lang="en-US" altLang="zh-CN" sz="2400" dirty="0"/>
              <a:t>= </a:t>
            </a:r>
            <a:r>
              <a:rPr lang="en-US" altLang="zh-CN" sz="2400" dirty="0" err="1"/>
              <a:t>sqrt</a:t>
            </a:r>
            <a:r>
              <a:rPr lang="en-US" altLang="zh-CN" sz="2400" dirty="0"/>
              <a:t>((double)n);</a:t>
            </a:r>
            <a:endParaRPr lang="en-US" altLang="zh-CN" sz="2400" dirty="0"/>
          </a:p>
          <a:p>
            <a:pPr marL="400050" lvl="1" indent="0">
              <a:buNone/>
            </a:pPr>
            <a:r>
              <a:rPr lang="en-US" altLang="zh-CN" sz="2400" dirty="0" smtClean="0"/>
              <a:t>       </a:t>
            </a:r>
            <a:r>
              <a:rPr lang="en-US" altLang="zh-CN" sz="2400" dirty="0" err="1" smtClean="0"/>
              <a:t>cout</a:t>
            </a:r>
            <a:r>
              <a:rPr lang="en-US" altLang="zh-CN" sz="2400" dirty="0" smtClean="0"/>
              <a:t> </a:t>
            </a:r>
            <a:r>
              <a:rPr lang="en-US" altLang="zh-CN" sz="2400" dirty="0"/>
              <a:t>&lt;&lt; n &lt;&lt; "</a:t>
            </a:r>
            <a:r>
              <a:rPr lang="zh-CN" altLang="en-US" sz="2400" dirty="0"/>
              <a:t>的平方根是：</a:t>
            </a:r>
            <a:r>
              <a:rPr lang="en-US" altLang="zh-CN" sz="2400" dirty="0"/>
              <a:t>" </a:t>
            </a:r>
            <a:endParaRPr lang="en-US" altLang="zh-CN" sz="2400" dirty="0" smtClean="0"/>
          </a:p>
          <a:p>
            <a:pPr marL="400050" lvl="1" indent="0">
              <a:buNone/>
            </a:pPr>
            <a:r>
              <a:rPr lang="en-US" altLang="zh-CN" sz="2400" dirty="0"/>
              <a:t> </a:t>
            </a:r>
            <a:r>
              <a:rPr lang="en-US" altLang="zh-CN" sz="2400" dirty="0" smtClean="0"/>
              <a:t>             &lt;&lt; </a:t>
            </a:r>
            <a:r>
              <a:rPr lang="en-US" altLang="zh-CN" sz="2400" dirty="0" err="1"/>
              <a:t>square_root</a:t>
            </a:r>
            <a:r>
              <a:rPr lang="en-US" altLang="zh-CN" sz="2400" dirty="0"/>
              <a:t> &lt;&lt; </a:t>
            </a:r>
            <a:r>
              <a:rPr lang="en-US" altLang="zh-CN" sz="2400" dirty="0" err="1"/>
              <a:t>endl</a:t>
            </a:r>
            <a:r>
              <a:rPr lang="en-US" altLang="zh-CN" sz="2400" dirty="0"/>
              <a:t>;</a:t>
            </a:r>
            <a:endParaRPr lang="en-US" altLang="zh-CN" sz="2400" dirty="0"/>
          </a:p>
          <a:p>
            <a:pPr marL="400050" lvl="1" indent="0">
              <a:buNone/>
            </a:pPr>
            <a:r>
              <a:rPr lang="en-US" altLang="zh-CN" sz="2400" dirty="0" smtClean="0"/>
              <a:t>    }</a:t>
            </a:r>
            <a:endParaRPr lang="en-US" altLang="zh-CN" sz="2400" dirty="0"/>
          </a:p>
          <a:p>
            <a:pPr marL="400050" lvl="1" indent="0">
              <a:buNone/>
            </a:pPr>
            <a:r>
              <a:rPr lang="en-US" altLang="zh-CN" sz="2400" dirty="0" smtClean="0"/>
              <a:t>}</a:t>
            </a:r>
            <a:endParaRPr lang="zh-CN" altLang="en-US" sz="2400" dirty="0"/>
          </a:p>
        </p:txBody>
      </p:sp>
    </p:spTree>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95536" y="332656"/>
            <a:ext cx="4258816" cy="6120680"/>
          </a:xfrm>
          <a:solidFill>
            <a:schemeClr val="bg1">
              <a:lumMod val="50000"/>
            </a:schemeClr>
          </a:solidFill>
        </p:spPr>
        <p:txBody>
          <a:bodyPr>
            <a:normAutofit fontScale="77500" lnSpcReduction="20000"/>
          </a:bodyPr>
          <a:lstStyle/>
          <a:p>
            <a:pPr eaLnBrk="1" hangingPunct="1">
              <a:lnSpc>
                <a:spcPct val="120000"/>
              </a:lnSpc>
            </a:pPr>
            <a:r>
              <a:rPr lang="zh-CN" altLang="en-US" dirty="0" smtClean="0"/>
              <a:t>在循环体的主计算过程中，可以用</a:t>
            </a:r>
            <a:r>
              <a:rPr lang="en-US" altLang="zh-CN" dirty="0" smtClean="0"/>
              <a:t>continue</a:t>
            </a:r>
            <a:r>
              <a:rPr lang="zh-CN" altLang="en-US" dirty="0" smtClean="0"/>
              <a:t>语句</a:t>
            </a:r>
            <a:r>
              <a:rPr lang="zh-CN" altLang="en-US" dirty="0" smtClean="0">
                <a:solidFill>
                  <a:srgbClr val="FFC000"/>
                </a:solidFill>
              </a:rPr>
              <a:t>过滤</a:t>
            </a:r>
            <a:r>
              <a:rPr lang="zh-CN" altLang="en-US" dirty="0" smtClean="0"/>
              <a:t>掉一些不符合主计算条件的情况，使得代码更清晰：</a:t>
            </a:r>
            <a:endParaRPr lang="en-US" altLang="zh-CN" dirty="0" smtClean="0"/>
          </a:p>
          <a:p>
            <a:pPr marL="400050" lvl="1" indent="0">
              <a:lnSpc>
                <a:spcPct val="120000"/>
              </a:lnSpc>
              <a:buNone/>
            </a:pPr>
            <a:r>
              <a:rPr lang="en-US" altLang="zh-CN" dirty="0">
                <a:effectLst>
                  <a:outerShdw blurRad="38100" dist="38100" dir="2700000" algn="tl">
                    <a:srgbClr val="000000">
                      <a:alpha val="43137"/>
                    </a:srgbClr>
                  </a:outerShdw>
                </a:effectLst>
              </a:rPr>
              <a:t>while (...)</a:t>
            </a:r>
            <a:endParaRPr lang="zh-CN" altLang="zh-CN" dirty="0">
              <a:effectLst>
                <a:outerShdw blurRad="38100" dist="38100" dir="2700000" algn="tl">
                  <a:srgbClr val="000000">
                    <a:alpha val="43137"/>
                  </a:srgbClr>
                </a:outerShdw>
              </a:effectLst>
            </a:endParaRPr>
          </a:p>
          <a:p>
            <a:pPr marL="400050" lvl="1" indent="0">
              <a:lnSpc>
                <a:spcPct val="120000"/>
              </a:lnSpc>
              <a:buNone/>
            </a:pPr>
            <a:r>
              <a:rPr lang="en-US" altLang="zh-CN" dirty="0">
                <a:effectLst>
                  <a:outerShdw blurRad="38100" dist="38100" dir="2700000" algn="tl">
                    <a:srgbClr val="000000">
                      <a:alpha val="43137"/>
                    </a:srgbClr>
                  </a:outerShdw>
                </a:effectLst>
              </a:rPr>
              <a:t>{	</a:t>
            </a:r>
            <a:r>
              <a:rPr lang="en-US" altLang="zh-CN" dirty="0" smtClean="0">
                <a:effectLst>
                  <a:outerShdw blurRad="38100" dist="38100" dir="2700000" algn="tl">
                    <a:srgbClr val="000000">
                      <a:alpha val="43137"/>
                    </a:srgbClr>
                  </a:outerShdw>
                </a:effectLst>
              </a:rPr>
              <a:t>...... //</a:t>
            </a:r>
            <a:r>
              <a:rPr lang="zh-CN" altLang="en-US" dirty="0" smtClean="0">
                <a:effectLst>
                  <a:outerShdw blurRad="38100" dist="38100" dir="2700000" algn="tl">
                    <a:srgbClr val="000000">
                      <a:alpha val="43137"/>
                    </a:srgbClr>
                  </a:outerShdw>
                </a:effectLst>
              </a:rPr>
              <a:t>代码</a:t>
            </a:r>
            <a:r>
              <a:rPr lang="en-US" altLang="zh-CN" dirty="0" smtClean="0">
                <a:effectLst>
                  <a:outerShdw blurRad="38100" dist="38100" dir="2700000" algn="tl">
                    <a:srgbClr val="000000">
                      <a:alpha val="43137"/>
                    </a:srgbClr>
                  </a:outerShdw>
                </a:effectLst>
              </a:rPr>
              <a:t>1</a:t>
            </a:r>
            <a:endParaRPr lang="zh-CN" altLang="zh-CN" dirty="0">
              <a:effectLst>
                <a:outerShdw blurRad="38100" dist="38100" dir="2700000" algn="tl">
                  <a:srgbClr val="000000">
                    <a:alpha val="43137"/>
                  </a:srgbClr>
                </a:outerShdw>
              </a:effectLst>
            </a:endParaRPr>
          </a:p>
          <a:p>
            <a:pPr marL="400050" lvl="1" indent="0">
              <a:lnSpc>
                <a:spcPct val="120000"/>
              </a:lnSpc>
              <a:buNone/>
            </a:pPr>
            <a:r>
              <a:rPr lang="en-US" altLang="zh-CN" dirty="0">
                <a:effectLst>
                  <a:outerShdw blurRad="38100" dist="38100" dir="2700000" algn="tl">
                    <a:srgbClr val="000000">
                      <a:alpha val="43137"/>
                    </a:srgbClr>
                  </a:outerShdw>
                </a:effectLst>
              </a:rPr>
              <a:t>	if (b1) continue;</a:t>
            </a:r>
            <a:endParaRPr lang="zh-CN" altLang="zh-CN" dirty="0">
              <a:effectLst>
                <a:outerShdw blurRad="38100" dist="38100" dir="2700000" algn="tl">
                  <a:srgbClr val="000000">
                    <a:alpha val="43137"/>
                  </a:srgbClr>
                </a:outerShdw>
              </a:effectLst>
            </a:endParaRPr>
          </a:p>
          <a:p>
            <a:pPr marL="400050" lvl="1" indent="0">
              <a:lnSpc>
                <a:spcPct val="120000"/>
              </a:lnSpc>
              <a:buNone/>
            </a:pPr>
            <a:r>
              <a:rPr lang="en-US" altLang="zh-CN" dirty="0">
                <a:effectLst>
                  <a:outerShdw blurRad="38100" dist="38100" dir="2700000" algn="tl">
                    <a:srgbClr val="000000">
                      <a:alpha val="43137"/>
                    </a:srgbClr>
                  </a:outerShdw>
                </a:effectLst>
              </a:rPr>
              <a:t>	</a:t>
            </a:r>
            <a:r>
              <a:rPr lang="en-US" altLang="zh-CN" dirty="0" smtClean="0">
                <a:effectLst>
                  <a:outerShdw blurRad="38100" dist="38100" dir="2700000" algn="tl">
                    <a:srgbClr val="000000">
                      <a:alpha val="43137"/>
                    </a:srgbClr>
                  </a:outerShdw>
                </a:effectLst>
              </a:rPr>
              <a:t>...... //</a:t>
            </a:r>
            <a:r>
              <a:rPr lang="zh-CN" altLang="en-US" dirty="0" smtClean="0">
                <a:effectLst>
                  <a:outerShdw blurRad="38100" dist="38100" dir="2700000" algn="tl">
                    <a:srgbClr val="000000">
                      <a:alpha val="43137"/>
                    </a:srgbClr>
                  </a:outerShdw>
                </a:effectLst>
              </a:rPr>
              <a:t>代码</a:t>
            </a:r>
            <a:r>
              <a:rPr lang="en-US" altLang="zh-CN" dirty="0" smtClean="0">
                <a:effectLst>
                  <a:outerShdw blurRad="38100" dist="38100" dir="2700000" algn="tl">
                    <a:srgbClr val="000000">
                      <a:alpha val="43137"/>
                    </a:srgbClr>
                  </a:outerShdw>
                </a:effectLst>
              </a:rPr>
              <a:t>2</a:t>
            </a:r>
            <a:endParaRPr lang="zh-CN" altLang="zh-CN" dirty="0">
              <a:effectLst>
                <a:outerShdw blurRad="38100" dist="38100" dir="2700000" algn="tl">
                  <a:srgbClr val="000000">
                    <a:alpha val="43137"/>
                  </a:srgbClr>
                </a:outerShdw>
              </a:effectLst>
            </a:endParaRPr>
          </a:p>
          <a:p>
            <a:pPr marL="400050" lvl="1" indent="0">
              <a:lnSpc>
                <a:spcPct val="120000"/>
              </a:lnSpc>
              <a:buNone/>
            </a:pPr>
            <a:r>
              <a:rPr lang="en-US" altLang="zh-CN" dirty="0">
                <a:effectLst>
                  <a:outerShdw blurRad="38100" dist="38100" dir="2700000" algn="tl">
                    <a:srgbClr val="000000">
                      <a:alpha val="43137"/>
                    </a:srgbClr>
                  </a:outerShdw>
                </a:effectLst>
              </a:rPr>
              <a:t>  </a:t>
            </a:r>
            <a:r>
              <a:rPr lang="en-US" altLang="zh-CN" dirty="0" smtClean="0">
                <a:effectLst>
                  <a:outerShdw blurRad="38100" dist="38100" dir="2700000" algn="tl">
                    <a:srgbClr val="000000">
                      <a:alpha val="43137"/>
                    </a:srgbClr>
                  </a:outerShdw>
                </a:effectLst>
              </a:rPr>
              <a:t>   if </a:t>
            </a:r>
            <a:r>
              <a:rPr lang="en-US" altLang="zh-CN" dirty="0">
                <a:effectLst>
                  <a:outerShdw blurRad="38100" dist="38100" dir="2700000" algn="tl">
                    <a:srgbClr val="000000">
                      <a:alpha val="43137"/>
                    </a:srgbClr>
                  </a:outerShdw>
                </a:effectLst>
              </a:rPr>
              <a:t>(b2) continue; </a:t>
            </a:r>
            <a:endParaRPr lang="zh-CN" altLang="zh-CN" dirty="0">
              <a:effectLst>
                <a:outerShdw blurRad="38100" dist="38100" dir="2700000" algn="tl">
                  <a:srgbClr val="000000">
                    <a:alpha val="43137"/>
                  </a:srgbClr>
                </a:outerShdw>
              </a:effectLst>
            </a:endParaRPr>
          </a:p>
          <a:p>
            <a:pPr marL="400050" lvl="1" indent="0">
              <a:lnSpc>
                <a:spcPct val="120000"/>
              </a:lnSpc>
              <a:buNone/>
            </a:pPr>
            <a:r>
              <a:rPr lang="en-US" altLang="zh-CN" dirty="0">
                <a:effectLst>
                  <a:outerShdw blurRad="38100" dist="38100" dir="2700000" algn="tl">
                    <a:srgbClr val="000000">
                      <a:alpha val="43137"/>
                    </a:srgbClr>
                  </a:outerShdw>
                </a:effectLst>
              </a:rPr>
              <a:t>	...... //</a:t>
            </a:r>
            <a:r>
              <a:rPr lang="zh-CN" altLang="en-US" dirty="0" smtClean="0">
                <a:effectLst>
                  <a:outerShdw blurRad="38100" dist="38100" dir="2700000" algn="tl">
                    <a:srgbClr val="000000">
                      <a:alpha val="43137"/>
                    </a:srgbClr>
                  </a:outerShdw>
                </a:effectLst>
              </a:rPr>
              <a:t>代码</a:t>
            </a:r>
            <a:r>
              <a:rPr lang="en-US" altLang="zh-CN" dirty="0" smtClean="0">
                <a:effectLst>
                  <a:outerShdw blurRad="38100" dist="38100" dir="2700000" algn="tl">
                    <a:srgbClr val="000000">
                      <a:alpha val="43137"/>
                    </a:srgbClr>
                  </a:outerShdw>
                </a:effectLst>
              </a:rPr>
              <a:t>3</a:t>
            </a:r>
            <a:endParaRPr lang="zh-CN" altLang="zh-CN" dirty="0">
              <a:effectLst>
                <a:outerShdw blurRad="38100" dist="38100" dir="2700000" algn="tl">
                  <a:srgbClr val="000000">
                    <a:alpha val="43137"/>
                  </a:srgbClr>
                </a:outerShdw>
              </a:effectLst>
            </a:endParaRPr>
          </a:p>
          <a:p>
            <a:pPr marL="400050" lvl="1" indent="0">
              <a:lnSpc>
                <a:spcPct val="120000"/>
              </a:lnSpc>
              <a:buNone/>
            </a:pPr>
            <a:r>
              <a:rPr lang="en-US" altLang="zh-CN" dirty="0">
                <a:effectLst>
                  <a:outerShdw blurRad="38100" dist="38100" dir="2700000" algn="tl">
                    <a:srgbClr val="000000">
                      <a:alpha val="43137"/>
                    </a:srgbClr>
                  </a:outerShdw>
                </a:effectLst>
              </a:rPr>
              <a:t>	if (b3) continue; </a:t>
            </a:r>
            <a:endParaRPr lang="zh-CN" altLang="zh-CN" dirty="0">
              <a:effectLst>
                <a:outerShdw blurRad="38100" dist="38100" dir="2700000" algn="tl">
                  <a:srgbClr val="000000">
                    <a:alpha val="43137"/>
                  </a:srgbClr>
                </a:outerShdw>
              </a:effectLst>
            </a:endParaRPr>
          </a:p>
          <a:p>
            <a:pPr marL="400050" lvl="1" indent="0">
              <a:lnSpc>
                <a:spcPct val="120000"/>
              </a:lnSpc>
              <a:buNone/>
            </a:pPr>
            <a:r>
              <a:rPr lang="en-US" altLang="zh-CN" dirty="0">
                <a:effectLst>
                  <a:outerShdw blurRad="38100" dist="38100" dir="2700000" algn="tl">
                    <a:srgbClr val="000000">
                      <a:alpha val="43137"/>
                    </a:srgbClr>
                  </a:outerShdw>
                </a:effectLst>
              </a:rPr>
              <a:t>	...... //</a:t>
            </a:r>
            <a:r>
              <a:rPr lang="zh-CN" altLang="en-US" dirty="0" smtClean="0">
                <a:effectLst>
                  <a:outerShdw blurRad="38100" dist="38100" dir="2700000" algn="tl">
                    <a:srgbClr val="000000">
                      <a:alpha val="43137"/>
                    </a:srgbClr>
                  </a:outerShdw>
                </a:effectLst>
              </a:rPr>
              <a:t>代码</a:t>
            </a:r>
            <a:r>
              <a:rPr lang="en-US" altLang="zh-CN" dirty="0" smtClean="0">
                <a:effectLst>
                  <a:outerShdw blurRad="38100" dist="38100" dir="2700000" algn="tl">
                    <a:srgbClr val="000000">
                      <a:alpha val="43137"/>
                    </a:srgbClr>
                  </a:outerShdw>
                </a:effectLst>
              </a:rPr>
              <a:t>4</a:t>
            </a:r>
            <a:endParaRPr lang="zh-CN" altLang="zh-CN" dirty="0">
              <a:effectLst>
                <a:outerShdw blurRad="38100" dist="38100" dir="2700000" algn="tl">
                  <a:srgbClr val="000000">
                    <a:alpha val="43137"/>
                  </a:srgbClr>
                </a:outerShdw>
              </a:effectLst>
            </a:endParaRPr>
          </a:p>
          <a:p>
            <a:pPr marL="400050" lvl="1" indent="0">
              <a:lnSpc>
                <a:spcPct val="120000"/>
              </a:lnSpc>
              <a:buNone/>
            </a:pPr>
            <a:r>
              <a:rPr lang="en-US" altLang="zh-CN" dirty="0" smtClean="0">
                <a:effectLst>
                  <a:outerShdw blurRad="38100" dist="38100" dir="2700000" algn="tl">
                    <a:srgbClr val="000000">
                      <a:alpha val="43137"/>
                    </a:srgbClr>
                  </a:outerShdw>
                </a:effectLst>
              </a:rPr>
              <a:t>}</a:t>
            </a:r>
            <a:endParaRPr lang="en-US" altLang="zh-CN" dirty="0" smtClean="0">
              <a:effectLst>
                <a:outerShdw blurRad="38100" dist="38100" dir="2700000" algn="tl">
                  <a:srgbClr val="000000">
                    <a:alpha val="43137"/>
                  </a:srgbClr>
                </a:outerShdw>
              </a:effectLst>
            </a:endParaRPr>
          </a:p>
          <a:p>
            <a:pPr marL="457200" indent="-457200">
              <a:lnSpc>
                <a:spcPct val="120000"/>
              </a:lnSpc>
            </a:pPr>
            <a:r>
              <a:rPr lang="zh-CN" altLang="en-US" dirty="0" smtClean="0">
                <a:effectLst/>
              </a:rPr>
              <a:t>上面程序不用</a:t>
            </a:r>
            <a:r>
              <a:rPr lang="en-US" altLang="zh-CN" dirty="0" smtClean="0">
                <a:effectLst/>
              </a:rPr>
              <a:t>continue</a:t>
            </a:r>
            <a:r>
              <a:rPr lang="zh-CN" altLang="en-US" dirty="0" smtClean="0">
                <a:effectLst/>
              </a:rPr>
              <a:t>语句将是什么样的？</a:t>
            </a:r>
            <a:endParaRPr lang="zh-CN" altLang="zh-CN" dirty="0">
              <a:effectLst/>
            </a:endParaRPr>
          </a:p>
          <a:p>
            <a:pPr marL="0" indent="0">
              <a:buNone/>
            </a:pPr>
            <a:endParaRPr lang="zh-CN" altLang="en-US" dirty="0"/>
          </a:p>
        </p:txBody>
      </p:sp>
      <p:sp>
        <p:nvSpPr>
          <p:cNvPr id="4" name="文本框 3"/>
          <p:cNvSpPr txBox="1"/>
          <p:nvPr/>
        </p:nvSpPr>
        <p:spPr>
          <a:xfrm>
            <a:off x="4932040" y="1844824"/>
            <a:ext cx="3888432" cy="4493538"/>
          </a:xfrm>
          <a:prstGeom prst="rect">
            <a:avLst/>
          </a:prstGeom>
          <a:solidFill>
            <a:schemeClr val="bg1">
              <a:lumMod val="75000"/>
            </a:schemeClr>
          </a:solidFill>
        </p:spPr>
        <p:txBody>
          <a:bodyPr wrap="square" rtlCol="0">
            <a:spAutoFit/>
          </a:bodyPr>
          <a:lstStyle/>
          <a:p>
            <a:pPr marL="400050" lvl="1" indent="0">
              <a:buNone/>
            </a:pPr>
            <a:r>
              <a:rPr lang="en-US" altLang="zh-CN" sz="2200" dirty="0"/>
              <a:t>while (...)</a:t>
            </a:r>
            <a:endParaRPr lang="zh-CN" altLang="zh-CN" sz="2200" dirty="0"/>
          </a:p>
          <a:p>
            <a:pPr marL="400050" lvl="1" indent="0">
              <a:buNone/>
            </a:pPr>
            <a:r>
              <a:rPr lang="en-US" altLang="zh-CN" sz="2200" dirty="0"/>
              <a:t>{	</a:t>
            </a:r>
            <a:r>
              <a:rPr lang="en-US" altLang="zh-CN" sz="2200" dirty="0" smtClean="0"/>
              <a:t>...... </a:t>
            </a:r>
            <a:r>
              <a:rPr lang="en-US" altLang="zh-CN" sz="2200" dirty="0"/>
              <a:t>//</a:t>
            </a:r>
            <a:r>
              <a:rPr lang="zh-CN" altLang="en-US" sz="2200" dirty="0"/>
              <a:t>代码</a:t>
            </a:r>
            <a:r>
              <a:rPr lang="en-US" altLang="zh-CN" sz="2200" dirty="0"/>
              <a:t>1</a:t>
            </a:r>
            <a:endParaRPr lang="zh-CN" altLang="zh-CN" sz="2200" dirty="0"/>
          </a:p>
          <a:p>
            <a:pPr marL="400050" lvl="1" indent="0">
              <a:buNone/>
            </a:pPr>
            <a:r>
              <a:rPr lang="en-US" altLang="zh-CN" sz="2200" dirty="0"/>
              <a:t>	if </a:t>
            </a:r>
            <a:r>
              <a:rPr lang="en-US" altLang="zh-CN" sz="2200" dirty="0" smtClean="0"/>
              <a:t>(</a:t>
            </a:r>
            <a:r>
              <a:rPr lang="en-US" altLang="zh-CN" sz="2200" dirty="0"/>
              <a:t>!</a:t>
            </a:r>
            <a:r>
              <a:rPr lang="en-US" altLang="zh-CN" sz="2200" dirty="0" smtClean="0"/>
              <a:t>b1)</a:t>
            </a:r>
            <a:endParaRPr lang="zh-CN" altLang="zh-CN" sz="2200" dirty="0"/>
          </a:p>
          <a:p>
            <a:pPr marL="400050" lvl="1" indent="0">
              <a:buNone/>
            </a:pPr>
            <a:r>
              <a:rPr lang="en-US" altLang="zh-CN" sz="2200" dirty="0"/>
              <a:t>	</a:t>
            </a:r>
            <a:r>
              <a:rPr lang="en-US" altLang="zh-CN" sz="2200" dirty="0" smtClean="0"/>
              <a:t>{ ......</a:t>
            </a:r>
            <a:r>
              <a:rPr lang="en-US" altLang="zh-CN" sz="2200" dirty="0"/>
              <a:t> //</a:t>
            </a:r>
            <a:r>
              <a:rPr lang="zh-CN" altLang="en-US" sz="2200" dirty="0" smtClean="0"/>
              <a:t>代码</a:t>
            </a:r>
            <a:r>
              <a:rPr lang="en-US" altLang="zh-CN" sz="2200" dirty="0" smtClean="0"/>
              <a:t>2</a:t>
            </a:r>
            <a:endParaRPr lang="zh-CN" altLang="zh-CN" sz="2200" dirty="0"/>
          </a:p>
          <a:p>
            <a:pPr marL="400050" lvl="1" indent="0">
              <a:buNone/>
            </a:pPr>
            <a:r>
              <a:rPr lang="en-US" altLang="zh-CN" sz="2200" dirty="0"/>
              <a:t>    </a:t>
            </a:r>
            <a:r>
              <a:rPr lang="en-US" altLang="zh-CN" sz="2200" dirty="0" smtClean="0"/>
              <a:t>    if (!b2</a:t>
            </a:r>
            <a:r>
              <a:rPr lang="en-US" altLang="zh-CN" sz="2200" dirty="0"/>
              <a:t>) </a:t>
            </a:r>
            <a:endParaRPr lang="zh-CN" altLang="zh-CN" sz="2200" dirty="0"/>
          </a:p>
          <a:p>
            <a:pPr marL="400050" lvl="1" indent="0">
              <a:buNone/>
            </a:pPr>
            <a:r>
              <a:rPr lang="en-US" altLang="zh-CN" sz="2200" dirty="0"/>
              <a:t>	</a:t>
            </a:r>
            <a:r>
              <a:rPr lang="en-US" altLang="zh-CN" sz="2200" dirty="0" smtClean="0"/>
              <a:t>   { ......</a:t>
            </a:r>
            <a:r>
              <a:rPr lang="en-US" altLang="zh-CN" sz="2200" dirty="0"/>
              <a:t> //</a:t>
            </a:r>
            <a:r>
              <a:rPr lang="zh-CN" altLang="en-US" sz="2200" dirty="0" smtClean="0"/>
              <a:t>代码</a:t>
            </a:r>
            <a:r>
              <a:rPr lang="en-US" altLang="zh-CN" sz="2200" dirty="0" smtClean="0"/>
              <a:t>3</a:t>
            </a:r>
            <a:endParaRPr lang="zh-CN" altLang="zh-CN" sz="2200" dirty="0"/>
          </a:p>
          <a:p>
            <a:pPr marL="400050" lvl="1" indent="0">
              <a:buNone/>
            </a:pPr>
            <a:r>
              <a:rPr lang="en-US" altLang="zh-CN" sz="2200" dirty="0"/>
              <a:t>	</a:t>
            </a:r>
            <a:r>
              <a:rPr lang="en-US" altLang="zh-CN" sz="2200" dirty="0" smtClean="0"/>
              <a:t>      if (!b3) </a:t>
            </a:r>
            <a:endParaRPr lang="zh-CN" altLang="zh-CN" sz="2200" dirty="0"/>
          </a:p>
          <a:p>
            <a:pPr marL="400050" lvl="1" indent="0">
              <a:buNone/>
            </a:pPr>
            <a:r>
              <a:rPr lang="en-US" altLang="zh-CN" sz="2200" dirty="0"/>
              <a:t>	</a:t>
            </a:r>
            <a:r>
              <a:rPr lang="en-US" altLang="zh-CN" sz="2200" dirty="0" smtClean="0"/>
              <a:t>      { ......</a:t>
            </a:r>
            <a:r>
              <a:rPr lang="en-US" altLang="zh-CN" sz="2200" dirty="0"/>
              <a:t> //</a:t>
            </a:r>
            <a:r>
              <a:rPr lang="zh-CN" altLang="en-US" sz="2200" dirty="0" smtClean="0"/>
              <a:t>代码</a:t>
            </a:r>
            <a:r>
              <a:rPr lang="en-US" altLang="zh-CN" sz="2200" dirty="0" smtClean="0"/>
              <a:t>4</a:t>
            </a:r>
            <a:endParaRPr lang="en-US" altLang="zh-CN" sz="2200" dirty="0" smtClean="0"/>
          </a:p>
          <a:p>
            <a:pPr marL="400050" lvl="1" indent="0">
              <a:buNone/>
            </a:pPr>
            <a:r>
              <a:rPr lang="en-US" altLang="zh-CN" sz="2200" dirty="0" smtClean="0"/>
              <a:t>           }</a:t>
            </a:r>
            <a:endParaRPr lang="en-US" altLang="zh-CN" sz="2200" dirty="0" smtClean="0"/>
          </a:p>
          <a:p>
            <a:pPr marL="400050" lvl="1" indent="0">
              <a:buNone/>
            </a:pPr>
            <a:r>
              <a:rPr lang="en-US" altLang="zh-CN" sz="2200" dirty="0"/>
              <a:t> </a:t>
            </a:r>
            <a:r>
              <a:rPr lang="en-US" altLang="zh-CN" sz="2200" dirty="0" smtClean="0"/>
              <a:t>       }</a:t>
            </a:r>
            <a:endParaRPr lang="en-US" altLang="zh-CN" sz="2200" dirty="0" smtClean="0"/>
          </a:p>
          <a:p>
            <a:pPr marL="400050" lvl="1" indent="0">
              <a:buNone/>
            </a:pPr>
            <a:r>
              <a:rPr lang="en-US" altLang="zh-CN" sz="2200" dirty="0"/>
              <a:t> </a:t>
            </a:r>
            <a:r>
              <a:rPr lang="en-US" altLang="zh-CN" sz="2200" dirty="0" smtClean="0"/>
              <a:t>    }</a:t>
            </a:r>
            <a:endParaRPr lang="zh-CN" altLang="zh-CN" sz="2200" dirty="0"/>
          </a:p>
          <a:p>
            <a:pPr marL="400050" lvl="1" indent="0">
              <a:buNone/>
            </a:pPr>
            <a:r>
              <a:rPr lang="en-US" altLang="zh-CN" sz="2200" dirty="0" smtClean="0"/>
              <a:t>}</a:t>
            </a:r>
            <a:endParaRPr lang="en-US" altLang="zh-CN" sz="2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a:xfrm>
            <a:off x="685800" y="76200"/>
            <a:ext cx="7772400" cy="1143000"/>
          </a:xfrm>
        </p:spPr>
        <p:txBody>
          <a:bodyPr/>
          <a:lstStyle/>
          <a:p>
            <a:pPr eaLnBrk="1" hangingPunct="1">
              <a:defRPr/>
            </a:pPr>
            <a:r>
              <a:rPr lang="zh-CN" altLang="en-GB" smtClean="0"/>
              <a:t>程序设计风格</a:t>
            </a:r>
            <a:r>
              <a:rPr lang="zh-CN" altLang="en-US" smtClean="0"/>
              <a:t> </a:t>
            </a:r>
            <a:endParaRPr lang="zh-CN" altLang="en-US" smtClean="0"/>
          </a:p>
        </p:txBody>
      </p:sp>
      <p:sp>
        <p:nvSpPr>
          <p:cNvPr id="29699" name="Rectangle 3"/>
          <p:cNvSpPr>
            <a:spLocks noGrp="1" noChangeArrowheads="1"/>
          </p:cNvSpPr>
          <p:nvPr>
            <p:ph type="body" idx="1"/>
          </p:nvPr>
        </p:nvSpPr>
        <p:spPr>
          <a:xfrm>
            <a:off x="179388" y="1219200"/>
            <a:ext cx="8713787" cy="5378152"/>
          </a:xfrm>
        </p:spPr>
        <p:txBody>
          <a:bodyPr>
            <a:normAutofit fontScale="92500" lnSpcReduction="20000"/>
          </a:bodyPr>
          <a:lstStyle/>
          <a:p>
            <a:pPr eaLnBrk="1" hangingPunct="1">
              <a:lnSpc>
                <a:spcPct val="120000"/>
              </a:lnSpc>
              <a:defRPr/>
            </a:pPr>
            <a:r>
              <a:rPr lang="zh-CN" altLang="en-GB" dirty="0" smtClean="0">
                <a:solidFill>
                  <a:schemeClr val="folHlink"/>
                </a:solidFill>
              </a:rPr>
              <a:t>程序设计风格</a:t>
            </a:r>
            <a:r>
              <a:rPr lang="zh-CN" altLang="en-GB" dirty="0" smtClean="0"/>
              <a:t>通常是指对程序进行</a:t>
            </a:r>
            <a:r>
              <a:rPr lang="zh-CN" altLang="en-GB" dirty="0" smtClean="0">
                <a:solidFill>
                  <a:srgbClr val="FFC000"/>
                </a:solidFill>
              </a:rPr>
              <a:t>静态分析</a:t>
            </a:r>
            <a:r>
              <a:rPr lang="zh-CN" altLang="en-US" dirty="0" smtClean="0"/>
              <a:t>（不运行程序）</a:t>
            </a:r>
            <a:r>
              <a:rPr lang="zh-CN" altLang="en-GB" dirty="0" smtClean="0"/>
              <a:t>所</a:t>
            </a:r>
            <a:r>
              <a:rPr lang="zh-CN" altLang="en-GB" dirty="0" smtClean="0"/>
              <a:t>能确认的程序特性，它涉及程序的易读性</a:t>
            </a:r>
            <a:r>
              <a:rPr lang="zh-CN" altLang="en-US" dirty="0" smtClean="0"/>
              <a:t>和可维护性</a:t>
            </a:r>
            <a:r>
              <a:rPr lang="zh-CN" altLang="en-GB" dirty="0" smtClean="0"/>
              <a:t>。</a:t>
            </a:r>
            <a:r>
              <a:rPr lang="zh-CN" altLang="en-US" dirty="0" smtClean="0"/>
              <a:t>下面是一些良好的风格： </a:t>
            </a:r>
            <a:endParaRPr lang="zh-CN" altLang="en-US" dirty="0" smtClean="0"/>
          </a:p>
          <a:p>
            <a:pPr lvl="1" eaLnBrk="1" hangingPunct="1">
              <a:lnSpc>
                <a:spcPct val="120000"/>
              </a:lnSpc>
              <a:defRPr/>
            </a:pPr>
            <a:r>
              <a:rPr lang="zh-CN" altLang="en-GB" dirty="0" smtClean="0"/>
              <a:t>采用一致</a:t>
            </a:r>
            <a:r>
              <a:rPr lang="zh-CN" altLang="en-GB" dirty="0" smtClean="0">
                <a:latin typeface="宋体" panose="02010600030101010101" pitchFamily="2" charset="-122"/>
                <a:cs typeface="Times New Roman" panose="02020603050405020304" pitchFamily="18" charset="0"/>
              </a:rPr>
              <a:t>/</a:t>
            </a:r>
            <a:r>
              <a:rPr lang="zh-CN" altLang="en-GB" dirty="0" smtClean="0"/>
              <a:t>有意义的标识符为程序实体（如：变量、函数等）命名</a:t>
            </a:r>
            <a:endParaRPr lang="zh-CN" altLang="en-GB" dirty="0" smtClean="0"/>
          </a:p>
          <a:p>
            <a:pPr lvl="1" eaLnBrk="1" hangingPunct="1">
              <a:lnSpc>
                <a:spcPct val="120000"/>
              </a:lnSpc>
              <a:defRPr/>
            </a:pPr>
            <a:r>
              <a:rPr lang="zh-CN" altLang="en-GB" dirty="0" smtClean="0"/>
              <a:t>使用符号常量</a:t>
            </a:r>
            <a:endParaRPr lang="zh-CN" altLang="en-GB" dirty="0" smtClean="0"/>
          </a:p>
          <a:p>
            <a:pPr lvl="1" eaLnBrk="1" hangingPunct="1">
              <a:lnSpc>
                <a:spcPct val="120000"/>
              </a:lnSpc>
              <a:defRPr/>
            </a:pPr>
            <a:r>
              <a:rPr lang="zh-CN" altLang="en-GB" dirty="0" smtClean="0"/>
              <a:t>为程序书写注释</a:t>
            </a:r>
            <a:endParaRPr lang="zh-CN" altLang="en-GB" dirty="0" smtClean="0"/>
          </a:p>
          <a:p>
            <a:pPr lvl="1" eaLnBrk="1" hangingPunct="1">
              <a:lnSpc>
                <a:spcPct val="120000"/>
              </a:lnSpc>
              <a:defRPr/>
            </a:pPr>
            <a:r>
              <a:rPr lang="zh-CN" altLang="en-GB" dirty="0" smtClean="0"/>
              <a:t>采用代码的缩进</a:t>
            </a:r>
            <a:r>
              <a:rPr lang="zh-CN" altLang="en-GB" dirty="0" smtClean="0"/>
              <a:t>格式</a:t>
            </a:r>
            <a:endParaRPr lang="en-US" altLang="zh-CN" dirty="0" smtClean="0"/>
          </a:p>
          <a:p>
            <a:pPr lvl="1" eaLnBrk="1" hangingPunct="1">
              <a:lnSpc>
                <a:spcPct val="120000"/>
              </a:lnSpc>
              <a:defRPr/>
            </a:pPr>
            <a:r>
              <a:rPr lang="en-US" altLang="zh-CN" dirty="0" smtClean="0"/>
              <a:t>......</a:t>
            </a:r>
            <a:endParaRPr lang="zh-CN" altLang="en-GB" dirty="0" smtClean="0"/>
          </a:p>
          <a:p>
            <a:pPr eaLnBrk="1" hangingPunct="1">
              <a:lnSpc>
                <a:spcPct val="120000"/>
              </a:lnSpc>
              <a:defRPr/>
            </a:pPr>
            <a:r>
              <a:rPr lang="zh-CN" altLang="en-GB" dirty="0" smtClean="0"/>
              <a:t>除此之外，</a:t>
            </a:r>
            <a:r>
              <a:rPr lang="zh-CN" altLang="en-GB" dirty="0" smtClean="0">
                <a:solidFill>
                  <a:schemeClr val="folHlink"/>
                </a:solidFill>
              </a:rPr>
              <a:t>结构化程序设计</a:t>
            </a:r>
            <a:r>
              <a:rPr lang="zh-CN" altLang="en-US" dirty="0" smtClean="0"/>
              <a:t>也</a:t>
            </a:r>
            <a:r>
              <a:rPr lang="zh-CN" altLang="en-GB" dirty="0" smtClean="0"/>
              <a:t>是一种</a:t>
            </a:r>
            <a:r>
              <a:rPr lang="zh-CN" altLang="en-GB" dirty="0" smtClean="0">
                <a:solidFill>
                  <a:srgbClr val="FFC000"/>
                </a:solidFill>
              </a:rPr>
              <a:t>良好</a:t>
            </a:r>
            <a:r>
              <a:rPr lang="zh-CN" altLang="en-GB" dirty="0" smtClean="0"/>
              <a:t>程序设计风格的典范。</a:t>
            </a:r>
            <a:endParaRPr lang="zh-CN" altLang="en-US" dirty="0" smtClean="0"/>
          </a:p>
        </p:txBody>
      </p:sp>
    </p:spTree>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a:xfrm>
            <a:off x="684213" y="68486"/>
            <a:ext cx="7772400" cy="984250"/>
          </a:xfrm>
        </p:spPr>
        <p:txBody>
          <a:bodyPr/>
          <a:lstStyle/>
          <a:p>
            <a:pPr eaLnBrk="1" hangingPunct="1">
              <a:defRPr/>
            </a:pPr>
            <a:r>
              <a:rPr lang="zh-CN" altLang="en-US" dirty="0" smtClean="0"/>
              <a:t>结构化程序设计 </a:t>
            </a:r>
            <a:endParaRPr lang="zh-CN" altLang="en-US" dirty="0" smtClean="0"/>
          </a:p>
        </p:txBody>
      </p:sp>
      <p:sp>
        <p:nvSpPr>
          <p:cNvPr id="34819" name="Rectangle 3"/>
          <p:cNvSpPr>
            <a:spLocks noGrp="1" noChangeArrowheads="1"/>
          </p:cNvSpPr>
          <p:nvPr>
            <p:ph type="body" idx="1"/>
          </p:nvPr>
        </p:nvSpPr>
        <p:spPr>
          <a:xfrm>
            <a:off x="228600" y="1412776"/>
            <a:ext cx="8686800" cy="5157192"/>
          </a:xfrm>
        </p:spPr>
        <p:txBody>
          <a:bodyPr/>
          <a:lstStyle/>
          <a:p>
            <a:pPr eaLnBrk="1" hangingPunct="1">
              <a:spcBef>
                <a:spcPct val="40000"/>
              </a:spcBef>
              <a:defRPr/>
            </a:pPr>
            <a:r>
              <a:rPr lang="zh-CN" altLang="en-GB" sz="2800" dirty="0" smtClean="0"/>
              <a:t>结构化程序设计</a:t>
            </a:r>
            <a:r>
              <a:rPr lang="zh-CN" altLang="en-US" sz="2800" dirty="0" smtClean="0"/>
              <a:t>（</a:t>
            </a:r>
            <a:r>
              <a:rPr lang="en-GB" altLang="zh-CN" sz="2800" dirty="0" smtClean="0">
                <a:cs typeface="Times New Roman" panose="02020603050405020304" pitchFamily="18" charset="0"/>
              </a:rPr>
              <a:t>Structured Programming</a:t>
            </a:r>
            <a:r>
              <a:rPr lang="en-GB" altLang="zh-CN" sz="2800" dirty="0" smtClean="0"/>
              <a:t>，</a:t>
            </a:r>
            <a:r>
              <a:rPr lang="zh-CN" altLang="en-GB" sz="2800" dirty="0" smtClean="0"/>
              <a:t>简称</a:t>
            </a:r>
            <a:r>
              <a:rPr lang="en-GB" altLang="zh-CN" sz="2800" dirty="0" smtClean="0">
                <a:cs typeface="Times New Roman" panose="02020603050405020304" pitchFamily="18" charset="0"/>
              </a:rPr>
              <a:t>SP</a:t>
            </a:r>
            <a:r>
              <a:rPr lang="zh-CN" altLang="en-US" sz="2800" dirty="0" smtClean="0"/>
              <a:t>）是指</a:t>
            </a:r>
            <a:r>
              <a:rPr lang="zh-CN" altLang="en-US" sz="2800" dirty="0" smtClean="0">
                <a:latin typeface="Arial" panose="020B0604020202020204"/>
              </a:rPr>
              <a:t>“</a:t>
            </a:r>
            <a:r>
              <a:rPr lang="zh-CN" altLang="en-GB" sz="2800" dirty="0" smtClean="0">
                <a:solidFill>
                  <a:schemeClr val="folHlink"/>
                </a:solidFill>
              </a:rPr>
              <a:t>按照一组能够提高程序易读性与易维护性的规则进行程序设计的方法</a:t>
            </a:r>
            <a:r>
              <a:rPr lang="zh-CN" altLang="en-US" sz="2800" dirty="0" smtClean="0">
                <a:latin typeface="Arial" panose="020B0604020202020204"/>
              </a:rPr>
              <a:t>”</a:t>
            </a:r>
            <a:r>
              <a:rPr lang="zh-CN" altLang="en-US" sz="2800" dirty="0" smtClean="0">
                <a:latin typeface="Arial" panose="020B0604020202020204"/>
              </a:rPr>
              <a:t>：</a:t>
            </a:r>
            <a:endParaRPr lang="en-GB" altLang="zh-CN" sz="2800" dirty="0" smtClean="0"/>
          </a:p>
          <a:p>
            <a:pPr lvl="1" eaLnBrk="1" hangingPunct="1">
              <a:spcBef>
                <a:spcPct val="40000"/>
              </a:spcBef>
              <a:defRPr/>
            </a:pPr>
            <a:r>
              <a:rPr lang="zh-CN" altLang="en-GB" sz="2400" dirty="0" smtClean="0"/>
              <a:t>不仅</a:t>
            </a:r>
            <a:r>
              <a:rPr lang="zh-CN" altLang="en-GB" sz="2400" dirty="0" smtClean="0"/>
              <a:t>要求所编出的</a:t>
            </a:r>
            <a:r>
              <a:rPr lang="zh-CN" altLang="en-GB" sz="2400" dirty="0" smtClean="0">
                <a:solidFill>
                  <a:schemeClr val="folHlink"/>
                </a:solidFill>
              </a:rPr>
              <a:t>程序</a:t>
            </a:r>
            <a:r>
              <a:rPr lang="zh-CN" altLang="en-US" sz="2400" dirty="0" smtClean="0">
                <a:solidFill>
                  <a:schemeClr val="folHlink"/>
                </a:solidFill>
              </a:rPr>
              <a:t>本身</a:t>
            </a:r>
            <a:r>
              <a:rPr lang="zh-CN" altLang="en-US" sz="2400" dirty="0" smtClean="0"/>
              <a:t>是</a:t>
            </a:r>
            <a:r>
              <a:rPr lang="zh-CN" altLang="en-GB" sz="2400" dirty="0" smtClean="0"/>
              <a:t>结构良好</a:t>
            </a:r>
            <a:r>
              <a:rPr lang="zh-CN" altLang="en-US" sz="2400" dirty="0" smtClean="0"/>
              <a:t>的</a:t>
            </a:r>
            <a:endParaRPr lang="en-US" altLang="zh-CN" sz="2400" dirty="0" smtClean="0"/>
          </a:p>
          <a:p>
            <a:pPr lvl="1" eaLnBrk="1" hangingPunct="1">
              <a:spcBef>
                <a:spcPct val="40000"/>
              </a:spcBef>
              <a:defRPr/>
            </a:pPr>
            <a:r>
              <a:rPr lang="zh-CN" altLang="en-GB" sz="2400" dirty="0" smtClean="0"/>
              <a:t>而且</a:t>
            </a:r>
            <a:r>
              <a:rPr lang="zh-CN" altLang="en-GB" sz="2400" dirty="0" smtClean="0"/>
              <a:t>还要求</a:t>
            </a:r>
            <a:r>
              <a:rPr lang="zh-CN" altLang="en-GB" sz="2400" dirty="0" smtClean="0">
                <a:solidFill>
                  <a:schemeClr val="folHlink"/>
                </a:solidFill>
              </a:rPr>
              <a:t>程序设计过程</a:t>
            </a:r>
            <a:r>
              <a:rPr lang="zh-CN" altLang="en-GB" sz="2400" dirty="0" smtClean="0"/>
              <a:t>也是结构良好</a:t>
            </a:r>
            <a:r>
              <a:rPr lang="zh-CN" altLang="en-GB" sz="2400" dirty="0" smtClean="0"/>
              <a:t>的</a:t>
            </a:r>
            <a:endParaRPr lang="en-US" altLang="zh-CN" sz="2400" dirty="0" smtClean="0"/>
          </a:p>
          <a:p>
            <a:pPr lvl="1" eaLnBrk="1" hangingPunct="1">
              <a:spcBef>
                <a:spcPct val="40000"/>
              </a:spcBef>
              <a:defRPr/>
            </a:pPr>
            <a:r>
              <a:rPr lang="zh-CN" altLang="en-GB" sz="2400" dirty="0" smtClean="0"/>
              <a:t>后者</a:t>
            </a:r>
            <a:r>
              <a:rPr lang="zh-CN" altLang="en-GB" sz="2400" dirty="0" smtClean="0"/>
              <a:t>是前者的基础</a:t>
            </a:r>
            <a:r>
              <a:rPr lang="zh-CN" altLang="en-GB" sz="2400" dirty="0" smtClean="0"/>
              <a:t>。</a:t>
            </a:r>
            <a:endParaRPr lang="zh-CN" altLang="en-GB" sz="2400" dirty="0" smtClean="0"/>
          </a:p>
        </p:txBody>
      </p:sp>
    </p:spTree>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a:xfrm>
            <a:off x="457200" y="1600200"/>
            <a:ext cx="8229600" cy="4925144"/>
          </a:xfrm>
        </p:spPr>
        <p:txBody>
          <a:bodyPr/>
          <a:lstStyle/>
          <a:p>
            <a:pPr eaLnBrk="1" hangingPunct="1">
              <a:spcBef>
                <a:spcPct val="40000"/>
              </a:spcBef>
              <a:defRPr/>
            </a:pPr>
            <a:r>
              <a:rPr lang="zh-CN" altLang="en-GB" sz="2800" dirty="0"/>
              <a:t>对程序而言，“结构良好”是指：</a:t>
            </a:r>
            <a:endParaRPr lang="zh-CN" altLang="en-GB" sz="2800" dirty="0"/>
          </a:p>
          <a:p>
            <a:pPr lvl="1" eaLnBrk="1" hangingPunct="1">
              <a:defRPr/>
            </a:pPr>
            <a:r>
              <a:rPr lang="zh-CN" altLang="en-GB" sz="2400" dirty="0"/>
              <a:t>每个程序单位应具有</a:t>
            </a:r>
            <a:r>
              <a:rPr lang="zh-CN" altLang="en-GB" sz="2400" dirty="0">
                <a:solidFill>
                  <a:schemeClr val="folHlink"/>
                </a:solidFill>
              </a:rPr>
              <a:t>单入口、单出口</a:t>
            </a:r>
            <a:r>
              <a:rPr lang="zh-CN" altLang="en-GB" sz="2400" dirty="0"/>
              <a:t>的性质</a:t>
            </a:r>
            <a:r>
              <a:rPr lang="zh-CN" altLang="en-US" sz="2400" dirty="0"/>
              <a:t>（降低</a:t>
            </a:r>
            <a:r>
              <a:rPr lang="zh-CN" altLang="en-US" sz="2400" dirty="0" smtClean="0">
                <a:solidFill>
                  <a:srgbClr val="FFC000"/>
                </a:solidFill>
              </a:rPr>
              <a:t>耦合，</a:t>
            </a:r>
            <a:r>
              <a:rPr lang="zh-CN" altLang="en-US" sz="2400" dirty="0" smtClean="0"/>
              <a:t>避免各部分之间纠缠不清）</a:t>
            </a:r>
            <a:r>
              <a:rPr lang="zh-CN" altLang="en-GB" sz="2400" dirty="0"/>
              <a:t>。</a:t>
            </a:r>
            <a:endParaRPr lang="zh-CN" altLang="en-GB" sz="2400" dirty="0"/>
          </a:p>
          <a:p>
            <a:pPr lvl="1" eaLnBrk="1" hangingPunct="1">
              <a:spcBef>
                <a:spcPct val="40000"/>
              </a:spcBef>
              <a:defRPr/>
            </a:pPr>
            <a:r>
              <a:rPr lang="zh-CN" altLang="en-GB" sz="2400" dirty="0"/>
              <a:t>不包含不会停止执行的语句，程序在有限时间内结束。</a:t>
            </a:r>
            <a:endParaRPr lang="zh-CN" altLang="en-GB" sz="2400" dirty="0"/>
          </a:p>
          <a:p>
            <a:pPr lvl="1" eaLnBrk="1" hangingPunct="1">
              <a:spcBef>
                <a:spcPct val="40000"/>
              </a:spcBef>
              <a:defRPr/>
            </a:pPr>
            <a:r>
              <a:rPr lang="zh-CN" altLang="en-GB" sz="2400" dirty="0"/>
              <a:t>程序中没有无用语句，程序中所有语句都有被执行的机会。</a:t>
            </a:r>
            <a:endParaRPr lang="zh-CN" altLang="en-US" sz="2400" dirty="0"/>
          </a:p>
          <a:p>
            <a:pPr eaLnBrk="1" hangingPunct="1">
              <a:spcBef>
                <a:spcPct val="40000"/>
              </a:spcBef>
              <a:defRPr/>
            </a:pPr>
            <a:r>
              <a:rPr lang="zh-CN" altLang="en-GB" sz="2800" dirty="0"/>
              <a:t>对程序设计过程而言，“结构良好”是指</a:t>
            </a:r>
            <a:endParaRPr lang="zh-CN" altLang="en-GB" sz="2800" dirty="0"/>
          </a:p>
          <a:p>
            <a:pPr lvl="1" eaLnBrk="1" hangingPunct="1">
              <a:spcBef>
                <a:spcPct val="30000"/>
              </a:spcBef>
              <a:defRPr/>
            </a:pPr>
            <a:r>
              <a:rPr lang="zh-CN" altLang="en-GB" sz="2400" dirty="0"/>
              <a:t>采用分解和抽象的方法来完成程序设计</a:t>
            </a:r>
            <a:r>
              <a:rPr lang="zh-CN" altLang="en-GB" sz="2400" dirty="0" smtClean="0"/>
              <a:t>任务</a:t>
            </a:r>
            <a:r>
              <a:rPr lang="zh-CN" altLang="en-US" sz="2400" dirty="0" smtClean="0"/>
              <a:t>。</a:t>
            </a:r>
            <a:endParaRPr lang="zh-CN" altLang="en-GB" sz="2400" dirty="0"/>
          </a:p>
          <a:p>
            <a:pPr lvl="1" eaLnBrk="1" hangingPunct="1">
              <a:spcBef>
                <a:spcPct val="40000"/>
              </a:spcBef>
              <a:defRPr/>
            </a:pPr>
            <a:r>
              <a:rPr lang="zh-CN" altLang="en-GB" sz="2400" dirty="0"/>
              <a:t>具体体现为：“自顶向下、逐步精化”的程序设计过程。</a:t>
            </a:r>
            <a:r>
              <a:rPr lang="zh-CN" altLang="en-US" sz="2400" dirty="0"/>
              <a:t> </a:t>
            </a:r>
            <a:endParaRPr lang="zh-CN" altLang="en-US" sz="2400"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5" name="Rectangle 3"/>
          <p:cNvSpPr>
            <a:spLocks noGrp="1" noChangeArrowheads="1"/>
          </p:cNvSpPr>
          <p:nvPr>
            <p:ph type="body" idx="1"/>
          </p:nvPr>
        </p:nvSpPr>
        <p:spPr>
          <a:xfrm>
            <a:off x="228600" y="1277938"/>
            <a:ext cx="8664575" cy="638175"/>
          </a:xfrm>
        </p:spPr>
        <p:txBody>
          <a:bodyPr/>
          <a:lstStyle/>
          <a:p>
            <a:pPr eaLnBrk="1" hangingPunct="1">
              <a:lnSpc>
                <a:spcPct val="90000"/>
              </a:lnSpc>
              <a:defRPr/>
            </a:pPr>
            <a:r>
              <a:rPr lang="zh-CN" altLang="en-GB" sz="2800" dirty="0" smtClean="0"/>
              <a:t>结构化程序设计通常可用三种基本结构</a:t>
            </a:r>
            <a:r>
              <a:rPr lang="zh-CN" altLang="en-GB" sz="2800" dirty="0" smtClean="0"/>
              <a:t>来</a:t>
            </a:r>
            <a:r>
              <a:rPr lang="zh-CN" altLang="en-US" sz="2800" dirty="0" smtClean="0"/>
              <a:t>表示程序：</a:t>
            </a:r>
            <a:endParaRPr lang="zh-CN" altLang="en-GB" sz="2800" dirty="0" smtClean="0"/>
          </a:p>
        </p:txBody>
      </p:sp>
      <p:sp>
        <p:nvSpPr>
          <p:cNvPr id="141315" name="Line 1027"/>
          <p:cNvSpPr>
            <a:spLocks noChangeShapeType="1"/>
          </p:cNvSpPr>
          <p:nvPr/>
        </p:nvSpPr>
        <p:spPr bwMode="auto">
          <a:xfrm>
            <a:off x="1547813" y="2195513"/>
            <a:ext cx="0" cy="360362"/>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a:p>
        </p:txBody>
      </p:sp>
      <p:sp>
        <p:nvSpPr>
          <p:cNvPr id="141316" name="Rectangle 1028"/>
          <p:cNvSpPr>
            <a:spLocks noChangeArrowheads="1"/>
          </p:cNvSpPr>
          <p:nvPr/>
        </p:nvSpPr>
        <p:spPr bwMode="auto">
          <a:xfrm>
            <a:off x="1187450" y="2555875"/>
            <a:ext cx="720725" cy="358775"/>
          </a:xfrm>
          <a:prstGeom prst="rect">
            <a:avLst/>
          </a:prstGeom>
          <a:noFill/>
          <a:ln w="9525" algn="ctr">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p>
        </p:txBody>
      </p:sp>
      <p:sp>
        <p:nvSpPr>
          <p:cNvPr id="141318" name="Rectangle 1030"/>
          <p:cNvSpPr>
            <a:spLocks noChangeArrowheads="1"/>
          </p:cNvSpPr>
          <p:nvPr/>
        </p:nvSpPr>
        <p:spPr bwMode="auto">
          <a:xfrm>
            <a:off x="1187450" y="3278188"/>
            <a:ext cx="720725" cy="358775"/>
          </a:xfrm>
          <a:prstGeom prst="rect">
            <a:avLst/>
          </a:prstGeom>
          <a:noFill/>
          <a:ln w="9525" algn="ctr">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p>
        </p:txBody>
      </p:sp>
      <p:sp>
        <p:nvSpPr>
          <p:cNvPr id="141319" name="Line 1031"/>
          <p:cNvSpPr>
            <a:spLocks noChangeShapeType="1"/>
          </p:cNvSpPr>
          <p:nvPr/>
        </p:nvSpPr>
        <p:spPr bwMode="auto">
          <a:xfrm>
            <a:off x="1547813" y="3635375"/>
            <a:ext cx="0" cy="360363"/>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a:p>
        </p:txBody>
      </p:sp>
      <p:sp>
        <p:nvSpPr>
          <p:cNvPr id="141320" name="Line 1032"/>
          <p:cNvSpPr>
            <a:spLocks noChangeShapeType="1"/>
          </p:cNvSpPr>
          <p:nvPr/>
        </p:nvSpPr>
        <p:spPr bwMode="auto">
          <a:xfrm>
            <a:off x="1547813" y="2916238"/>
            <a:ext cx="0" cy="360362"/>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a:p>
        </p:txBody>
      </p:sp>
      <p:sp>
        <p:nvSpPr>
          <p:cNvPr id="141321" name="Line 1033"/>
          <p:cNvSpPr>
            <a:spLocks noChangeShapeType="1"/>
          </p:cNvSpPr>
          <p:nvPr/>
        </p:nvSpPr>
        <p:spPr bwMode="auto">
          <a:xfrm>
            <a:off x="3563938" y="2195513"/>
            <a:ext cx="0" cy="360362"/>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a:p>
        </p:txBody>
      </p:sp>
      <p:sp>
        <p:nvSpPr>
          <p:cNvPr id="141322" name="AutoShape 1034"/>
          <p:cNvSpPr>
            <a:spLocks noChangeArrowheads="1"/>
          </p:cNvSpPr>
          <p:nvPr/>
        </p:nvSpPr>
        <p:spPr bwMode="auto">
          <a:xfrm>
            <a:off x="3203575" y="2555875"/>
            <a:ext cx="792163" cy="358775"/>
          </a:xfrm>
          <a:prstGeom prst="flowChartDecision">
            <a:avLst/>
          </a:prstGeom>
          <a:noFill/>
          <a:ln w="9525" algn="ctr">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p>
        </p:txBody>
      </p:sp>
      <p:sp>
        <p:nvSpPr>
          <p:cNvPr id="141323" name="Rectangle 1035"/>
          <p:cNvSpPr>
            <a:spLocks noChangeArrowheads="1"/>
          </p:cNvSpPr>
          <p:nvPr/>
        </p:nvSpPr>
        <p:spPr bwMode="auto">
          <a:xfrm>
            <a:off x="2698750" y="3059113"/>
            <a:ext cx="720725" cy="358775"/>
          </a:xfrm>
          <a:prstGeom prst="rect">
            <a:avLst/>
          </a:prstGeom>
          <a:noFill/>
          <a:ln w="9525" algn="ctr">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p>
        </p:txBody>
      </p:sp>
      <p:sp>
        <p:nvSpPr>
          <p:cNvPr id="141324" name="Rectangle 1036"/>
          <p:cNvSpPr>
            <a:spLocks noChangeArrowheads="1"/>
          </p:cNvSpPr>
          <p:nvPr/>
        </p:nvSpPr>
        <p:spPr bwMode="auto">
          <a:xfrm>
            <a:off x="3851275" y="3060700"/>
            <a:ext cx="720725" cy="358775"/>
          </a:xfrm>
          <a:prstGeom prst="rect">
            <a:avLst/>
          </a:prstGeom>
          <a:noFill/>
          <a:ln w="9525" algn="ctr">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p>
        </p:txBody>
      </p:sp>
      <p:sp>
        <p:nvSpPr>
          <p:cNvPr id="141325" name="Line 1037"/>
          <p:cNvSpPr>
            <a:spLocks noChangeShapeType="1"/>
          </p:cNvSpPr>
          <p:nvPr/>
        </p:nvSpPr>
        <p:spPr bwMode="auto">
          <a:xfrm flipH="1">
            <a:off x="2979738" y="2746375"/>
            <a:ext cx="21590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a:p>
        </p:txBody>
      </p:sp>
      <p:sp>
        <p:nvSpPr>
          <p:cNvPr id="141326" name="Line 1038"/>
          <p:cNvSpPr>
            <a:spLocks noChangeShapeType="1"/>
          </p:cNvSpPr>
          <p:nvPr/>
        </p:nvSpPr>
        <p:spPr bwMode="auto">
          <a:xfrm>
            <a:off x="2987675" y="2771775"/>
            <a:ext cx="0" cy="287338"/>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a:p>
        </p:txBody>
      </p:sp>
      <p:sp>
        <p:nvSpPr>
          <p:cNvPr id="141327" name="Line 1039"/>
          <p:cNvSpPr>
            <a:spLocks noChangeShapeType="1"/>
          </p:cNvSpPr>
          <p:nvPr/>
        </p:nvSpPr>
        <p:spPr bwMode="auto">
          <a:xfrm>
            <a:off x="4211638" y="2771775"/>
            <a:ext cx="0" cy="287338"/>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a:p>
        </p:txBody>
      </p:sp>
      <p:sp>
        <p:nvSpPr>
          <p:cNvPr id="141328" name="Line 1040"/>
          <p:cNvSpPr>
            <a:spLocks noChangeShapeType="1"/>
          </p:cNvSpPr>
          <p:nvPr/>
        </p:nvSpPr>
        <p:spPr bwMode="auto">
          <a:xfrm flipH="1">
            <a:off x="3995738" y="2746375"/>
            <a:ext cx="21590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a:p>
        </p:txBody>
      </p:sp>
      <p:sp>
        <p:nvSpPr>
          <p:cNvPr id="141329" name="Line 1041"/>
          <p:cNvSpPr>
            <a:spLocks noChangeShapeType="1"/>
          </p:cNvSpPr>
          <p:nvPr/>
        </p:nvSpPr>
        <p:spPr bwMode="auto">
          <a:xfrm>
            <a:off x="2987675" y="3419475"/>
            <a:ext cx="0" cy="21748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a:p>
        </p:txBody>
      </p:sp>
      <p:sp>
        <p:nvSpPr>
          <p:cNvPr id="141330" name="Line 1042"/>
          <p:cNvSpPr>
            <a:spLocks noChangeShapeType="1"/>
          </p:cNvSpPr>
          <p:nvPr/>
        </p:nvSpPr>
        <p:spPr bwMode="auto">
          <a:xfrm>
            <a:off x="4211638" y="3419475"/>
            <a:ext cx="0" cy="21748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a:p>
        </p:txBody>
      </p:sp>
      <p:sp>
        <p:nvSpPr>
          <p:cNvPr id="141331" name="Line 1043"/>
          <p:cNvSpPr>
            <a:spLocks noChangeShapeType="1"/>
          </p:cNvSpPr>
          <p:nvPr/>
        </p:nvSpPr>
        <p:spPr bwMode="auto">
          <a:xfrm flipH="1">
            <a:off x="2987675" y="3636963"/>
            <a:ext cx="1223963"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a:p>
        </p:txBody>
      </p:sp>
      <p:sp>
        <p:nvSpPr>
          <p:cNvPr id="141332" name="Line 1044"/>
          <p:cNvSpPr>
            <a:spLocks noChangeShapeType="1"/>
          </p:cNvSpPr>
          <p:nvPr/>
        </p:nvSpPr>
        <p:spPr bwMode="auto">
          <a:xfrm>
            <a:off x="3563938" y="3635375"/>
            <a:ext cx="0" cy="360363"/>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a:p>
        </p:txBody>
      </p:sp>
      <p:sp>
        <p:nvSpPr>
          <p:cNvPr id="141333" name="Line 1045"/>
          <p:cNvSpPr>
            <a:spLocks noChangeShapeType="1"/>
          </p:cNvSpPr>
          <p:nvPr/>
        </p:nvSpPr>
        <p:spPr bwMode="auto">
          <a:xfrm>
            <a:off x="6084888" y="2195513"/>
            <a:ext cx="0" cy="360362"/>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a:p>
        </p:txBody>
      </p:sp>
      <p:sp>
        <p:nvSpPr>
          <p:cNvPr id="141334" name="AutoShape 1046"/>
          <p:cNvSpPr>
            <a:spLocks noChangeArrowheads="1"/>
          </p:cNvSpPr>
          <p:nvPr/>
        </p:nvSpPr>
        <p:spPr bwMode="auto">
          <a:xfrm>
            <a:off x="5667375" y="2555875"/>
            <a:ext cx="792163" cy="358775"/>
          </a:xfrm>
          <a:prstGeom prst="flowChartDecision">
            <a:avLst/>
          </a:prstGeom>
          <a:noFill/>
          <a:ln w="9525" algn="ctr">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p>
        </p:txBody>
      </p:sp>
      <p:sp>
        <p:nvSpPr>
          <p:cNvPr id="141336" name="Rectangle 1048"/>
          <p:cNvSpPr>
            <a:spLocks noChangeArrowheads="1"/>
          </p:cNvSpPr>
          <p:nvPr/>
        </p:nvSpPr>
        <p:spPr bwMode="auto">
          <a:xfrm>
            <a:off x="5724525" y="3205163"/>
            <a:ext cx="720725" cy="358775"/>
          </a:xfrm>
          <a:prstGeom prst="rect">
            <a:avLst/>
          </a:prstGeom>
          <a:noFill/>
          <a:ln w="9525" algn="ctr">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p>
        </p:txBody>
      </p:sp>
      <p:sp>
        <p:nvSpPr>
          <p:cNvPr id="141339" name="Line 1051"/>
          <p:cNvSpPr>
            <a:spLocks noChangeShapeType="1"/>
          </p:cNvSpPr>
          <p:nvPr/>
        </p:nvSpPr>
        <p:spPr bwMode="auto">
          <a:xfrm>
            <a:off x="6084888" y="2916238"/>
            <a:ext cx="0" cy="287337"/>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a:p>
        </p:txBody>
      </p:sp>
      <p:sp>
        <p:nvSpPr>
          <p:cNvPr id="141340" name="Line 1052"/>
          <p:cNvSpPr>
            <a:spLocks noChangeShapeType="1"/>
          </p:cNvSpPr>
          <p:nvPr/>
        </p:nvSpPr>
        <p:spPr bwMode="auto">
          <a:xfrm flipH="1">
            <a:off x="5364163" y="3924300"/>
            <a:ext cx="720725"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a:p>
        </p:txBody>
      </p:sp>
      <p:sp>
        <p:nvSpPr>
          <p:cNvPr id="141342" name="Line 1054"/>
          <p:cNvSpPr>
            <a:spLocks noChangeShapeType="1"/>
          </p:cNvSpPr>
          <p:nvPr/>
        </p:nvSpPr>
        <p:spPr bwMode="auto">
          <a:xfrm>
            <a:off x="5364163" y="2778125"/>
            <a:ext cx="0" cy="1146175"/>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a:p>
        </p:txBody>
      </p:sp>
      <p:sp>
        <p:nvSpPr>
          <p:cNvPr id="141344" name="Line 1056"/>
          <p:cNvSpPr>
            <a:spLocks noChangeShapeType="1"/>
          </p:cNvSpPr>
          <p:nvPr/>
        </p:nvSpPr>
        <p:spPr bwMode="auto">
          <a:xfrm>
            <a:off x="5364163" y="2740025"/>
            <a:ext cx="287337" cy="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a:p>
        </p:txBody>
      </p:sp>
      <p:sp>
        <p:nvSpPr>
          <p:cNvPr id="141345" name="Line 1057"/>
          <p:cNvSpPr>
            <a:spLocks noChangeShapeType="1"/>
          </p:cNvSpPr>
          <p:nvPr/>
        </p:nvSpPr>
        <p:spPr bwMode="auto">
          <a:xfrm flipV="1">
            <a:off x="6084888" y="3563938"/>
            <a:ext cx="0" cy="360362"/>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a:p>
        </p:txBody>
      </p:sp>
      <p:sp>
        <p:nvSpPr>
          <p:cNvPr id="141346" name="Line 1058"/>
          <p:cNvSpPr>
            <a:spLocks noChangeShapeType="1"/>
          </p:cNvSpPr>
          <p:nvPr/>
        </p:nvSpPr>
        <p:spPr bwMode="auto">
          <a:xfrm>
            <a:off x="6459538" y="2740025"/>
            <a:ext cx="504825" cy="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a:p>
        </p:txBody>
      </p:sp>
      <p:sp>
        <p:nvSpPr>
          <p:cNvPr id="141347" name="Text Box 1059"/>
          <p:cNvSpPr txBox="1">
            <a:spLocks noChangeArrowheads="1"/>
          </p:cNvSpPr>
          <p:nvPr/>
        </p:nvSpPr>
        <p:spPr bwMode="auto">
          <a:xfrm>
            <a:off x="971550" y="4313238"/>
            <a:ext cx="1098550"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buFontTx/>
              <a:buNone/>
              <a:defRPr/>
            </a:pPr>
            <a:r>
              <a:rPr lang="zh-CN" altLang="en-US">
                <a:effectLst>
                  <a:outerShdw blurRad="38100" dist="38100" dir="2700000" algn="tl">
                    <a:srgbClr val="000000"/>
                  </a:outerShdw>
                </a:effectLst>
              </a:rPr>
              <a:t>（顺序）</a:t>
            </a:r>
            <a:endParaRPr lang="zh-CN" altLang="en-US">
              <a:effectLst>
                <a:outerShdw blurRad="38100" dist="38100" dir="2700000" algn="tl">
                  <a:srgbClr val="000000"/>
                </a:outerShdw>
              </a:effectLst>
            </a:endParaRPr>
          </a:p>
        </p:txBody>
      </p:sp>
      <p:sp>
        <p:nvSpPr>
          <p:cNvPr id="141348" name="Text Box 1060"/>
          <p:cNvSpPr txBox="1">
            <a:spLocks noChangeArrowheads="1"/>
          </p:cNvSpPr>
          <p:nvPr/>
        </p:nvSpPr>
        <p:spPr bwMode="auto">
          <a:xfrm>
            <a:off x="3059113" y="4284663"/>
            <a:ext cx="1098550"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buFontTx/>
              <a:buNone/>
              <a:defRPr/>
            </a:pPr>
            <a:r>
              <a:rPr lang="zh-CN" altLang="en-US">
                <a:effectLst>
                  <a:outerShdw blurRad="38100" dist="38100" dir="2700000" algn="tl">
                    <a:srgbClr val="000000"/>
                  </a:outerShdw>
                </a:effectLst>
              </a:rPr>
              <a:t>（选择）</a:t>
            </a:r>
            <a:endParaRPr lang="zh-CN" altLang="en-US">
              <a:effectLst>
                <a:outerShdw blurRad="38100" dist="38100" dir="2700000" algn="tl">
                  <a:srgbClr val="000000"/>
                </a:outerShdw>
              </a:effectLst>
            </a:endParaRPr>
          </a:p>
        </p:txBody>
      </p:sp>
      <p:sp>
        <p:nvSpPr>
          <p:cNvPr id="141349" name="Text Box 1061"/>
          <p:cNvSpPr txBox="1">
            <a:spLocks noChangeArrowheads="1"/>
          </p:cNvSpPr>
          <p:nvPr/>
        </p:nvSpPr>
        <p:spPr bwMode="auto">
          <a:xfrm>
            <a:off x="5508625" y="4284663"/>
            <a:ext cx="1098550"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buFontTx/>
              <a:buNone/>
              <a:defRPr/>
            </a:pPr>
            <a:r>
              <a:rPr lang="zh-CN" altLang="en-US">
                <a:effectLst>
                  <a:outerShdw blurRad="38100" dist="38100" dir="2700000" algn="tl">
                    <a:srgbClr val="000000"/>
                  </a:outerShdw>
                </a:effectLst>
              </a:rPr>
              <a:t>（循环）</a:t>
            </a:r>
            <a:endParaRPr lang="zh-CN" altLang="en-US">
              <a:effectLst>
                <a:outerShdw blurRad="38100" dist="38100" dir="2700000" algn="tl">
                  <a:srgbClr val="000000"/>
                </a:outerShdw>
              </a:effectLst>
            </a:endParaRPr>
          </a:p>
        </p:txBody>
      </p:sp>
      <p:sp>
        <p:nvSpPr>
          <p:cNvPr id="141350" name="Rectangle 1062"/>
          <p:cNvSpPr>
            <a:spLocks noChangeArrowheads="1"/>
          </p:cNvSpPr>
          <p:nvPr/>
        </p:nvSpPr>
        <p:spPr bwMode="auto">
          <a:xfrm>
            <a:off x="179388" y="5094288"/>
            <a:ext cx="8686800" cy="15030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buClr>
                <a:schemeClr val="hlink"/>
              </a:buClr>
              <a:buSzPct val="60000"/>
              <a:buFont typeface="Wingdings" panose="05000000000000000000" pitchFamily="2" charset="2"/>
              <a:buChar char="n"/>
              <a:defRPr sz="3200">
                <a:solidFill>
                  <a:schemeClr val="tx1"/>
                </a:solidFill>
                <a:effectLst>
                  <a:outerShdw blurRad="38100" dist="38100" dir="2700000" algn="tl">
                    <a:srgbClr val="000000"/>
                  </a:outerShdw>
                </a:effectLst>
                <a:latin typeface="Verdana" panose="020B0604030504040204" pitchFamily="34" charset="0"/>
                <a:ea typeface="宋体" panose="02010600030101010101" pitchFamily="2" charset="-122"/>
              </a:defRPr>
            </a:lvl1pPr>
            <a:lvl2pPr marL="742950" indent="-285750">
              <a:buClr>
                <a:schemeClr val="tx1"/>
              </a:buClr>
              <a:defRPr sz="2800">
                <a:solidFill>
                  <a:schemeClr val="tx1"/>
                </a:solidFill>
                <a:effectLst>
                  <a:outerShdw blurRad="38100" dist="38100" dir="2700000" algn="tl">
                    <a:srgbClr val="000000"/>
                  </a:outerShdw>
                </a:effectLst>
                <a:latin typeface="Verdana" panose="020B0604030504040204" pitchFamily="34" charset="0"/>
                <a:ea typeface="宋体" panose="02010600030101010101" pitchFamily="2" charset="-122"/>
              </a:defRPr>
            </a:lvl2pPr>
            <a:lvl3pPr marL="1143000" indent="-228600">
              <a:buClr>
                <a:schemeClr val="accent2"/>
              </a:buClr>
              <a:buSzPct val="60000"/>
              <a:buFont typeface="Wingdings" panose="05000000000000000000" pitchFamily="2" charset="2"/>
              <a:buChar char="n"/>
              <a:defRPr sz="2400">
                <a:solidFill>
                  <a:schemeClr val="tx1"/>
                </a:solidFill>
                <a:effectLst>
                  <a:outerShdw blurRad="38100" dist="38100" dir="2700000" algn="tl">
                    <a:srgbClr val="000000"/>
                  </a:outerShdw>
                </a:effectLst>
                <a:latin typeface="Verdana" panose="020B0604030504040204" pitchFamily="34" charset="0"/>
                <a:ea typeface="宋体" panose="02010600030101010101" pitchFamily="2" charset="-122"/>
              </a:defRPr>
            </a:lvl3pPr>
            <a:lvl4pPr marL="1600200" indent="-228600">
              <a:buClr>
                <a:schemeClr val="tx2"/>
              </a:buClr>
              <a:defRPr sz="2000">
                <a:solidFill>
                  <a:schemeClr val="tx1"/>
                </a:solidFill>
                <a:effectLst>
                  <a:outerShdw blurRad="38100" dist="38100" dir="2700000" algn="tl">
                    <a:srgbClr val="000000"/>
                  </a:outerShdw>
                </a:effectLst>
                <a:latin typeface="Verdana" panose="020B0604030504040204" pitchFamily="34" charset="0"/>
                <a:ea typeface="宋体" panose="02010600030101010101" pitchFamily="2" charset="-122"/>
              </a:defRPr>
            </a:lvl4pPr>
            <a:lvl5pPr marL="2057400" indent="-228600">
              <a:buClr>
                <a:schemeClr val="folHlink"/>
              </a:buClr>
              <a:buSzPct val="60000"/>
              <a:buFont typeface="Wingdings" panose="05000000000000000000" pitchFamily="2" charset="2"/>
              <a:buChar char="n"/>
              <a:defRPr sz="2000">
                <a:solidFill>
                  <a:schemeClr val="tx1"/>
                </a:solidFill>
                <a:effectLst>
                  <a:outerShdw blurRad="38100" dist="38100" dir="2700000" algn="tl">
                    <a:srgbClr val="000000"/>
                  </a:outerShdw>
                </a:effectLst>
                <a:latin typeface="Verdana" panose="020B0604030504040204" pitchFamily="34" charset="0"/>
                <a:ea typeface="宋体" panose="02010600030101010101" pitchFamily="2" charset="-122"/>
              </a:defRPr>
            </a:lvl5pPr>
            <a:lvl6pPr marL="2514600" indent="-228600" fontAlgn="base">
              <a:spcBef>
                <a:spcPct val="20000"/>
              </a:spcBef>
              <a:spcAft>
                <a:spcPct val="0"/>
              </a:spcAft>
              <a:buClr>
                <a:schemeClr val="folHlink"/>
              </a:buClr>
              <a:buSzPct val="60000"/>
              <a:buFont typeface="Wingdings" panose="05000000000000000000" pitchFamily="2" charset="2"/>
              <a:buChar char="n"/>
              <a:defRPr sz="2000">
                <a:solidFill>
                  <a:schemeClr val="tx1"/>
                </a:solidFill>
                <a:effectLst>
                  <a:outerShdw blurRad="38100" dist="38100" dir="2700000" algn="tl">
                    <a:srgbClr val="000000"/>
                  </a:outerShdw>
                </a:effectLst>
                <a:latin typeface="Verdana" panose="020B0604030504040204" pitchFamily="34" charset="0"/>
                <a:ea typeface="宋体" panose="02010600030101010101" pitchFamily="2" charset="-122"/>
              </a:defRPr>
            </a:lvl6pPr>
            <a:lvl7pPr marL="2971800" indent="-228600" fontAlgn="base">
              <a:spcBef>
                <a:spcPct val="20000"/>
              </a:spcBef>
              <a:spcAft>
                <a:spcPct val="0"/>
              </a:spcAft>
              <a:buClr>
                <a:schemeClr val="folHlink"/>
              </a:buClr>
              <a:buSzPct val="60000"/>
              <a:buFont typeface="Wingdings" panose="05000000000000000000" pitchFamily="2" charset="2"/>
              <a:buChar char="n"/>
              <a:defRPr sz="2000">
                <a:solidFill>
                  <a:schemeClr val="tx1"/>
                </a:solidFill>
                <a:effectLst>
                  <a:outerShdw blurRad="38100" dist="38100" dir="2700000" algn="tl">
                    <a:srgbClr val="000000"/>
                  </a:outerShdw>
                </a:effectLst>
                <a:latin typeface="Verdana" panose="020B0604030504040204" pitchFamily="34" charset="0"/>
                <a:ea typeface="宋体" panose="02010600030101010101" pitchFamily="2" charset="-122"/>
              </a:defRPr>
            </a:lvl7pPr>
            <a:lvl8pPr marL="3429000" indent="-228600" fontAlgn="base">
              <a:spcBef>
                <a:spcPct val="20000"/>
              </a:spcBef>
              <a:spcAft>
                <a:spcPct val="0"/>
              </a:spcAft>
              <a:buClr>
                <a:schemeClr val="folHlink"/>
              </a:buClr>
              <a:buSzPct val="60000"/>
              <a:buFont typeface="Wingdings" panose="05000000000000000000" pitchFamily="2" charset="2"/>
              <a:buChar char="n"/>
              <a:defRPr sz="2000">
                <a:solidFill>
                  <a:schemeClr val="tx1"/>
                </a:solidFill>
                <a:effectLst>
                  <a:outerShdw blurRad="38100" dist="38100" dir="2700000" algn="tl">
                    <a:srgbClr val="000000"/>
                  </a:outerShdw>
                </a:effectLst>
                <a:latin typeface="Verdana" panose="020B0604030504040204" pitchFamily="34" charset="0"/>
                <a:ea typeface="宋体" panose="02010600030101010101" pitchFamily="2" charset="-122"/>
              </a:defRPr>
            </a:lvl8pPr>
            <a:lvl9pPr marL="3886200" indent="-228600" fontAlgn="base">
              <a:spcBef>
                <a:spcPct val="20000"/>
              </a:spcBef>
              <a:spcAft>
                <a:spcPct val="0"/>
              </a:spcAft>
              <a:buClr>
                <a:schemeClr val="folHlink"/>
              </a:buClr>
              <a:buSzPct val="60000"/>
              <a:buFont typeface="Wingdings" panose="05000000000000000000" pitchFamily="2" charset="2"/>
              <a:buChar char="n"/>
              <a:defRPr sz="2000">
                <a:solidFill>
                  <a:schemeClr val="tx1"/>
                </a:solidFill>
                <a:effectLst>
                  <a:outerShdw blurRad="38100" dist="38100" dir="2700000" algn="tl">
                    <a:srgbClr val="000000"/>
                  </a:outerShdw>
                </a:effectLst>
                <a:latin typeface="Verdana" panose="020B0604030504040204" pitchFamily="34" charset="0"/>
                <a:ea typeface="宋体" panose="02010600030101010101" pitchFamily="2" charset="-122"/>
              </a:defRPr>
            </a:lvl9pPr>
          </a:lstStyle>
          <a:p>
            <a:pPr>
              <a:defRPr/>
            </a:pPr>
            <a:r>
              <a:rPr lang="zh-CN" altLang="en-GB" sz="2800" dirty="0" smtClean="0"/>
              <a:t>上面三种结构都具有</a:t>
            </a:r>
            <a:r>
              <a:rPr lang="zh-CN" altLang="en-GB" sz="2800" dirty="0" smtClean="0">
                <a:solidFill>
                  <a:srgbClr val="FFC000"/>
                </a:solidFill>
              </a:rPr>
              <a:t>单入口</a:t>
            </a:r>
            <a:r>
              <a:rPr lang="zh-CN" altLang="en-GB" sz="2800" dirty="0" smtClean="0"/>
              <a:t>、</a:t>
            </a:r>
            <a:r>
              <a:rPr lang="zh-CN" altLang="en-GB" sz="2800" dirty="0" smtClean="0">
                <a:solidFill>
                  <a:srgbClr val="FFC000"/>
                </a:solidFill>
              </a:rPr>
              <a:t>单出口</a:t>
            </a:r>
            <a:r>
              <a:rPr lang="zh-CN" altLang="en-GB" sz="2800" dirty="0" smtClean="0"/>
              <a:t>的性质</a:t>
            </a:r>
            <a:r>
              <a:rPr lang="zh-CN" altLang="en-US" sz="2800" dirty="0" smtClean="0"/>
              <a:t>，从而减少程序各部分之间的</a:t>
            </a:r>
            <a:r>
              <a:rPr lang="zh-CN" altLang="en-US" sz="2800" dirty="0" smtClean="0">
                <a:solidFill>
                  <a:srgbClr val="FFC000"/>
                </a:solidFill>
              </a:rPr>
              <a:t>耦合度</a:t>
            </a:r>
            <a:r>
              <a:rPr lang="zh-CN" altLang="en-US" sz="2800" dirty="0" smtClean="0"/>
              <a:t>（纠缠度），便于程序的设计、理解与维护，保证程序的正确性</a:t>
            </a:r>
            <a:r>
              <a:rPr lang="zh-CN" altLang="en-GB" sz="2800" dirty="0" smtClean="0"/>
              <a:t>。</a:t>
            </a:r>
            <a:r>
              <a:rPr lang="zh-CN" altLang="en-GB" dirty="0" smtClean="0"/>
              <a:t> </a:t>
            </a:r>
            <a:endParaRPr lang="zh-CN" altLang="en-GB" sz="2400" dirty="0" smtClean="0"/>
          </a:p>
        </p:txBody>
      </p:sp>
    </p:spTree>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Rectangle 2"/>
          <p:cNvSpPr>
            <a:spLocks noGrp="1" noChangeArrowheads="1"/>
          </p:cNvSpPr>
          <p:nvPr>
            <p:ph type="title"/>
          </p:nvPr>
        </p:nvSpPr>
        <p:spPr>
          <a:xfrm>
            <a:off x="457200" y="116632"/>
            <a:ext cx="8229600" cy="1139825"/>
          </a:xfrm>
        </p:spPr>
        <p:txBody>
          <a:bodyPr/>
          <a:lstStyle/>
          <a:p>
            <a:pPr eaLnBrk="1" hangingPunct="1">
              <a:defRPr/>
            </a:pPr>
            <a:r>
              <a:rPr lang="zh-CN" altLang="en-US" dirty="0" smtClean="0"/>
              <a:t>关于</a:t>
            </a:r>
            <a:r>
              <a:rPr lang="en-US" altLang="zh-CN" dirty="0" err="1" smtClean="0"/>
              <a:t>goto</a:t>
            </a:r>
            <a:r>
              <a:rPr lang="zh-CN" altLang="en-US" dirty="0" smtClean="0"/>
              <a:t>语句 </a:t>
            </a:r>
            <a:endParaRPr lang="zh-CN" altLang="en-US" dirty="0" smtClean="0"/>
          </a:p>
        </p:txBody>
      </p:sp>
      <p:sp>
        <p:nvSpPr>
          <p:cNvPr id="143363" name="Rectangle 3"/>
          <p:cNvSpPr>
            <a:spLocks noGrp="1" noChangeArrowheads="1"/>
          </p:cNvSpPr>
          <p:nvPr>
            <p:ph type="body" idx="1"/>
          </p:nvPr>
        </p:nvSpPr>
        <p:spPr>
          <a:xfrm>
            <a:off x="457200" y="1484784"/>
            <a:ext cx="8229600" cy="5069160"/>
          </a:xfrm>
        </p:spPr>
        <p:txBody>
          <a:bodyPr>
            <a:normAutofit/>
          </a:bodyPr>
          <a:lstStyle/>
          <a:p>
            <a:pPr eaLnBrk="1" hangingPunct="1">
              <a:defRPr/>
            </a:pPr>
            <a:r>
              <a:rPr lang="en-US" altLang="zh-CN" sz="2800" dirty="0" err="1" smtClean="0"/>
              <a:t>goto</a:t>
            </a:r>
            <a:r>
              <a:rPr lang="zh-CN" altLang="en-US" sz="2800" dirty="0" smtClean="0"/>
              <a:t>语句</a:t>
            </a:r>
            <a:endParaRPr lang="en-US" altLang="zh-CN" sz="2800" dirty="0" smtClean="0"/>
          </a:p>
          <a:p>
            <a:pPr lvl="1" eaLnBrk="1" hangingPunct="1">
              <a:defRPr/>
            </a:pPr>
            <a:r>
              <a:rPr lang="zh-CN" altLang="en-US" sz="2400" dirty="0" smtClean="0"/>
              <a:t>会</a:t>
            </a:r>
            <a:r>
              <a:rPr lang="zh-CN" altLang="en-US" sz="2400" dirty="0" smtClean="0"/>
              <a:t>使得程序的静态结构和动态结构不一致，导致程序难以理解、可靠性下降和不容易维护</a:t>
            </a:r>
            <a:r>
              <a:rPr lang="zh-CN" altLang="en-US" sz="2400" dirty="0" smtClean="0"/>
              <a:t>。</a:t>
            </a:r>
            <a:endParaRPr lang="en-US" altLang="zh-CN" sz="2400" dirty="0" smtClean="0"/>
          </a:p>
          <a:p>
            <a:pPr lvl="1" eaLnBrk="1" hangingPunct="1">
              <a:defRPr/>
            </a:pPr>
            <a:r>
              <a:rPr lang="zh-CN" altLang="en-US" sz="2400" dirty="0" smtClean="0"/>
              <a:t>有时</a:t>
            </a:r>
            <a:r>
              <a:rPr lang="zh-CN" altLang="en-US" sz="2400" dirty="0" smtClean="0"/>
              <a:t>会导致程序效率的下降。 </a:t>
            </a:r>
            <a:endParaRPr lang="zh-CN" altLang="en-US" sz="2400" dirty="0" smtClean="0"/>
          </a:p>
          <a:p>
            <a:pPr eaLnBrk="1" hangingPunct="1">
              <a:defRPr/>
            </a:pPr>
            <a:r>
              <a:rPr lang="zh-CN" altLang="en-US" sz="2800" dirty="0" smtClean="0"/>
              <a:t>从结构化程序设计的角度讲， </a:t>
            </a:r>
            <a:endParaRPr lang="en-US" altLang="zh-CN" sz="2800" dirty="0" smtClean="0"/>
          </a:p>
          <a:p>
            <a:pPr lvl="1" eaLnBrk="1" hangingPunct="1">
              <a:defRPr/>
            </a:pPr>
            <a:r>
              <a:rPr lang="en-US" altLang="zh-CN" sz="2400" dirty="0" err="1" smtClean="0"/>
              <a:t>goto</a:t>
            </a:r>
            <a:r>
              <a:rPr lang="zh-CN" altLang="en-US" sz="2400" dirty="0" smtClean="0"/>
              <a:t>语句会破坏程序</a:t>
            </a:r>
            <a:r>
              <a:rPr lang="zh-CN" altLang="en-US" sz="2400" dirty="0" smtClean="0"/>
              <a:t>中每个部分所</a:t>
            </a:r>
            <a:r>
              <a:rPr lang="zh-CN" altLang="en-US" sz="2400" dirty="0" smtClean="0"/>
              <a:t>具有的单入口</a:t>
            </a:r>
            <a:r>
              <a:rPr lang="en-US" altLang="zh-CN" sz="2400" dirty="0" smtClean="0"/>
              <a:t>/</a:t>
            </a:r>
            <a:r>
              <a:rPr lang="zh-CN" altLang="en-US" sz="2400" dirty="0" smtClean="0"/>
              <a:t>单出口的</a:t>
            </a:r>
            <a:r>
              <a:rPr lang="zh-CN" altLang="en-US" sz="2400" dirty="0" smtClean="0"/>
              <a:t>性质</a:t>
            </a:r>
            <a:r>
              <a:rPr lang="zh-CN" altLang="en-US" sz="2400" dirty="0"/>
              <a:t>，使得各部分之间纠缠不清。</a:t>
            </a:r>
            <a:endParaRPr lang="zh-CN" altLang="en-US" sz="2400" dirty="0" smtClean="0"/>
          </a:p>
          <a:p>
            <a:pPr eaLnBrk="1" hangingPunct="1">
              <a:defRPr/>
            </a:pPr>
            <a:r>
              <a:rPr lang="zh-CN" altLang="en-US" sz="2800" dirty="0" smtClean="0"/>
              <a:t>实际上，</a:t>
            </a:r>
            <a:r>
              <a:rPr lang="en-US" altLang="zh-CN" sz="2800" dirty="0" err="1" smtClean="0"/>
              <a:t>goto</a:t>
            </a:r>
            <a:r>
              <a:rPr lang="zh-CN" altLang="en-US" sz="2800" dirty="0" smtClean="0"/>
              <a:t>语句的使用可以分成两类：</a:t>
            </a:r>
            <a:endParaRPr lang="zh-CN" altLang="en-US" sz="2800" dirty="0" smtClean="0"/>
          </a:p>
          <a:p>
            <a:pPr lvl="1" eaLnBrk="1" hangingPunct="1">
              <a:defRPr/>
            </a:pPr>
            <a:r>
              <a:rPr lang="zh-CN" altLang="en-US" sz="2400" dirty="0" smtClean="0"/>
              <a:t>向前的转移（</a:t>
            </a:r>
            <a:r>
              <a:rPr lang="en-US" altLang="zh-CN" sz="2400" dirty="0" smtClean="0"/>
              <a:t>forward</a:t>
            </a:r>
            <a:r>
              <a:rPr lang="zh-CN" altLang="en-US" sz="2400" dirty="0" smtClean="0"/>
              <a:t>）：可用分支结构实现</a:t>
            </a:r>
            <a:endParaRPr lang="zh-CN" altLang="en-US" sz="2400" dirty="0" smtClean="0"/>
          </a:p>
          <a:p>
            <a:pPr lvl="1" eaLnBrk="1" hangingPunct="1">
              <a:defRPr/>
            </a:pPr>
            <a:r>
              <a:rPr lang="zh-CN" altLang="en-US" sz="2400" dirty="0" smtClean="0"/>
              <a:t>往回的转移（</a:t>
            </a:r>
            <a:r>
              <a:rPr lang="en-US" altLang="zh-CN" sz="2400" dirty="0" smtClean="0"/>
              <a:t>backward</a:t>
            </a:r>
            <a:r>
              <a:rPr lang="zh-CN" altLang="en-US" sz="2400" dirty="0" smtClean="0"/>
              <a:t>）：可用循环结构实现</a:t>
            </a:r>
            <a:endParaRPr lang="zh-CN" altLang="en-US" sz="2400" dirty="0" smtClean="0"/>
          </a:p>
          <a:p>
            <a:pPr eaLnBrk="1" hangingPunct="1">
              <a:defRPr/>
            </a:pPr>
            <a:r>
              <a:rPr lang="zh-CN" altLang="en-US" sz="2800" dirty="0" smtClean="0">
                <a:solidFill>
                  <a:srgbClr val="FFC000"/>
                </a:solidFill>
              </a:rPr>
              <a:t>尽量不要使用</a:t>
            </a:r>
            <a:r>
              <a:rPr lang="en-US" altLang="zh-CN" sz="2800" dirty="0" err="1" smtClean="0">
                <a:solidFill>
                  <a:srgbClr val="FFC000"/>
                </a:solidFill>
              </a:rPr>
              <a:t>goto</a:t>
            </a:r>
            <a:r>
              <a:rPr lang="zh-CN" altLang="en-US" sz="2800" dirty="0" smtClean="0">
                <a:solidFill>
                  <a:srgbClr val="FFC000"/>
                </a:solidFill>
              </a:rPr>
              <a:t>语句！</a:t>
            </a:r>
            <a:endParaRPr lang="zh-CN" altLang="en-US" sz="2800" dirty="0" smtClean="0">
              <a:solidFill>
                <a:srgbClr val="FFC000"/>
              </a:solidFill>
            </a:endParaRPr>
          </a:p>
        </p:txBody>
      </p:sp>
    </p:spTree>
  </p:cSld>
  <p:clrMapOvr>
    <a:masterClrMapping/>
  </p:clrMapOvr>
  <p:timing>
    <p:tnLst>
      <p:par>
        <p:cTn id="1" dur="indefinite" restart="never" nodeType="tmRoot"/>
      </p:par>
    </p:tnLst>
  </p:timing>
</p:sld>
</file>

<file path=ppt/tags/tag1.xml><?xml version="1.0" encoding="utf-8"?>
<p:tagLst xmlns:p="http://schemas.openxmlformats.org/presentationml/2006/main">
  <p:tag name="commondata" val="eyJoZGlkIjoiMGMwOGI0MDFlOGUxOGFhOGQ1Y2FmODNlN2E0MWRhYjIifQ=="/>
</p:tagLst>
</file>

<file path=ppt/theme/theme1.xml><?xml version="1.0" encoding="utf-8"?>
<a:theme xmlns:a="http://schemas.openxmlformats.org/drawingml/2006/main" name="Globe">
  <a:themeElements>
    <a:clrScheme name="Globe 12">
      <a:dk1>
        <a:srgbClr val="003B76"/>
      </a:dk1>
      <a:lt1>
        <a:srgbClr val="FFFFFF"/>
      </a:lt1>
      <a:dk2>
        <a:srgbClr val="0066CC"/>
      </a:dk2>
      <a:lt2>
        <a:srgbClr val="FFFF66"/>
      </a:lt2>
      <a:accent1>
        <a:srgbClr val="33CCCC"/>
      </a:accent1>
      <a:accent2>
        <a:srgbClr val="66CCFF"/>
      </a:accent2>
      <a:accent3>
        <a:srgbClr val="AAB8E2"/>
      </a:accent3>
      <a:accent4>
        <a:srgbClr val="DADADA"/>
      </a:accent4>
      <a:accent5>
        <a:srgbClr val="ADE2E2"/>
      </a:accent5>
      <a:accent6>
        <a:srgbClr val="5CB9E7"/>
      </a:accent6>
      <a:hlink>
        <a:srgbClr val="FFFFCC"/>
      </a:hlink>
      <a:folHlink>
        <a:srgbClr val="FFCC66"/>
      </a:folHlink>
    </a:clrScheme>
    <a:fontScheme name="Globe">
      <a:majorFont>
        <a:latin typeface="Arial"/>
        <a:ea typeface="宋体"/>
        <a:cs typeface=""/>
      </a:majorFont>
      <a:minorFont>
        <a:latin typeface="Verdan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a:noFill/>
        </a:ln>
      </a:spPr>
      <a:bodyPr vert="horz" wrap="square" lIns="91440" tIns="45720" rIns="91440" bIns="45720" numCol="1" anchor="t" anchorCtr="0" compatLnSpc="1"/>
      <a:lstStyle>
        <a:defPPr marL="0" marR="0" indent="0" algn="l" defTabSz="914400" rtl="0" eaLnBrk="1" fontAlgn="base" latinLnBrk="0" hangingPunct="1">
          <a:lnSpc>
            <a:spcPct val="90000"/>
          </a:lnSpc>
          <a:spcBef>
            <a:spcPct val="20000"/>
          </a:spcBef>
          <a:spcAft>
            <a:spcPct val="0"/>
          </a:spcAft>
          <a:buClrTx/>
          <a:buSzTx/>
          <a:buFontTx/>
          <a:buChar char="•"/>
          <a:defRPr kumimoji="0" lang="zh-CN" altLang="en-US" sz="1800" b="0" i="0" u="none" strike="noStrike" cap="none" normalizeH="0" baseline="0" smtClean="0">
            <a:ln>
              <a:noFill/>
            </a:ln>
            <a:solidFill>
              <a:schemeClr val="tx1"/>
            </a:solidFill>
            <a:effectLst>
              <a:outerShdw blurRad="38100" dist="38100" dir="2700000" algn="tl">
                <a:srgbClr val="000000">
                  <a:alpha val="43137"/>
                </a:srgbClr>
              </a:outerShdw>
            </a:effectLst>
            <a:latin typeface="Verdana" panose="020B0604030504040204" pitchFamily="34" charset="0"/>
            <a:ea typeface="宋体" panose="02010600030101010101" pitchFamily="2" charset="-122"/>
          </a:defRPr>
        </a:defPPr>
      </a:lstStyle>
    </a:spDef>
    <a:lnDef>
      <a:spPr bwMode="auto">
        <a:xfrm>
          <a:off x="0" y="0"/>
          <a:ext cx="1" cy="1"/>
        </a:xfrm>
        <a:custGeom>
          <a:avLst/>
          <a:gdLst/>
          <a:ahLst/>
          <a:cxnLst/>
          <a:rect l="0" t="0" r="0" b="0"/>
          <a:pathLst/>
        </a:custGeom>
        <a:noFill/>
        <a:ln>
          <a:noFill/>
        </a:ln>
      </a:spPr>
      <a:bodyPr vert="horz" wrap="square" lIns="91440" tIns="45720" rIns="91440" bIns="45720" numCol="1" anchor="t" anchorCtr="0" compatLnSpc="1"/>
      <a:lstStyle>
        <a:defPPr marL="0" marR="0" indent="0" algn="l" defTabSz="914400" rtl="0" eaLnBrk="1" fontAlgn="base" latinLnBrk="0" hangingPunct="1">
          <a:lnSpc>
            <a:spcPct val="90000"/>
          </a:lnSpc>
          <a:spcBef>
            <a:spcPct val="20000"/>
          </a:spcBef>
          <a:spcAft>
            <a:spcPct val="0"/>
          </a:spcAft>
          <a:buClrTx/>
          <a:buSzTx/>
          <a:buFontTx/>
          <a:buChar char="•"/>
          <a:defRPr kumimoji="0" lang="zh-CN" altLang="en-US" sz="1800" b="0" i="0" u="none" strike="noStrike" cap="none" normalizeH="0" baseline="0" smtClean="0">
            <a:ln>
              <a:noFill/>
            </a:ln>
            <a:solidFill>
              <a:schemeClr val="tx1"/>
            </a:solidFill>
            <a:effectLst>
              <a:outerShdw blurRad="38100" dist="38100" dir="2700000" algn="tl">
                <a:srgbClr val="000000">
                  <a:alpha val="43137"/>
                </a:srgbClr>
              </a:outerShdw>
            </a:effectLst>
            <a:latin typeface="Verdana" panose="020B0604030504040204" pitchFamily="34" charset="0"/>
            <a:ea typeface="宋体" panose="02010600030101010101" pitchFamily="2" charset="-122"/>
          </a:defRPr>
        </a:defPPr>
      </a:lstStyle>
    </a:lnDef>
  </a:objectDefaults>
  <a:extraClrSchemeLst>
    <a:extraClrScheme>
      <a:clrScheme name="Globe 1">
        <a:dk1>
          <a:srgbClr val="622100"/>
        </a:dk1>
        <a:lt1>
          <a:srgbClr val="FFFFFF"/>
        </a:lt1>
        <a:dk2>
          <a:srgbClr val="800000"/>
        </a:dk2>
        <a:lt2>
          <a:srgbClr val="FFFFCC"/>
        </a:lt2>
        <a:accent1>
          <a:srgbClr val="E42B00"/>
        </a:accent1>
        <a:accent2>
          <a:srgbClr val="996600"/>
        </a:accent2>
        <a:accent3>
          <a:srgbClr val="C0AAAA"/>
        </a:accent3>
        <a:accent4>
          <a:srgbClr val="DADADA"/>
        </a:accent4>
        <a:accent5>
          <a:srgbClr val="EFACAA"/>
        </a:accent5>
        <a:accent6>
          <a:srgbClr val="8A5C00"/>
        </a:accent6>
        <a:hlink>
          <a:srgbClr val="FADF6C"/>
        </a:hlink>
        <a:folHlink>
          <a:srgbClr val="FF9900"/>
        </a:folHlink>
      </a:clrScheme>
      <a:clrMap bg1="dk2" tx1="lt1" bg2="dk1" tx2="lt2" accent1="accent1" accent2="accent2" accent3="accent3" accent4="accent4" accent5="accent5" accent6="accent6" hlink="hlink" folHlink="folHlink"/>
    </a:extraClrScheme>
    <a:extraClrScheme>
      <a:clrScheme name="Globe 2">
        <a:dk1>
          <a:srgbClr val="5F4545"/>
        </a:dk1>
        <a:lt1>
          <a:srgbClr val="FFFFFF"/>
        </a:lt1>
        <a:dk2>
          <a:srgbClr val="8F6969"/>
        </a:dk2>
        <a:lt2>
          <a:srgbClr val="FFFFCC"/>
        </a:lt2>
        <a:accent1>
          <a:srgbClr val="CC6600"/>
        </a:accent1>
        <a:accent2>
          <a:srgbClr val="924C0C"/>
        </a:accent2>
        <a:accent3>
          <a:srgbClr val="C6B9B9"/>
        </a:accent3>
        <a:accent4>
          <a:srgbClr val="DADADA"/>
        </a:accent4>
        <a:accent5>
          <a:srgbClr val="E2B8AA"/>
        </a:accent5>
        <a:accent6>
          <a:srgbClr val="84440A"/>
        </a:accent6>
        <a:hlink>
          <a:srgbClr val="CFD375"/>
        </a:hlink>
        <a:folHlink>
          <a:srgbClr val="98BB91"/>
        </a:folHlink>
      </a:clrScheme>
      <a:clrMap bg1="dk2" tx1="lt1" bg2="dk1" tx2="lt2" accent1="accent1" accent2="accent2" accent3="accent3" accent4="accent4" accent5="accent5" accent6="accent6" hlink="hlink" folHlink="folHlink"/>
    </a:extraClrScheme>
    <a:extraClrScheme>
      <a:clrScheme name="Globe 3">
        <a:dk1>
          <a:srgbClr val="003B76"/>
        </a:dk1>
        <a:lt1>
          <a:srgbClr val="FFFFFF"/>
        </a:lt1>
        <a:dk2>
          <a:srgbClr val="0066CC"/>
        </a:dk2>
        <a:lt2>
          <a:srgbClr val="CCECFF"/>
        </a:lt2>
        <a:accent1>
          <a:srgbClr val="33CCCC"/>
        </a:accent1>
        <a:accent2>
          <a:srgbClr val="66CCFF"/>
        </a:accent2>
        <a:accent3>
          <a:srgbClr val="AAB8E2"/>
        </a:accent3>
        <a:accent4>
          <a:srgbClr val="DADADA"/>
        </a:accent4>
        <a:accent5>
          <a:srgbClr val="ADE2E2"/>
        </a:accent5>
        <a:accent6>
          <a:srgbClr val="5CB9E7"/>
        </a:accent6>
        <a:hlink>
          <a:srgbClr val="FFFFCC"/>
        </a:hlink>
        <a:folHlink>
          <a:srgbClr val="FFCC66"/>
        </a:folHlink>
      </a:clrScheme>
      <a:clrMap bg1="dk2" tx1="lt1" bg2="dk1" tx2="lt2" accent1="accent1" accent2="accent2" accent3="accent3" accent4="accent4" accent5="accent5" accent6="accent6" hlink="hlink" folHlink="folHlink"/>
    </a:extraClrScheme>
    <a:extraClrScheme>
      <a:clrScheme name="Globe 4">
        <a:dk1>
          <a:srgbClr val="005856"/>
        </a:dk1>
        <a:lt1>
          <a:srgbClr val="FFFFFF"/>
        </a:lt1>
        <a:dk2>
          <a:srgbClr val="008080"/>
        </a:dk2>
        <a:lt2>
          <a:srgbClr val="FFFFCC"/>
        </a:lt2>
        <a:accent1>
          <a:srgbClr val="0099CC"/>
        </a:accent1>
        <a:accent2>
          <a:srgbClr val="00CCFF"/>
        </a:accent2>
        <a:accent3>
          <a:srgbClr val="AAC0C0"/>
        </a:accent3>
        <a:accent4>
          <a:srgbClr val="DADADA"/>
        </a:accent4>
        <a:accent5>
          <a:srgbClr val="AACAE2"/>
        </a:accent5>
        <a:accent6>
          <a:srgbClr val="00B9E7"/>
        </a:accent6>
        <a:hlink>
          <a:srgbClr val="1ACE9F"/>
        </a:hlink>
        <a:folHlink>
          <a:srgbClr val="948CCE"/>
        </a:folHlink>
      </a:clrScheme>
      <a:clrMap bg1="dk2" tx1="lt1" bg2="dk1" tx2="lt2" accent1="accent1" accent2="accent2" accent3="accent3" accent4="accent4" accent5="accent5" accent6="accent6" hlink="hlink" folHlink="folHlink"/>
    </a:extraClrScheme>
    <a:extraClrScheme>
      <a:clrScheme name="Globe 5">
        <a:dk1>
          <a:srgbClr val="3C5436"/>
        </a:dk1>
        <a:lt1>
          <a:srgbClr val="FFFFFF"/>
        </a:lt1>
        <a:dk2>
          <a:srgbClr val="5F8656"/>
        </a:dk2>
        <a:lt2>
          <a:srgbClr val="D6D8C0"/>
        </a:lt2>
        <a:accent1>
          <a:srgbClr val="61733D"/>
        </a:accent1>
        <a:accent2>
          <a:srgbClr val="324A39"/>
        </a:accent2>
        <a:accent3>
          <a:srgbClr val="B6C3B4"/>
        </a:accent3>
        <a:accent4>
          <a:srgbClr val="DADADA"/>
        </a:accent4>
        <a:accent5>
          <a:srgbClr val="B7BCAF"/>
        </a:accent5>
        <a:accent6>
          <a:srgbClr val="2C4233"/>
        </a:accent6>
        <a:hlink>
          <a:srgbClr val="73D588"/>
        </a:hlink>
        <a:folHlink>
          <a:srgbClr val="6F99B9"/>
        </a:folHlink>
      </a:clrScheme>
      <a:clrMap bg1="dk2" tx1="lt1" bg2="dk1" tx2="lt2" accent1="accent1" accent2="accent2" accent3="accent3" accent4="accent4" accent5="accent5" accent6="accent6" hlink="hlink" folHlink="folHlink"/>
    </a:extraClrScheme>
    <a:extraClrScheme>
      <a:clrScheme name="Globe 6">
        <a:dk1>
          <a:srgbClr val="5B7B65"/>
        </a:dk1>
        <a:lt1>
          <a:srgbClr val="FFFFFF"/>
        </a:lt1>
        <a:dk2>
          <a:srgbClr val="9ABE9D"/>
        </a:dk2>
        <a:lt2>
          <a:srgbClr val="336600"/>
        </a:lt2>
        <a:accent1>
          <a:srgbClr val="00CC66"/>
        </a:accent1>
        <a:accent2>
          <a:srgbClr val="4E7050"/>
        </a:accent2>
        <a:accent3>
          <a:srgbClr val="CADBCC"/>
        </a:accent3>
        <a:accent4>
          <a:srgbClr val="DADADA"/>
        </a:accent4>
        <a:accent5>
          <a:srgbClr val="AAE2B8"/>
        </a:accent5>
        <a:accent6>
          <a:srgbClr val="466548"/>
        </a:accent6>
        <a:hlink>
          <a:srgbClr val="FFFFCC"/>
        </a:hlink>
        <a:folHlink>
          <a:srgbClr val="9CE8A3"/>
        </a:folHlink>
      </a:clrScheme>
      <a:clrMap bg1="dk2" tx1="lt1" bg2="dk1" tx2="lt2" accent1="accent1" accent2="accent2" accent3="accent3" accent4="accent4" accent5="accent5" accent6="accent6" hlink="hlink" folHlink="folHlink"/>
    </a:extraClrScheme>
    <a:extraClrScheme>
      <a:clrScheme name="Globe 7">
        <a:dk1>
          <a:srgbClr val="4C4E44"/>
        </a:dk1>
        <a:lt1>
          <a:srgbClr val="FFFFFF"/>
        </a:lt1>
        <a:dk2>
          <a:srgbClr val="686B5D"/>
        </a:dk2>
        <a:lt2>
          <a:srgbClr val="D6D5C6"/>
        </a:lt2>
        <a:accent1>
          <a:srgbClr val="898D79"/>
        </a:accent1>
        <a:accent2>
          <a:srgbClr val="4D4F45"/>
        </a:accent2>
        <a:accent3>
          <a:srgbClr val="B9BAB6"/>
        </a:accent3>
        <a:accent4>
          <a:srgbClr val="DADADA"/>
        </a:accent4>
        <a:accent5>
          <a:srgbClr val="C4C5BE"/>
        </a:accent5>
        <a:accent6>
          <a:srgbClr val="45473E"/>
        </a:accent6>
        <a:hlink>
          <a:srgbClr val="58BE67"/>
        </a:hlink>
        <a:folHlink>
          <a:srgbClr val="C0C640"/>
        </a:folHlink>
      </a:clrScheme>
      <a:clrMap bg1="dk2" tx1="lt1" bg2="dk1" tx2="lt2" accent1="accent1" accent2="accent2" accent3="accent3" accent4="accent4" accent5="accent5" accent6="accent6" hlink="hlink" folHlink="folHlink"/>
    </a:extraClrScheme>
    <a:extraClrScheme>
      <a:clrScheme name="Globe 8">
        <a:dk1>
          <a:srgbClr val="000000"/>
        </a:dk1>
        <a:lt1>
          <a:srgbClr val="FFFFDD"/>
        </a:lt1>
        <a:dk2>
          <a:srgbClr val="000000"/>
        </a:dk2>
        <a:lt2>
          <a:srgbClr val="98977A"/>
        </a:lt2>
        <a:accent1>
          <a:srgbClr val="BDCDA7"/>
        </a:accent1>
        <a:accent2>
          <a:srgbClr val="A0D060"/>
        </a:accent2>
        <a:accent3>
          <a:srgbClr val="FFFFEB"/>
        </a:accent3>
        <a:accent4>
          <a:srgbClr val="000000"/>
        </a:accent4>
        <a:accent5>
          <a:srgbClr val="DBE3D0"/>
        </a:accent5>
        <a:accent6>
          <a:srgbClr val="91BC56"/>
        </a:accent6>
        <a:hlink>
          <a:srgbClr val="FADD4E"/>
        </a:hlink>
        <a:folHlink>
          <a:srgbClr val="CC9900"/>
        </a:folHlink>
      </a:clrScheme>
      <a:clrMap bg1="lt1" tx1="dk1" bg2="lt2" tx2="dk2" accent1="accent1" accent2="accent2" accent3="accent3" accent4="accent4" accent5="accent5" accent6="accent6" hlink="hlink" folHlink="folHlink"/>
    </a:extraClrScheme>
    <a:extraClrScheme>
      <a:clrScheme name="Globe 9">
        <a:dk1>
          <a:srgbClr val="003B76"/>
        </a:dk1>
        <a:lt1>
          <a:srgbClr val="FFFFFF"/>
        </a:lt1>
        <a:dk2>
          <a:srgbClr val="0066CC"/>
        </a:dk2>
        <a:lt2>
          <a:srgbClr val="FF9900"/>
        </a:lt2>
        <a:accent1>
          <a:srgbClr val="33CCCC"/>
        </a:accent1>
        <a:accent2>
          <a:srgbClr val="66CCFF"/>
        </a:accent2>
        <a:accent3>
          <a:srgbClr val="AAB8E2"/>
        </a:accent3>
        <a:accent4>
          <a:srgbClr val="DADADA"/>
        </a:accent4>
        <a:accent5>
          <a:srgbClr val="ADE2E2"/>
        </a:accent5>
        <a:accent6>
          <a:srgbClr val="5CB9E7"/>
        </a:accent6>
        <a:hlink>
          <a:srgbClr val="FFFFCC"/>
        </a:hlink>
        <a:folHlink>
          <a:srgbClr val="FFCC66"/>
        </a:folHlink>
      </a:clrScheme>
      <a:clrMap bg1="dk2" tx1="lt1" bg2="dk1" tx2="lt2" accent1="accent1" accent2="accent2" accent3="accent3" accent4="accent4" accent5="accent5" accent6="accent6" hlink="hlink" folHlink="folHlink"/>
    </a:extraClrScheme>
    <a:extraClrScheme>
      <a:clrScheme name="Globe 10">
        <a:dk1>
          <a:srgbClr val="003B76"/>
        </a:dk1>
        <a:lt1>
          <a:srgbClr val="FFFFFF"/>
        </a:lt1>
        <a:dk2>
          <a:srgbClr val="0066CC"/>
        </a:dk2>
        <a:lt2>
          <a:srgbClr val="FFCC00"/>
        </a:lt2>
        <a:accent1>
          <a:srgbClr val="33CCCC"/>
        </a:accent1>
        <a:accent2>
          <a:srgbClr val="66CCFF"/>
        </a:accent2>
        <a:accent3>
          <a:srgbClr val="AAB8E2"/>
        </a:accent3>
        <a:accent4>
          <a:srgbClr val="DADADA"/>
        </a:accent4>
        <a:accent5>
          <a:srgbClr val="ADE2E2"/>
        </a:accent5>
        <a:accent6>
          <a:srgbClr val="5CB9E7"/>
        </a:accent6>
        <a:hlink>
          <a:srgbClr val="FFFFCC"/>
        </a:hlink>
        <a:folHlink>
          <a:srgbClr val="FFCC66"/>
        </a:folHlink>
      </a:clrScheme>
      <a:clrMap bg1="dk2" tx1="lt1" bg2="dk1" tx2="lt2" accent1="accent1" accent2="accent2" accent3="accent3" accent4="accent4" accent5="accent5" accent6="accent6" hlink="hlink" folHlink="folHlink"/>
    </a:extraClrScheme>
    <a:extraClrScheme>
      <a:clrScheme name="Globe 11">
        <a:dk1>
          <a:srgbClr val="003B76"/>
        </a:dk1>
        <a:lt1>
          <a:srgbClr val="FFFFFF"/>
        </a:lt1>
        <a:dk2>
          <a:srgbClr val="0066CC"/>
        </a:dk2>
        <a:lt2>
          <a:srgbClr val="FFCC66"/>
        </a:lt2>
        <a:accent1>
          <a:srgbClr val="33CCCC"/>
        </a:accent1>
        <a:accent2>
          <a:srgbClr val="66CCFF"/>
        </a:accent2>
        <a:accent3>
          <a:srgbClr val="AAB8E2"/>
        </a:accent3>
        <a:accent4>
          <a:srgbClr val="DADADA"/>
        </a:accent4>
        <a:accent5>
          <a:srgbClr val="ADE2E2"/>
        </a:accent5>
        <a:accent6>
          <a:srgbClr val="5CB9E7"/>
        </a:accent6>
        <a:hlink>
          <a:srgbClr val="FFFFCC"/>
        </a:hlink>
        <a:folHlink>
          <a:srgbClr val="FFCC66"/>
        </a:folHlink>
      </a:clrScheme>
      <a:clrMap bg1="dk2" tx1="lt1" bg2="dk1" tx2="lt2" accent1="accent1" accent2="accent2" accent3="accent3" accent4="accent4" accent5="accent5" accent6="accent6" hlink="hlink" folHlink="folHlink"/>
    </a:extraClrScheme>
    <a:extraClrScheme>
      <a:clrScheme name="Globe 12">
        <a:dk1>
          <a:srgbClr val="003B76"/>
        </a:dk1>
        <a:lt1>
          <a:srgbClr val="FFFFFF"/>
        </a:lt1>
        <a:dk2>
          <a:srgbClr val="0066CC"/>
        </a:dk2>
        <a:lt2>
          <a:srgbClr val="FFFF66"/>
        </a:lt2>
        <a:accent1>
          <a:srgbClr val="33CCCC"/>
        </a:accent1>
        <a:accent2>
          <a:srgbClr val="66CCFF"/>
        </a:accent2>
        <a:accent3>
          <a:srgbClr val="AAB8E2"/>
        </a:accent3>
        <a:accent4>
          <a:srgbClr val="DADADA"/>
        </a:accent4>
        <a:accent5>
          <a:srgbClr val="ADE2E2"/>
        </a:accent5>
        <a:accent6>
          <a:srgbClr val="5CB9E7"/>
        </a:accent6>
        <a:hlink>
          <a:srgbClr val="FFFFCC"/>
        </a:hlink>
        <a:folHlink>
          <a:srgbClr val="FFCC66"/>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Globe</Template>
  <TotalTime>0</TotalTime>
  <Words>17401</Words>
  <Application>WPS 演示</Application>
  <PresentationFormat>全屏显示(4:3)</PresentationFormat>
  <Paragraphs>1106</Paragraphs>
  <Slides>89</Slides>
  <Notes>1</Notes>
  <HiddenSlides>0</HiddenSlides>
  <MMClips>0</MMClips>
  <ScaleCrop>false</ScaleCrop>
  <HeadingPairs>
    <vt:vector size="8" baseType="variant">
      <vt:variant>
        <vt:lpstr>已用的字体</vt:lpstr>
      </vt:variant>
      <vt:variant>
        <vt:i4>11</vt:i4>
      </vt:variant>
      <vt:variant>
        <vt:lpstr>主题</vt:lpstr>
      </vt:variant>
      <vt:variant>
        <vt:i4>1</vt:i4>
      </vt:variant>
      <vt:variant>
        <vt:lpstr>嵌入 OLE 服务器</vt:lpstr>
      </vt:variant>
      <vt:variant>
        <vt:i4>5</vt:i4>
      </vt:variant>
      <vt:variant>
        <vt:lpstr>幻灯片标题</vt:lpstr>
      </vt:variant>
      <vt:variant>
        <vt:i4>89</vt:i4>
      </vt:variant>
    </vt:vector>
  </HeadingPairs>
  <TitlesOfParts>
    <vt:vector size="106" baseType="lpstr">
      <vt:lpstr>Arial</vt:lpstr>
      <vt:lpstr>宋体</vt:lpstr>
      <vt:lpstr>Wingdings</vt:lpstr>
      <vt:lpstr>Verdana</vt:lpstr>
      <vt:lpstr>Times New Roman</vt:lpstr>
      <vt:lpstr>微软雅黑</vt:lpstr>
      <vt:lpstr>Arial Unicode MS</vt:lpstr>
      <vt:lpstr>Courier New</vt:lpstr>
      <vt:lpstr>Tahoma</vt:lpstr>
      <vt:lpstr>Arial</vt:lpstr>
      <vt:lpstr>黑体</vt:lpstr>
      <vt:lpstr>Globe</vt:lpstr>
      <vt:lpstr>Equation.3</vt:lpstr>
      <vt:lpstr>Equation.DSMT4</vt:lpstr>
      <vt:lpstr>Equation.DSMT4</vt:lpstr>
      <vt:lpstr>Equation.DSMT4</vt:lpstr>
      <vt:lpstr>Equation.DSMT4</vt:lpstr>
      <vt:lpstr>三、程序的流程控制               —— 语句</vt:lpstr>
      <vt:lpstr>主要内容</vt:lpstr>
      <vt:lpstr>流程控制概述</vt:lpstr>
      <vt:lpstr>PowerPoint 演示文稿</vt:lpstr>
      <vt:lpstr>程序流程图</vt:lpstr>
      <vt:lpstr>判断N（&gt;2）是否为素数（质数）的程序流程图</vt:lpstr>
      <vt:lpstr>PowerPoint 演示文稿</vt:lpstr>
      <vt:lpstr>语句</vt:lpstr>
      <vt:lpstr>C++语句的分类</vt:lpstr>
      <vt:lpstr>顺序执行</vt:lpstr>
      <vt:lpstr> 表达式语句</vt:lpstr>
      <vt:lpstr>较常使用的表达式语句 </vt:lpstr>
      <vt:lpstr>空语句 </vt:lpstr>
      <vt:lpstr>复合语句</vt:lpstr>
      <vt:lpstr>PowerPoint 演示文稿</vt:lpstr>
      <vt:lpstr>PowerPoint 演示文稿</vt:lpstr>
      <vt:lpstr>PowerPoint 演示文稿</vt:lpstr>
      <vt:lpstr>选择执行</vt:lpstr>
      <vt:lpstr> if  语句</vt:lpstr>
      <vt:lpstr> if语句的含义</vt:lpstr>
      <vt:lpstr>例：从键盘输入三个整数，计算其中的最大值并将其输出</vt:lpstr>
      <vt:lpstr>if语句的锯齿格式</vt:lpstr>
      <vt:lpstr>例子：从键盘输入一个三角形的三条边，判断其为何种三角形 </vt:lpstr>
      <vt:lpstr>避免不必要的测试</vt:lpstr>
      <vt:lpstr>if 语句的歧义问题</vt:lpstr>
      <vt:lpstr>下面程序的结果是什么？</vt:lpstr>
      <vt:lpstr>switch 语句</vt:lpstr>
      <vt:lpstr>PowerPoint 演示文稿</vt:lpstr>
      <vt:lpstr>例子、从键盘输入一个星期的某一天（0：星期天；1：星期一；...），然后输出其对应的英语单词</vt:lpstr>
      <vt:lpstr>switch语句中使用break语句</vt:lpstr>
      <vt:lpstr>PowerPoint 演示文稿</vt:lpstr>
      <vt:lpstr>PowerPoint 演示文稿</vt:lpstr>
      <vt:lpstr>例：计算某年某月的天数。</vt:lpstr>
      <vt:lpstr>循环（重复）执行 </vt:lpstr>
      <vt:lpstr>计算机问题求解的基本方法</vt:lpstr>
      <vt:lpstr>PowerPoint 演示文稿</vt:lpstr>
      <vt:lpstr>循环的基本要素</vt:lpstr>
      <vt:lpstr>循环语句</vt:lpstr>
      <vt:lpstr>while 语句</vt:lpstr>
      <vt:lpstr>用while语句求n!</vt:lpstr>
      <vt:lpstr>do-while 语句</vt:lpstr>
      <vt:lpstr>用do-while语句求n!</vt:lpstr>
      <vt:lpstr>for 语句</vt:lpstr>
      <vt:lpstr>用for语句求n!</vt:lpstr>
      <vt:lpstr>PowerPoint 演示文稿</vt:lpstr>
      <vt:lpstr>PowerPoint 演示文稿</vt:lpstr>
      <vt:lpstr>PowerPoint 演示文稿</vt:lpstr>
      <vt:lpstr>“死循环”</vt:lpstr>
      <vt:lpstr>循环的种类</vt:lpstr>
      <vt:lpstr>三种循环语句的使用原则 </vt:lpstr>
      <vt:lpstr>例：计算从键盘输入的一系列整数的和，要求：首先输入整数的个数。（计数控制的循环） </vt:lpstr>
      <vt:lpstr>例：计算从键盘输入的一系列整数的和，要求输入以0结束。（事件控制的循环 ）</vt:lpstr>
      <vt:lpstr>例：从键盘接收字符，一直到输入了字符y(Y)或n(N)为止。 （事件控制的循环 ）</vt:lpstr>
      <vt:lpstr>基于循环的程序设计举例</vt:lpstr>
      <vt:lpstr>例：求第n个费波那契(Fibonacci)数</vt:lpstr>
      <vt:lpstr>用牛顿迭代法求 </vt:lpstr>
      <vt:lpstr>PowerPoint 演示文稿</vt:lpstr>
      <vt:lpstr>PowerPoint 演示文稿</vt:lpstr>
      <vt:lpstr>循环优化问题</vt:lpstr>
      <vt:lpstr>例：编程判断n是否为素数（穷举法）</vt:lpstr>
      <vt:lpstr>PowerPoint 演示文稿</vt:lpstr>
      <vt:lpstr>PowerPoint 演示文稿</vt:lpstr>
      <vt:lpstr>PowerPoint 演示文稿</vt:lpstr>
      <vt:lpstr>例：编程求出小于n的所有素数（穷举法）</vt:lpstr>
      <vt:lpstr>PowerPoint 演示文稿</vt:lpstr>
      <vt:lpstr>例：“百元买百鸡”问题</vt:lpstr>
      <vt:lpstr>PowerPoint 演示文稿</vt:lpstr>
      <vt:lpstr>PowerPoint 演示文稿</vt:lpstr>
      <vt:lpstr>PowerPoint 演示文稿</vt:lpstr>
      <vt:lpstr>无条件转移控制 </vt:lpstr>
      <vt:lpstr>goto语句</vt:lpstr>
      <vt:lpstr>用goto语句求n! </vt:lpstr>
      <vt:lpstr>PowerPoint 演示文稿</vt:lpstr>
      <vt:lpstr>PowerPoint 演示文稿</vt:lpstr>
      <vt:lpstr>PowerPoint 演示文稿</vt:lpstr>
      <vt:lpstr>break语句 </vt:lpstr>
      <vt:lpstr>PowerPoint 演示文稿</vt:lpstr>
      <vt:lpstr>PowerPoint 演示文稿</vt:lpstr>
      <vt:lpstr>PowerPoint 演示文稿</vt:lpstr>
      <vt:lpstr>continue语句 </vt:lpstr>
      <vt:lpstr> </vt:lpstr>
      <vt:lpstr>例：从键盘输入一些非零整数，然后输出其中所有正数的平方根。 </vt:lpstr>
      <vt:lpstr>PowerPoint 演示文稿</vt:lpstr>
      <vt:lpstr>PowerPoint 演示文稿</vt:lpstr>
      <vt:lpstr>程序设计风格 </vt:lpstr>
      <vt:lpstr>结构化程序设计 </vt:lpstr>
      <vt:lpstr>PowerPoint 演示文稿</vt:lpstr>
      <vt:lpstr>PowerPoint 演示文稿</vt:lpstr>
      <vt:lpstr>关于goto语句 </vt:lpstr>
    </vt:vector>
  </TitlesOfParts>
  <Company>Nanjing University</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第三章 程序的流程控制               —— 语句</dc:title>
  <dc:creator>Chen Jiajun</dc:creator>
  <cp:lastModifiedBy>Ethereal_YC</cp:lastModifiedBy>
  <cp:revision>422</cp:revision>
  <dcterms:created xsi:type="dcterms:W3CDTF">2004-12-03T07:33:00Z</dcterms:created>
  <dcterms:modified xsi:type="dcterms:W3CDTF">2023-12-12T06:41:43Z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425EED0FC03445E3B6EDBF5B9E54C2A1_12</vt:lpwstr>
  </property>
  <property fmtid="{D5CDD505-2E9C-101B-9397-08002B2CF9AE}" pid="3" name="KSOProductBuildVer">
    <vt:lpwstr>2052-12.1.0.15990</vt:lpwstr>
  </property>
</Properties>
</file>
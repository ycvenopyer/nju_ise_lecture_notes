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89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0F5F87C2-B8FF-4576-8826-BCCA74E58D96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100F4C6F-4BB7-4DE3-A340-DCB1779A44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6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文件目录管理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使用文件和目录是工作中不可回避的环节。通过前面的章节，读者已经积累了一些文件和目录的操作经验。本章将进一步介绍如何使用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管理文件和目录。在正式讲解相关命令之前，有必要介绍一下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目录结构的组织形式。读者应该已经在第</a:t>
            </a:r>
            <a:r>
              <a:rPr lang="en-US" altLang="zh-CN" b="0" i="0" u="none" strike="noStrike" baseline="0" smtClean="0">
                <a:latin typeface="Times New Roman"/>
              </a:rPr>
              <a:t>5</a:t>
            </a:r>
            <a:r>
              <a:rPr lang="zh-CN" altLang="en-US" b="0" i="0" u="none" strike="noStrike" baseline="0" smtClean="0">
                <a:latin typeface="Times New Roman"/>
              </a:rPr>
              <a:t>章的“快速上手”环节浏览了整个文件系统，但仍对此心存疑惑。</a:t>
            </a:r>
          </a:p>
        </p:txBody>
      </p:sp>
    </p:spTree>
    <p:extLst>
      <p:ext uri="{BB962C8B-B14F-4D97-AF65-F5344CB8AC3E}">
        <p14:creationId xmlns:p14="http://schemas.microsoft.com/office/powerpoint/2010/main" val="172929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6.1  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文件系统的架构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快速上手：和你的团队共享文件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53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建立文件和目录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本节介绍如何在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中建立文件和目录，这是文件和目录管理的第一步。在刚才的“快速上手”环节已经对此进行了实践，下面将作进一步的讲解和讨论。</a:t>
            </a:r>
          </a:p>
        </p:txBody>
      </p:sp>
    </p:spTree>
    <p:extLst>
      <p:ext uri="{BB962C8B-B14F-4D97-AF65-F5344CB8AC3E}">
        <p14:creationId xmlns:p14="http://schemas.microsoft.com/office/powerpoint/2010/main" val="356306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建立目录：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mkdir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25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移动、复制和删除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通过</a:t>
            </a:r>
            <a:r>
              <a:rPr lang="en-US" altLang="zh-CN" b="0" i="0" u="none" strike="noStrike" baseline="0" smtClean="0">
                <a:latin typeface="Times New Roman"/>
              </a:rPr>
              <a:t>6.3</a:t>
            </a:r>
            <a:r>
              <a:rPr lang="zh-CN" altLang="en-US" b="0" i="0" u="none" strike="noStrike" baseline="0" smtClean="0">
                <a:latin typeface="Times New Roman"/>
              </a:rPr>
              <a:t>节的学习，读者已经能够创建文件和目录。本节将继续讨论如何移动、复制和删除文件及目录，这是在文件和目录管理中另一个基本操作。下面首先从移动文件开始讨论。</a:t>
            </a:r>
          </a:p>
        </p:txBody>
      </p:sp>
    </p:spTree>
    <p:extLst>
      <p:ext uri="{BB962C8B-B14F-4D97-AF65-F5344CB8AC3E}">
        <p14:creationId xmlns:p14="http://schemas.microsoft.com/office/powerpoint/2010/main" val="793593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6.4.1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移动和重命名：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mv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mv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08335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6.4.2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复制文件和目录：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cp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cp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329126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6.4.3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删除目录和文件：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rmdir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rm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1.rmdir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2.rm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51024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文件和目录的权限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很难想象没有权限的世界会变成什么样子。随便哪个用户都可以大摇大摆地“溜”进别人的目录，然后对里面的文件乱改一气。当然，他自己的文件也可能正经历着同样的命运。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是一个多用户的操作系统，正确地设置文件权限非常重要，就像读者在“快速上手”环节中做的那样。</a:t>
            </a:r>
          </a:p>
        </p:txBody>
      </p:sp>
    </p:spTree>
    <p:extLst>
      <p:ext uri="{BB962C8B-B14F-4D97-AF65-F5344CB8AC3E}">
        <p14:creationId xmlns:p14="http://schemas.microsoft.com/office/powerpoint/2010/main" val="890036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6.5.1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权限设置针对的用户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享有文件或目录权限的三种人</a:t>
            </a:r>
          </a:p>
        </p:txBody>
      </p:sp>
    </p:spTree>
    <p:extLst>
      <p:ext uri="{BB962C8B-B14F-4D97-AF65-F5344CB8AC3E}">
        <p14:creationId xmlns:p14="http://schemas.microsoft.com/office/powerpoint/2010/main" val="1472399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6.5.2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需要设置哪些权限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文件或目录权限</a:t>
            </a:r>
          </a:p>
        </p:txBody>
      </p:sp>
    </p:spTree>
    <p:extLst>
      <p:ext uri="{BB962C8B-B14F-4D97-AF65-F5344CB8AC3E}">
        <p14:creationId xmlns:p14="http://schemas.microsoft.com/office/powerpoint/2010/main" val="401346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6.5.3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查看文件和目录的属性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ls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88991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6.5.4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改变文件所有权：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chown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chgrp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1.chown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2.chgrp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5316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6.5.5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改变文件权限：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chmod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1.chmod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417620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6.5.6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文件权限的八进制表示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271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 件 类 型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读者很快会意识到，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中的一切都被表示成文件的形式。这包括程序进程、硬件设备、通信通道甚至是内核数据结构等。这种设置给很多人带来了理解上的困难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除了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程序员，因为这给他们带来了一致的编程接口。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中一共有</a:t>
            </a:r>
            <a:r>
              <a:rPr lang="en-US" altLang="zh-CN" b="0" i="0" u="none" strike="noStrike" baseline="0" smtClean="0">
                <a:latin typeface="Times New Roman"/>
              </a:rPr>
              <a:t>7</a:t>
            </a:r>
            <a:r>
              <a:rPr lang="zh-CN" altLang="en-US" b="0" i="0" u="none" strike="noStrike" baseline="0" smtClean="0">
                <a:latin typeface="Times New Roman"/>
              </a:rPr>
              <a:t>种文件类型，下面简要介绍阅读文件类型的方法，并着重介绍一下符号链接。</a:t>
            </a:r>
          </a:p>
        </p:txBody>
      </p:sp>
    </p:spTree>
    <p:extLst>
      <p:ext uri="{BB962C8B-B14F-4D97-AF65-F5344CB8AC3E}">
        <p14:creationId xmlns:p14="http://schemas.microsoft.com/office/powerpoint/2010/main" val="1074886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6.6.1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查看文件类型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937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6.6.2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建立链接：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ln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ln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4158836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6.7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输入输出重定向和管道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重定向和管道是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的一种高级特性，这种特性允许用户人为地改变程序获取输入和产生输出的位置。这个有趣的功能并不是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的专利，几乎所有的操作系统（包括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）都能支持这样的操作。</a:t>
            </a:r>
          </a:p>
        </p:txBody>
      </p:sp>
    </p:spTree>
    <p:extLst>
      <p:ext uri="{BB962C8B-B14F-4D97-AF65-F5344CB8AC3E}">
        <p14:creationId xmlns:p14="http://schemas.microsoft.com/office/powerpoint/2010/main" val="3886257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6.7.1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输出重定向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输出重定向符号“</a:t>
            </a:r>
            <a:r>
              <a:rPr lang="en-US" altLang="zh-CN" b="0" i="0" u="none" strike="noStrike" baseline="0" smtClean="0">
                <a:latin typeface="Times New Roman"/>
              </a:rPr>
              <a:t>&gt;</a:t>
            </a:r>
            <a:r>
              <a:rPr lang="zh-CN" altLang="en-US" b="0" i="0" u="none" strike="noStrike" baseline="0" smtClean="0">
                <a:latin typeface="Times New Roman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4578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6.7.2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输入重定向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输入重定向符号“</a:t>
            </a:r>
            <a:r>
              <a:rPr lang="en-US" altLang="zh-CN" b="0" i="0" u="none" strike="noStrike" baseline="0" smtClean="0">
                <a:latin typeface="Times New Roman"/>
              </a:rPr>
              <a:t>&lt;&lt;</a:t>
            </a:r>
            <a:r>
              <a:rPr lang="zh-CN" altLang="en-US" b="0" i="0" u="none" strike="noStrike" baseline="0" smtClean="0">
                <a:latin typeface="Times New Roman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17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6.7.3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管道：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|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管道符号“</a:t>
            </a:r>
            <a:r>
              <a:rPr lang="en-US" altLang="zh-CN" b="0" i="0" u="none" strike="noStrike" baseline="0" smtClean="0">
                <a:latin typeface="Times New Roman"/>
              </a:rPr>
              <a:t>|</a:t>
            </a:r>
            <a:r>
              <a:rPr lang="zh-CN" altLang="en-US" b="0" i="0" u="none" strike="noStrike" baseline="0" smtClean="0">
                <a:latin typeface="Times New Roman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5052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553</Words>
  <Application>Microsoft Office PowerPoint</Application>
  <PresentationFormat>全屏显示(4:3)</PresentationFormat>
  <Paragraphs>43</Paragraphs>
  <Slides>23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4" baseType="lpstr">
      <vt:lpstr>波形</vt:lpstr>
      <vt:lpstr>第6章  文件目录管理</vt:lpstr>
      <vt:lpstr>6.1  Linux文件系统的架构</vt:lpstr>
      <vt:lpstr>6.2  快速上手：和你的团队共享文件</vt:lpstr>
      <vt:lpstr>6.3  建立文件和目录</vt:lpstr>
      <vt:lpstr>6.3.1  建立目录：mkdir</vt:lpstr>
      <vt:lpstr>6.4  移动、复制和删除</vt:lpstr>
      <vt:lpstr>6.4.1  移动和重命名：mv</vt:lpstr>
      <vt:lpstr>6.4.2  复制文件和目录：cp</vt:lpstr>
      <vt:lpstr>6.4.3  删除目录和文件：rmdir和rm</vt:lpstr>
      <vt:lpstr>6.5  文件和目录的权限</vt:lpstr>
      <vt:lpstr>6.5.1  权限设置针对的用户</vt:lpstr>
      <vt:lpstr>6.5.2  需要设置哪些权限</vt:lpstr>
      <vt:lpstr>6.5.3  查看文件和目录的属性</vt:lpstr>
      <vt:lpstr>6.5.4  改变文件所有权：chown和chgrp</vt:lpstr>
      <vt:lpstr>6.5.5  改变文件权限：chmod</vt:lpstr>
      <vt:lpstr>6.5.6  文件权限的八进制表示</vt:lpstr>
      <vt:lpstr>6.6  文 件 类 型</vt:lpstr>
      <vt:lpstr>6.6.1  查看文件类型</vt:lpstr>
      <vt:lpstr>6.6.2  建立链接：ln</vt:lpstr>
      <vt:lpstr>6.7  输入输出重定向和管道</vt:lpstr>
      <vt:lpstr>6.7.1  输出重定向</vt:lpstr>
      <vt:lpstr>6.7.2  输入重定向</vt:lpstr>
      <vt:lpstr>6.7.3  管道：|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 文件目录管理</dc:title>
  <dc:creator>User</dc:creator>
  <cp:lastModifiedBy>User</cp:lastModifiedBy>
  <cp:revision>1</cp:revision>
  <dcterms:created xsi:type="dcterms:W3CDTF">2013-01-29T01:55:10Z</dcterms:created>
  <dcterms:modified xsi:type="dcterms:W3CDTF">2013-01-29T01:55:26Z</dcterms:modified>
</cp:coreProperties>
</file>
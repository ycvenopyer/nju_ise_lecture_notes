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04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2FF9612-1259-4F6C-A50D-E21B5D6B445D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D77CF3F1-0C52-479C-8954-ECCF36FFEB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19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办公软件的使用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对于把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作为桌面的用户而言，拥有一个舒适的办公环境显得尤为重要。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提供了对</a:t>
            </a:r>
            <a:r>
              <a:rPr lang="en-US" altLang="zh-CN" b="0" i="0" u="none" strike="noStrike" baseline="0" smtClean="0">
                <a:latin typeface="Times New Roman"/>
              </a:rPr>
              <a:t>Microsoft Office</a:t>
            </a:r>
            <a:r>
              <a:rPr lang="zh-CN" altLang="en-US" b="0" i="0" u="none" strike="noStrike" baseline="0" smtClean="0">
                <a:latin typeface="Times New Roman"/>
              </a:rPr>
              <a:t>的无缝访问。用户可以方便地编辑修改</a:t>
            </a:r>
            <a:r>
              <a:rPr lang="en-US" altLang="zh-CN" b="0" i="0" u="none" strike="noStrike" baseline="0" smtClean="0">
                <a:latin typeface="Times New Roman"/>
              </a:rPr>
              <a:t>Office</a:t>
            </a:r>
            <a:r>
              <a:rPr lang="zh-CN" altLang="en-US" b="0" i="0" u="none" strike="noStrike" baseline="0" smtClean="0">
                <a:latin typeface="Times New Roman"/>
              </a:rPr>
              <a:t>文件，也可以将办公文档直接输出成为</a:t>
            </a:r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格式。在光盘刻录方面，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提供了多种不同的软件，当然前提是用户拥有这样一台刻录设备。</a:t>
            </a:r>
          </a:p>
        </p:txBody>
      </p:sp>
    </p:spTree>
    <p:extLst>
      <p:ext uri="{BB962C8B-B14F-4D97-AF65-F5344CB8AC3E}">
        <p14:creationId xmlns:p14="http://schemas.microsoft.com/office/powerpoint/2010/main" val="213476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最常用的办公套件：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LibreOffice</a:t>
            </a:r>
            <a:r>
              <a:rPr lang="en-US" altLang="zh-CN" b="0" i="0" u="none" strike="noStrike" kern="1800" baseline="0" smtClean="0">
                <a:latin typeface="Times New Roman"/>
                <a:ea typeface="宋体"/>
              </a:rPr>
              <a:t>.org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LibreOffice.org</a:t>
            </a:r>
            <a:r>
              <a:rPr lang="zh-CN" altLang="en-US" b="0" i="0" u="none" strike="noStrike" baseline="0" smtClean="0">
                <a:latin typeface="Times New Roman"/>
              </a:rPr>
              <a:t>是一套跨平台的办公室软件套件，可以在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MacOS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Solaris</a:t>
            </a:r>
            <a:r>
              <a:rPr lang="zh-CN" altLang="en-US" b="0" i="0" u="none" strike="noStrike" baseline="0" smtClean="0">
                <a:latin typeface="Times New Roman"/>
              </a:rPr>
              <a:t>等操作系统上执行，这也是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上最流行的办公软件套件。</a:t>
            </a:r>
            <a:r>
              <a:rPr lang="en-US" altLang="zh-CN" b="0" i="0" u="none" strike="noStrike" baseline="0" smtClean="0">
                <a:latin typeface="Times New Roman"/>
              </a:rPr>
              <a:t>LibreOffice.org</a:t>
            </a:r>
            <a:r>
              <a:rPr lang="zh-CN" altLang="en-US" b="0" i="0" u="none" strike="noStrike" baseline="0" smtClean="0">
                <a:latin typeface="Times New Roman"/>
              </a:rPr>
              <a:t>是</a:t>
            </a:r>
            <a:r>
              <a:rPr lang="en-US" altLang="zh-CN" b="0" i="0" u="none" strike="noStrike" baseline="0" smtClean="0">
                <a:latin typeface="Times New Roman"/>
              </a:rPr>
              <a:t>Sun</a:t>
            </a:r>
            <a:r>
              <a:rPr lang="zh-CN" altLang="en-US" b="0" i="0" u="none" strike="noStrike" baseline="0" smtClean="0">
                <a:latin typeface="Times New Roman"/>
              </a:rPr>
              <a:t>的产品，后者非常慷慨地（或者说明智地）将这款开源产品免费赠送给所有人。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这个套件包括了文字处理器（</a:t>
            </a:r>
            <a:r>
              <a:rPr lang="en-US" altLang="zh-CN" b="0" i="0" u="none" strike="noStrike" baseline="0" smtClean="0">
                <a:latin typeface="Times New Roman"/>
              </a:rPr>
              <a:t>Writer</a:t>
            </a:r>
            <a:r>
              <a:rPr lang="zh-CN" altLang="en-US" b="0" i="0" u="none" strike="noStrike" baseline="0" smtClean="0">
                <a:latin typeface="Times New Roman"/>
              </a:rPr>
              <a:t>）、电子表格（</a:t>
            </a:r>
            <a:r>
              <a:rPr lang="en-US" altLang="zh-CN" b="0" i="0" u="none" strike="noStrike" baseline="0" smtClean="0">
                <a:latin typeface="Times New Roman"/>
              </a:rPr>
              <a:t>Calc</a:t>
            </a:r>
            <a:r>
              <a:rPr lang="zh-CN" altLang="en-US" b="0" i="0" u="none" strike="noStrike" baseline="0" smtClean="0">
                <a:latin typeface="Times New Roman"/>
              </a:rPr>
              <a:t>）、演示文稿（</a:t>
            </a:r>
            <a:r>
              <a:rPr lang="en-US" altLang="zh-CN" b="0" i="0" u="none" strike="noStrike" baseline="0" smtClean="0">
                <a:latin typeface="Times New Roman"/>
              </a:rPr>
              <a:t>Impress</a:t>
            </a:r>
            <a:r>
              <a:rPr lang="zh-CN" altLang="en-US" b="0" i="0" u="none" strike="noStrike" baseline="0" smtClean="0">
                <a:latin typeface="Times New Roman"/>
              </a:rPr>
              <a:t>）、公式编辑器（</a:t>
            </a:r>
            <a:r>
              <a:rPr lang="en-US" altLang="zh-CN" b="0" i="0" u="none" strike="noStrike" baseline="0" smtClean="0">
                <a:latin typeface="Times New Roman"/>
              </a:rPr>
              <a:t>Math</a:t>
            </a:r>
            <a:r>
              <a:rPr lang="zh-CN" altLang="en-US" b="0" i="0" u="none" strike="noStrike" baseline="0" smtClean="0">
                <a:latin typeface="Times New Roman"/>
              </a:rPr>
              <a:t>）和绘图程序（</a:t>
            </a:r>
            <a:r>
              <a:rPr lang="en-US" altLang="zh-CN" b="0" i="0" u="none" strike="noStrike" baseline="0" smtClean="0">
                <a:latin typeface="Times New Roman"/>
              </a:rPr>
              <a:t>Draw</a:t>
            </a:r>
            <a:r>
              <a:rPr lang="zh-CN" altLang="en-US" b="0" i="0" u="none" strike="noStrike" baseline="0" smtClean="0">
                <a:latin typeface="Times New Roman"/>
              </a:rPr>
              <a:t>）。本节介绍前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个产品，这也是用户最常使用的办公工具。</a:t>
            </a:r>
          </a:p>
        </p:txBody>
      </p:sp>
    </p:spTree>
    <p:extLst>
      <p:ext uri="{BB962C8B-B14F-4D97-AF65-F5344CB8AC3E}">
        <p14:creationId xmlns:p14="http://schemas.microsoft.com/office/powerpoint/2010/main" val="274711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19.1.1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字处理软件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1.Libre Office Writer</a:t>
            </a:r>
            <a:r>
              <a:rPr lang="zh-CN" altLang="en-US" b="0" i="0" u="none" strike="noStrike" baseline="0" smtClean="0">
                <a:latin typeface="Times New Roman"/>
              </a:rPr>
              <a:t>启动界面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2.Libre Office Writer</a:t>
            </a:r>
            <a:r>
              <a:rPr lang="zh-CN" altLang="en-US" b="0" i="0" u="none" strike="noStrike" baseline="0" smtClean="0">
                <a:latin typeface="Times New Roman"/>
              </a:rPr>
              <a:t>的常用操作</a:t>
            </a:r>
          </a:p>
        </p:txBody>
      </p:sp>
    </p:spTree>
    <p:extLst>
      <p:ext uri="{BB962C8B-B14F-4D97-AF65-F5344CB8AC3E}">
        <p14:creationId xmlns:p14="http://schemas.microsoft.com/office/powerpoint/2010/main" val="123154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19.1.2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电子表格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1.LibreOffice Calc</a:t>
            </a:r>
            <a:r>
              <a:rPr lang="zh-CN" altLang="en-US" b="0" i="0" u="none" strike="noStrike" baseline="0" smtClean="0">
                <a:latin typeface="Times New Roman"/>
              </a:rPr>
              <a:t>表格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2.Microsoft Excel</a:t>
            </a:r>
            <a:r>
              <a:rPr lang="zh-CN" altLang="en-US" b="0" i="0" u="none" strike="noStrike" baseline="0" smtClean="0">
                <a:latin typeface="Times New Roman"/>
              </a:rPr>
              <a:t>表格</a:t>
            </a:r>
          </a:p>
        </p:txBody>
      </p:sp>
    </p:spTree>
    <p:extLst>
      <p:ext uri="{BB962C8B-B14F-4D97-AF65-F5344CB8AC3E}">
        <p14:creationId xmlns:p14="http://schemas.microsoft.com/office/powerpoint/2010/main" val="168558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演示文稿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1.LibreOffice Impress</a:t>
            </a:r>
            <a:r>
              <a:rPr lang="zh-CN" altLang="en-US" b="0" i="0" u="none" strike="noStrike" baseline="0" smtClean="0">
                <a:latin typeface="Times New Roman"/>
              </a:rPr>
              <a:t>用户界面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2.LibreOffice Impress</a:t>
            </a:r>
            <a:r>
              <a:rPr lang="zh-CN" altLang="en-US" b="0" i="0" u="none" strike="noStrike" baseline="0" smtClean="0">
                <a:latin typeface="Times New Roman"/>
              </a:rPr>
              <a:t>下常用的操作</a:t>
            </a:r>
          </a:p>
        </p:txBody>
      </p:sp>
    </p:spTree>
    <p:extLst>
      <p:ext uri="{BB962C8B-B14F-4D97-AF65-F5344CB8AC3E}">
        <p14:creationId xmlns:p14="http://schemas.microsoft.com/office/powerpoint/2010/main" val="168853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19.1.4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文档兼容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1.LibreOffice.org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2.MS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Office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122655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PDF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是一种跨平台的电子文件格式，由</a:t>
            </a:r>
            <a:r>
              <a:rPr lang="en-US" altLang="zh-CN" b="0" i="0" u="none" strike="noStrike" baseline="0" smtClean="0">
                <a:latin typeface="Times New Roman"/>
              </a:rPr>
              <a:t>Adobe</a:t>
            </a:r>
            <a:r>
              <a:rPr lang="zh-CN" altLang="en-US" b="0" i="0" u="none" strike="noStrike" baseline="0" smtClean="0">
                <a:latin typeface="Times New Roman"/>
              </a:rPr>
              <a:t>公司设计并实现。</a:t>
            </a:r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能够很好地处理文字（超链接）、图像、声音等信息，另外在文件大小和安全性方面，</a:t>
            </a:r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都有上佳表现。由于这些种种优点使其成为电子出版物事实上的标准。本节将介绍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上的</a:t>
            </a:r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阅读工具。</a:t>
            </a:r>
          </a:p>
        </p:txBody>
      </p:sp>
    </p:spTree>
    <p:extLst>
      <p:ext uri="{BB962C8B-B14F-4D97-AF65-F5344CB8AC3E}">
        <p14:creationId xmlns:p14="http://schemas.microsoft.com/office/powerpoint/2010/main" val="202988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Xpdf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Xpdf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Xpdf</a:t>
            </a:r>
            <a:r>
              <a:rPr lang="zh-CN" altLang="en-US" b="0" i="0" u="none" strike="noStrike" baseline="0" smtClean="0">
                <a:latin typeface="Times New Roman"/>
              </a:rPr>
              <a:t>打开选定文件</a:t>
            </a:r>
          </a:p>
        </p:txBody>
      </p:sp>
    </p:spTree>
    <p:extLst>
      <p:ext uri="{BB962C8B-B14F-4D97-AF65-F5344CB8AC3E}">
        <p14:creationId xmlns:p14="http://schemas.microsoft.com/office/powerpoint/2010/main" val="232002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Adobe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Reader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Adobe Reader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 打开</a:t>
            </a:r>
            <a:r>
              <a:rPr lang="en-US" altLang="zh-CN" b="0" i="0" u="none" strike="noStrike" baseline="0" smtClean="0">
                <a:latin typeface="Times New Roman"/>
              </a:rPr>
              <a:t>PDF</a:t>
            </a:r>
            <a:r>
              <a:rPr lang="zh-CN" altLang="en-US" b="0" i="0" u="none" strike="noStrike" baseline="0" smtClean="0">
                <a:latin typeface="Times New Roman"/>
              </a:rPr>
              <a:t>文档</a:t>
            </a:r>
          </a:p>
        </p:txBody>
      </p:sp>
    </p:spTree>
    <p:extLst>
      <p:ext uri="{BB962C8B-B14F-4D97-AF65-F5344CB8AC3E}">
        <p14:creationId xmlns:p14="http://schemas.microsoft.com/office/powerpoint/2010/main" val="31557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光 盘 刻 录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CD</a:t>
            </a:r>
            <a:r>
              <a:rPr lang="zh-CN" altLang="en-US" b="0" i="0" u="none" strike="noStrike" baseline="0" smtClean="0">
                <a:latin typeface="Times New Roman"/>
              </a:rPr>
              <a:t>或是</a:t>
            </a:r>
            <a:r>
              <a:rPr lang="en-US" altLang="zh-CN" b="0" i="0" u="none" strike="noStrike" baseline="0" smtClean="0">
                <a:latin typeface="Times New Roman"/>
              </a:rPr>
              <a:t>DVD</a:t>
            </a:r>
            <a:r>
              <a:rPr lang="zh-CN" altLang="en-US" b="0" i="0" u="none" strike="noStrike" baseline="0" smtClean="0">
                <a:latin typeface="Times New Roman"/>
              </a:rPr>
              <a:t>刻录机已经成了</a:t>
            </a:r>
            <a:r>
              <a:rPr lang="en-US" altLang="zh-CN" b="0" i="0" u="none" strike="noStrike" baseline="0" smtClean="0">
                <a:latin typeface="Times New Roman"/>
              </a:rPr>
              <a:t>PC</a:t>
            </a:r>
            <a:r>
              <a:rPr lang="zh-CN" altLang="en-US" b="0" i="0" u="none" strike="noStrike" baseline="0" smtClean="0">
                <a:latin typeface="Times New Roman"/>
              </a:rPr>
              <a:t>的标准配置，任何人都可以自己刻录光盘了。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用户从来都不需要担心如何同朋友分享音乐，如何制作启动光盘等。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上最负盛名的两套桌面环境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都自带了刻录软件。本节以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的光盘刻录工具</a:t>
            </a:r>
            <a:r>
              <a:rPr lang="en-US" altLang="zh-CN" b="0" i="0" u="none" strike="noStrike" baseline="0" smtClean="0">
                <a:latin typeface="Times New Roman"/>
              </a:rPr>
              <a:t>Brasero</a:t>
            </a:r>
            <a:r>
              <a:rPr lang="zh-CN" altLang="en-US" b="0" i="0" u="none" strike="noStrike" baseline="0" smtClean="0">
                <a:latin typeface="Times New Roman"/>
              </a:rPr>
              <a:t>为例，介绍制作音乐</a:t>
            </a:r>
            <a:r>
              <a:rPr lang="en-US" altLang="zh-CN" b="0" i="0" u="none" strike="noStrike" baseline="0" smtClean="0">
                <a:latin typeface="Times New Roman"/>
              </a:rPr>
              <a:t>CD</a:t>
            </a:r>
            <a:r>
              <a:rPr lang="zh-CN" altLang="en-US" b="0" i="0" u="none" strike="noStrike" baseline="0" smtClean="0">
                <a:latin typeface="Times New Roman"/>
              </a:rPr>
              <a:t>和烧录映像的方法，</a:t>
            </a:r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环境下的</a:t>
            </a:r>
            <a:r>
              <a:rPr lang="en-US" altLang="zh-CN" b="0" i="0" u="none" strike="noStrike" baseline="0" smtClean="0">
                <a:latin typeface="Times New Roman"/>
              </a:rPr>
              <a:t>K3b</a:t>
            </a:r>
            <a:r>
              <a:rPr lang="zh-CN" altLang="en-US" b="0" i="0" u="none" strike="noStrike" baseline="0" smtClean="0">
                <a:latin typeface="Times New Roman"/>
              </a:rPr>
              <a:t>刻录工具可以遵循相似的步骤。</a:t>
            </a:r>
          </a:p>
        </p:txBody>
      </p:sp>
    </p:spTree>
    <p:extLst>
      <p:ext uri="{BB962C8B-B14F-4D97-AF65-F5344CB8AC3E}">
        <p14:creationId xmlns:p14="http://schemas.microsoft.com/office/powerpoint/2010/main" val="22829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19.3.1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制作音乐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打开</a:t>
            </a:r>
            <a:r>
              <a:rPr lang="en-US" altLang="zh-CN" b="0" i="0" u="none" strike="noStrike" baseline="0" smtClean="0">
                <a:latin typeface="Times New Roman"/>
              </a:rPr>
              <a:t>Brasero</a:t>
            </a:r>
            <a:r>
              <a:rPr lang="zh-CN" altLang="en-US" b="0" i="0" u="none" strike="noStrike" baseline="0" smtClean="0">
                <a:latin typeface="Times New Roman"/>
              </a:rPr>
              <a:t>光盘刻录器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烧录音乐</a:t>
            </a:r>
            <a:r>
              <a:rPr lang="en-US" altLang="zh-CN" b="0" i="0" u="none" strike="noStrike" baseline="0" smtClean="0">
                <a:latin typeface="Times New Roman"/>
              </a:rPr>
              <a:t>CD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154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19.3.2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刻录镜像文件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烧录光盘</a:t>
            </a:r>
          </a:p>
        </p:txBody>
      </p:sp>
    </p:spTree>
    <p:extLst>
      <p:ext uri="{BB962C8B-B14F-4D97-AF65-F5344CB8AC3E}">
        <p14:creationId xmlns:p14="http://schemas.microsoft.com/office/powerpoint/2010/main" val="1091096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486</Words>
  <Application>Microsoft Office PowerPoint</Application>
  <PresentationFormat>全屏显示(4:3)</PresentationFormat>
  <Paragraphs>32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波形</vt:lpstr>
      <vt:lpstr>第19章  办公软件的使用</vt:lpstr>
      <vt:lpstr>19.1  最常用的办公套件：LibreOffice.org</vt:lpstr>
      <vt:lpstr>19.1.1  字处理软件</vt:lpstr>
      <vt:lpstr>19.1.2  电子表格</vt:lpstr>
      <vt:lpstr>19.1.3  演示文稿</vt:lpstr>
      <vt:lpstr>19.1.4  文档兼容</vt:lpstr>
      <vt:lpstr>19.2  查看PDF文件</vt:lpstr>
      <vt:lpstr>19.2.1  使用Xpdf</vt:lpstr>
      <vt:lpstr>19.2.2  使用Adobe Reader</vt:lpstr>
      <vt:lpstr>19.3  光 盘 刻 录</vt:lpstr>
      <vt:lpstr>19.3.1  制作音乐CD</vt:lpstr>
      <vt:lpstr>19.3.2  刻录镜像文件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第19章  办公软件的使用</dc:title>
  <dc:creator>User</dc:creator>
  <cp:lastModifiedBy>User</cp:lastModifiedBy>
  <cp:revision>1</cp:revision>
  <dcterms:created xsi:type="dcterms:W3CDTF">2013-01-29T09:38:37Z</dcterms:created>
  <dcterms:modified xsi:type="dcterms:W3CDTF">2013-01-29T09:38:58Z</dcterms:modified>
</cp:coreProperties>
</file>
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6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4F880D-E7B2-4221-A474-E5D6BD95BCE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4F880D-E7B2-4221-A474-E5D6BD95BCE3}"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4F880D-E7B2-4221-A474-E5D6BD95BCE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4F880D-E7B2-4221-A474-E5D6BD95BCE3}"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A4F880D-E7B2-4221-A474-E5D6BD95BCE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A4F880D-E7B2-4221-A474-E5D6BD95BCE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A4F880D-E7B2-4221-A474-E5D6BD95BCE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4F880D-E7B2-4221-A474-E5D6BD95BCE3}"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4F880D-E7B2-4221-A474-E5D6BD95BCE3}"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4F880D-E7B2-4221-A474-E5D6BD95BCE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4F880D-E7B2-4221-A474-E5D6BD95BCE3}"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DDB6439-D3D2-4C2A-9452-9DF25868C6EB}" type="datetimeFigureOut">
              <a:rPr lang="zh-CN" altLang="en-US" smtClean="0"/>
              <a:t>2013/1/30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F880D-E7B2-4221-A474-E5D6BD95BCE3}" type="slidenum">
              <a:rPr lang="zh-CN" altLang="en-US" smtClean="0"/>
              <a:t>‹#›</a:t>
            </a:fld>
            <a:endParaRPr lang="zh-CN" altLang="en-US"/>
          </a:p>
        </p:txBody>
      </p:sp>
    </p:spTree>
    <p:extLst>
      <p:ext uri="{BB962C8B-B14F-4D97-AF65-F5344CB8AC3E}">
        <p14:creationId xmlns:p14="http://schemas.microsoft.com/office/powerpoint/2010/main" val="737099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8DDB6439-D3D2-4C2A-9452-9DF25868C6EB}" type="datetimeFigureOut">
              <a:rPr lang="zh-CN" altLang="en-US" smtClean="0"/>
              <a:t>2013/1/30</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7A4F880D-E7B2-4221-A474-E5D6BD95BCE3}"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hyperlink" Target="http://www.clamav.net"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smtClean="0">
                <a:latin typeface="Times New Roman"/>
                <a:ea typeface="黑体"/>
              </a:rPr>
              <a:t>第</a:t>
            </a:r>
            <a:r>
              <a:rPr lang="en-US" altLang="zh-CN" b="1" i="0" u="none" strike="noStrike" kern="1800" baseline="0" smtClean="0">
                <a:latin typeface="Times New Roman"/>
                <a:ea typeface="黑体"/>
              </a:rPr>
              <a:t>29</a:t>
            </a:r>
            <a:r>
              <a:rPr lang="zh-CN" altLang="en-US" b="0" i="0" u="none" strike="noStrike" kern="1800" baseline="0" smtClean="0">
                <a:latin typeface="Times New Roman"/>
                <a:ea typeface="黑体"/>
              </a:rPr>
              <a:t>章  病毒和木马</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章讲述个人用户更为关心的两个安全问题。计算机病毒和木马程序（尽管人们常常把这两个概念混为一谈）。几乎每个计算机用户都有被病毒和木马侵袭的经历，看看安全厂商病毒库的更新速度就知道了。本章首先介绍病毒和木马的基础知识，随后向读者推荐一款</a:t>
            </a:r>
            <a:r>
              <a:rPr lang="en-US" altLang="zh-CN" b="0" i="0" u="none" strike="noStrike" baseline="0" smtClean="0">
                <a:latin typeface="Times New Roman"/>
              </a:rPr>
              <a:t>Linux</a:t>
            </a:r>
            <a:r>
              <a:rPr lang="zh-CN" altLang="en-US" b="0" i="0" u="none" strike="noStrike" baseline="0" smtClean="0">
                <a:latin typeface="Times New Roman"/>
              </a:rPr>
              <a:t>上的防病毒软件。最后以对安全问题的反思来结束本章，这也是对整个系统安全篇的总结。</a:t>
            </a:r>
          </a:p>
        </p:txBody>
      </p:sp>
    </p:spTree>
    <p:extLst>
      <p:ext uri="{BB962C8B-B14F-4D97-AF65-F5344CB8AC3E}">
        <p14:creationId xmlns:p14="http://schemas.microsoft.com/office/powerpoint/2010/main" val="212469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29.1  </a:t>
            </a:r>
            <a:r>
              <a:rPr lang="zh-CN" altLang="en-US" b="0" i="0" u="none" strike="noStrike" kern="1800" baseline="0" smtClean="0">
                <a:latin typeface="Times New Roman"/>
                <a:ea typeface="黑体"/>
              </a:rPr>
              <a:t>随时面临的威胁</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无论是系统管理员还是普通用户，每天都被形形色色的安全问题包围着。一些人为了显示自己的存在编写了计算机病毒，另一些人则热衷于侵入别人的主机。一些最初用于科研目的的病毒和木马也有可能被人利用而让计算机用户蒙受损失。所谓知己知彼，在寻找合适的安全手段之前，首先来看一下简单的安全知识。</a:t>
            </a:r>
          </a:p>
        </p:txBody>
      </p:sp>
    </p:spTree>
    <p:extLst>
      <p:ext uri="{BB962C8B-B14F-4D97-AF65-F5344CB8AC3E}">
        <p14:creationId xmlns:p14="http://schemas.microsoft.com/office/powerpoint/2010/main" val="173404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29.1.1  </a:t>
            </a:r>
            <a:r>
              <a:rPr lang="zh-CN" altLang="en-US" b="0" i="0" u="none" strike="noStrike" kern="1800" baseline="0" smtClean="0">
                <a:latin typeface="Times New Roman"/>
                <a:ea typeface="黑体"/>
              </a:rPr>
              <a:t>计算机病毒</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病毒介绍</a:t>
            </a:r>
          </a:p>
        </p:txBody>
      </p:sp>
    </p:spTree>
    <p:extLst>
      <p:ext uri="{BB962C8B-B14F-4D97-AF65-F5344CB8AC3E}">
        <p14:creationId xmlns:p14="http://schemas.microsoft.com/office/powerpoint/2010/main" val="3609304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29.1.2  </a:t>
            </a:r>
            <a:r>
              <a:rPr lang="zh-CN" altLang="en-US" b="0" i="0" u="none" strike="noStrike" kern="1800" baseline="0" smtClean="0">
                <a:latin typeface="Times New Roman"/>
                <a:ea typeface="黑体"/>
              </a:rPr>
              <a:t>特洛伊木马</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特洛伊木马概述</a:t>
            </a:r>
          </a:p>
        </p:txBody>
      </p:sp>
    </p:spTree>
    <p:extLst>
      <p:ext uri="{BB962C8B-B14F-4D97-AF65-F5344CB8AC3E}">
        <p14:creationId xmlns:p14="http://schemas.microsoft.com/office/powerpoint/2010/main" val="564248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29.1.3  </a:t>
            </a:r>
            <a:r>
              <a:rPr lang="zh-CN" altLang="en-US" b="0" i="0" u="none" strike="noStrike" kern="1800" baseline="0" smtClean="0">
                <a:latin typeface="Times New Roman"/>
                <a:ea typeface="黑体"/>
              </a:rPr>
              <a:t>掩盖入侵痕迹：</a:t>
            </a:r>
            <a:r>
              <a:rPr lang="en-US" altLang="zh-CN" b="0" i="0" u="none" strike="noStrike" kern="1800" baseline="0" smtClean="0">
                <a:latin typeface="Times New Roman"/>
                <a:ea typeface="黑体"/>
              </a:rPr>
              <a:t>rootkits</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rootkit</a:t>
            </a:r>
            <a:r>
              <a:rPr lang="zh-CN" altLang="en-US" b="0" i="0" u="none" strike="noStrike" baseline="0" smtClean="0">
                <a:latin typeface="Times New Roman"/>
              </a:rPr>
              <a:t>概述</a:t>
            </a:r>
          </a:p>
        </p:txBody>
      </p:sp>
    </p:spTree>
    <p:extLst>
      <p:ext uri="{BB962C8B-B14F-4D97-AF65-F5344CB8AC3E}">
        <p14:creationId xmlns:p14="http://schemas.microsoft.com/office/powerpoint/2010/main" val="3138271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29.2  Linux</a:t>
            </a:r>
            <a:r>
              <a:rPr lang="zh-CN" altLang="en-US" b="0" i="0" u="none" strike="noStrike" kern="1800" baseline="0" smtClean="0">
                <a:latin typeface="Times New Roman"/>
                <a:ea typeface="黑体"/>
              </a:rPr>
              <a:t>下的防毒软件：</a:t>
            </a:r>
            <a:r>
              <a:rPr lang="en-US" altLang="zh-CN" b="0" i="0" u="none" strike="noStrike" kern="1800" baseline="0" smtClean="0">
                <a:latin typeface="Times New Roman"/>
                <a:ea typeface="黑体"/>
              </a:rPr>
              <a:t>ClamAV</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ClamAV</a:t>
            </a:r>
            <a:r>
              <a:rPr lang="zh-CN" altLang="en-US" b="0" i="0" u="none" strike="noStrike" baseline="0" smtClean="0">
                <a:latin typeface="Times New Roman"/>
              </a:rPr>
              <a:t>是</a:t>
            </a:r>
            <a:r>
              <a:rPr lang="en-US" altLang="zh-CN" b="0" i="0" u="none" strike="noStrike" baseline="0" smtClean="0">
                <a:latin typeface="Times New Roman"/>
              </a:rPr>
              <a:t>Linux</a:t>
            </a:r>
            <a:r>
              <a:rPr lang="zh-CN" altLang="en-US" b="0" i="0" u="none" strike="noStrike" baseline="0" smtClean="0">
                <a:latin typeface="Times New Roman"/>
              </a:rPr>
              <a:t>上最流行的防病毒软件。包含完整的防病毒工具库，并且更新迅速。</a:t>
            </a:r>
            <a:r>
              <a:rPr lang="en-US" altLang="zh-CN" b="0" i="0" u="none" strike="noStrike" baseline="0" smtClean="0">
                <a:latin typeface="Times New Roman"/>
              </a:rPr>
              <a:t>ClamAV</a:t>
            </a:r>
            <a:r>
              <a:rPr lang="zh-CN" altLang="en-US" b="0" i="0" u="none" strike="noStrike" baseline="0" smtClean="0">
                <a:latin typeface="Times New Roman"/>
              </a:rPr>
              <a:t>由</a:t>
            </a:r>
            <a:r>
              <a:rPr lang="en-US" altLang="zh-CN" b="0" i="0" u="none" strike="noStrike" baseline="0" smtClean="0">
                <a:latin typeface="Times New Roman"/>
              </a:rPr>
              <a:t>Tomasz Kojm</a:t>
            </a:r>
            <a:r>
              <a:rPr lang="zh-CN" altLang="en-US" b="0" i="0" u="none" strike="noStrike" baseline="0" smtClean="0">
                <a:latin typeface="Times New Roman"/>
              </a:rPr>
              <a:t>开发，遵循</a:t>
            </a:r>
            <a:r>
              <a:rPr lang="en-US" altLang="zh-CN" b="0" i="0" u="none" strike="noStrike" baseline="0" smtClean="0">
                <a:latin typeface="Times New Roman"/>
              </a:rPr>
              <a:t>GPL</a:t>
            </a:r>
            <a:r>
              <a:rPr lang="zh-CN" altLang="en-US" b="0" i="0" u="none" strike="noStrike" baseline="0" smtClean="0">
                <a:latin typeface="Times New Roman"/>
              </a:rPr>
              <a:t>协议免费发放。本书列举的两个</a:t>
            </a:r>
            <a:r>
              <a:rPr lang="en-US" altLang="zh-CN" b="0" i="0" u="none" strike="noStrike" baseline="0" smtClean="0">
                <a:latin typeface="Times New Roman"/>
              </a:rPr>
              <a:t>Linux</a:t>
            </a:r>
            <a:r>
              <a:rPr lang="zh-CN" altLang="en-US" b="0" i="0" u="none" strike="noStrike" baseline="0" smtClean="0">
                <a:latin typeface="Times New Roman"/>
              </a:rPr>
              <a:t>发行版（</a:t>
            </a:r>
            <a:r>
              <a:rPr lang="en-US" altLang="zh-CN" b="0" i="0" u="none" strike="noStrike" baseline="0" smtClean="0">
                <a:latin typeface="Times New Roman"/>
              </a:rPr>
              <a:t>Ubuntu</a:t>
            </a:r>
            <a:r>
              <a:rPr lang="zh-CN" altLang="en-US" b="0" i="0" u="none" strike="noStrike" baseline="0" smtClean="0">
                <a:latin typeface="Times New Roman"/>
              </a:rPr>
              <a:t>和</a:t>
            </a:r>
            <a:r>
              <a:rPr lang="en-US" altLang="zh-CN" b="0" i="0" u="none" strike="noStrike" baseline="0" smtClean="0">
                <a:latin typeface="Times New Roman"/>
              </a:rPr>
              <a:t>openSUSE</a:t>
            </a:r>
            <a:r>
              <a:rPr lang="zh-CN" altLang="en-US" b="0" i="0" u="none" strike="noStrike" baseline="0" smtClean="0">
                <a:latin typeface="Times New Roman"/>
              </a:rPr>
              <a:t>）都在其安装源中包含了这款软件。如果读者使用的发行版本没有包含它，那么可以在</a:t>
            </a:r>
            <a:r>
              <a:rPr lang="en-US" altLang="zh-CN" b="0" i="0" u="none" strike="noStrike" baseline="0" smtClean="0">
                <a:latin typeface="Times New Roman"/>
                <a:hlinkClick r:id="rId2"/>
              </a:rPr>
              <a:t>www.clamav.net</a:t>
            </a:r>
            <a:r>
              <a:rPr lang="zh-CN" altLang="en-US" b="0" i="0" u="none" strike="noStrike" baseline="0" smtClean="0">
                <a:latin typeface="Times New Roman"/>
                <a:hlinkClick r:id="rId2"/>
              </a:rPr>
              <a:t>上下载到。</a:t>
            </a:r>
          </a:p>
        </p:txBody>
      </p:sp>
    </p:spTree>
    <p:extLst>
      <p:ext uri="{BB962C8B-B14F-4D97-AF65-F5344CB8AC3E}">
        <p14:creationId xmlns:p14="http://schemas.microsoft.com/office/powerpoint/2010/main" val="3297879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29.2.1  </a:t>
            </a:r>
            <a:r>
              <a:rPr lang="zh-CN" altLang="en-US" b="0" i="0" u="none" strike="noStrike" kern="1800" baseline="0" smtClean="0">
                <a:latin typeface="Times New Roman"/>
                <a:ea typeface="黑体"/>
              </a:rPr>
              <a:t>更新病毒库</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freshclam</a:t>
            </a:r>
            <a:r>
              <a:rPr lang="zh-CN" altLang="en-US" b="0" i="0" u="none" strike="noStrike" baseline="0" smtClean="0">
                <a:latin typeface="Times New Roman"/>
              </a:rPr>
              <a:t>命令更新病毒库</a:t>
            </a:r>
          </a:p>
        </p:txBody>
      </p:sp>
    </p:spTree>
    <p:extLst>
      <p:ext uri="{BB962C8B-B14F-4D97-AF65-F5344CB8AC3E}">
        <p14:creationId xmlns:p14="http://schemas.microsoft.com/office/powerpoint/2010/main" val="1082592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29.2.2  </a:t>
            </a:r>
            <a:r>
              <a:rPr lang="zh-CN" altLang="en-US" b="0" i="0" u="none" strike="noStrike" kern="1800" baseline="0" smtClean="0">
                <a:latin typeface="Times New Roman"/>
                <a:ea typeface="黑体"/>
              </a:rPr>
              <a:t>基本命令和选项</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clamscan</a:t>
            </a:r>
            <a:r>
              <a:rPr lang="zh-CN" altLang="en-US" b="0" i="0" u="none" strike="noStrike" baseline="0" smtClean="0">
                <a:latin typeface="Times New Roman"/>
              </a:rPr>
              <a:t>命令</a:t>
            </a:r>
          </a:p>
        </p:txBody>
      </p:sp>
    </p:spTree>
    <p:extLst>
      <p:ext uri="{BB962C8B-B14F-4D97-AF65-F5344CB8AC3E}">
        <p14:creationId xmlns:p14="http://schemas.microsoft.com/office/powerpoint/2010/main" val="348867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29.2.3  </a:t>
            </a:r>
            <a:r>
              <a:rPr lang="zh-CN" altLang="en-US" b="0" i="0" u="none" strike="noStrike" kern="1800" baseline="0" smtClean="0">
                <a:latin typeface="Times New Roman"/>
                <a:ea typeface="黑体"/>
              </a:rPr>
              <a:t>图形化工具</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ClamAV</a:t>
            </a:r>
            <a:r>
              <a:rPr lang="zh-CN" altLang="en-US" b="0" i="0" u="none" strike="noStrike" baseline="0" smtClean="0">
                <a:latin typeface="Times New Roman"/>
              </a:rPr>
              <a:t>图形化工具扫描病毒库</a:t>
            </a:r>
          </a:p>
        </p:txBody>
      </p:sp>
    </p:spTree>
    <p:extLst>
      <p:ext uri="{BB962C8B-B14F-4D97-AF65-F5344CB8AC3E}">
        <p14:creationId xmlns:p14="http://schemas.microsoft.com/office/powerpoint/2010/main" val="2929554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29.3  </a:t>
            </a:r>
            <a:r>
              <a:rPr lang="zh-CN" altLang="en-US" b="0" i="0" u="none" strike="noStrike" kern="1800" baseline="0" smtClean="0">
                <a:latin typeface="Times New Roman"/>
                <a:ea typeface="黑体"/>
              </a:rPr>
              <a:t>反思：</a:t>
            </a:r>
            <a:r>
              <a:rPr lang="en-US" altLang="zh-CN" b="0" i="0" u="none" strike="noStrike" kern="1800" baseline="0" smtClean="0">
                <a:latin typeface="Times New Roman"/>
                <a:ea typeface="黑体"/>
              </a:rPr>
              <a:t>Linux</a:t>
            </a:r>
            <a:r>
              <a:rPr lang="zh-CN" altLang="en-US" b="0" i="0" u="none" strike="noStrike" kern="1800" baseline="0" smtClean="0">
                <a:latin typeface="Times New Roman"/>
                <a:ea typeface="黑体"/>
              </a:rPr>
              <a:t>安全吗</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讨论</a:t>
            </a:r>
            <a:r>
              <a:rPr lang="en-US" altLang="zh-CN" b="0" i="0" u="none" strike="noStrike" baseline="0" smtClean="0">
                <a:latin typeface="Times New Roman"/>
              </a:rPr>
              <a:t>Linux</a:t>
            </a:r>
            <a:r>
              <a:rPr lang="zh-CN" altLang="en-US" b="0" i="0" u="none" strike="noStrike" baseline="0" smtClean="0">
                <a:latin typeface="Times New Roman"/>
              </a:rPr>
              <a:t>的安全性</a:t>
            </a:r>
          </a:p>
        </p:txBody>
      </p:sp>
    </p:spTree>
    <p:extLst>
      <p:ext uri="{BB962C8B-B14F-4D97-AF65-F5344CB8AC3E}">
        <p14:creationId xmlns:p14="http://schemas.microsoft.com/office/powerpoint/2010/main" val="29249888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CCE8C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327</Words>
  <Application>Microsoft Office PowerPoint</Application>
  <PresentationFormat>全屏显示(4:3)</PresentationFormat>
  <Paragraphs>20</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波形</vt:lpstr>
      <vt:lpstr>第29章  病毒和木马</vt:lpstr>
      <vt:lpstr>29.1  随时面临的威胁</vt:lpstr>
      <vt:lpstr>29.1.1  计算机病毒</vt:lpstr>
      <vt:lpstr>29.1.2  特洛伊木马</vt:lpstr>
      <vt:lpstr>29.1.3  掩盖入侵痕迹：rootkits</vt:lpstr>
      <vt:lpstr>29.2  Linux下的防毒软件：ClamAV</vt:lpstr>
      <vt:lpstr>29.2.1  更新病毒库</vt:lpstr>
      <vt:lpstr>29.2.2  基本命令和选项</vt:lpstr>
      <vt:lpstr>29.2.3  图形化工具</vt:lpstr>
      <vt:lpstr>29.3  反思：Linux安全吗</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第29章  病毒和木马</dc:title>
  <dc:creator>User</dc:creator>
  <cp:lastModifiedBy>User</cp:lastModifiedBy>
  <cp:revision>1</cp:revision>
  <dcterms:created xsi:type="dcterms:W3CDTF">2013-01-30T12:20:12Z</dcterms:created>
  <dcterms:modified xsi:type="dcterms:W3CDTF">2013-01-30T12:20:31Z</dcterms:modified>
</cp:coreProperties>
</file>
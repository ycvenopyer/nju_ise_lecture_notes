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63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3DBC03-4FA1-40D9-B9F1-4D38768E0F1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6FF606-ED42-4386-917B-E0FFF39A53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12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浏 览 网 页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在个人用户眼里，网页浏览器或许已经变得和操作系统一样重要。这个世界的工作重心正朝着互联网这朵“云”转移。当办公文档都可以在</a:t>
            </a:r>
            <a:r>
              <a:rPr lang="en-US" altLang="zh-CN" b="0" i="0" u="none" strike="noStrike" baseline="0" smtClean="0">
                <a:latin typeface="Times New Roman"/>
              </a:rPr>
              <a:t>Web</a:t>
            </a:r>
            <a:r>
              <a:rPr lang="zh-CN" altLang="en-US" b="0" i="0" u="none" strike="noStrike" baseline="0" smtClean="0">
                <a:latin typeface="Times New Roman"/>
              </a:rPr>
              <a:t>浏览器中查看和编辑，有时候让人不得不怀疑，桌面操作系统在不久的将来是否会退化为一个浏览器？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无论如何，没有网页浏览器的</a:t>
            </a:r>
            <a:r>
              <a:rPr lang="en-US" altLang="zh-CN" b="0" i="0" u="none" strike="noStrike" baseline="0" smtClean="0">
                <a:latin typeface="Times New Roman"/>
              </a:rPr>
              <a:t>PC</a:t>
            </a:r>
            <a:r>
              <a:rPr lang="zh-CN" altLang="en-US" b="0" i="0" u="none" strike="noStrike" baseline="0" smtClean="0">
                <a:latin typeface="Times New Roman"/>
              </a:rPr>
              <a:t>是不完整的。本章介绍在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下经常使用的几款浏览器软件。限于篇幅，这里只能给出简要介绍，更高级的功能读者可以自己摸索。</a:t>
            </a:r>
          </a:p>
        </p:txBody>
      </p:sp>
    </p:spTree>
    <p:extLst>
      <p:ext uri="{BB962C8B-B14F-4D97-AF65-F5344CB8AC3E}">
        <p14:creationId xmlns:p14="http://schemas.microsoft.com/office/powerpoint/2010/main" val="3088289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Mozilla Firefox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Firefox</a:t>
            </a:r>
            <a:r>
              <a:rPr lang="zh-CN" altLang="en-US" b="0" i="0" u="none" strike="noStrike" baseline="0" smtClean="0">
                <a:latin typeface="Times New Roman"/>
              </a:rPr>
              <a:t>是目前最炙手可热的开源</a:t>
            </a:r>
            <a:r>
              <a:rPr lang="en-US" altLang="zh-CN" b="0" i="0" u="none" strike="noStrike" baseline="0" smtClean="0">
                <a:latin typeface="Times New Roman"/>
              </a:rPr>
              <a:t>Web</a:t>
            </a:r>
            <a:r>
              <a:rPr lang="zh-CN" altLang="en-US" b="0" i="0" u="none" strike="noStrike" baseline="0" smtClean="0">
                <a:latin typeface="Times New Roman"/>
              </a:rPr>
              <a:t>浏览器。在</a:t>
            </a:r>
            <a:r>
              <a:rPr lang="en-US" altLang="zh-CN" b="0" i="0" u="none" strike="noStrike" baseline="0" smtClean="0">
                <a:latin typeface="Times New Roman"/>
              </a:rPr>
              <a:t>IE</a:t>
            </a:r>
            <a:r>
              <a:rPr lang="zh-CN" altLang="en-US" b="0" i="0" u="none" strike="noStrike" baseline="0" smtClean="0">
                <a:latin typeface="Times New Roman"/>
              </a:rPr>
              <a:t>牢牢占据优势的浏览器市场，</a:t>
            </a:r>
            <a:r>
              <a:rPr lang="en-US" altLang="zh-CN" b="0" i="0" u="none" strike="noStrike" baseline="0" smtClean="0">
                <a:latin typeface="Times New Roman"/>
              </a:rPr>
              <a:t>Firefox</a:t>
            </a:r>
            <a:r>
              <a:rPr lang="zh-CN" altLang="en-US" b="0" i="0" u="none" strike="noStrike" baseline="0" smtClean="0">
                <a:latin typeface="Times New Roman"/>
              </a:rPr>
              <a:t>在其诞生后的</a:t>
            </a:r>
            <a:r>
              <a:rPr lang="en-US" altLang="zh-CN" b="0" i="0" u="none" strike="noStrike" baseline="0" smtClean="0">
                <a:latin typeface="Times New Roman"/>
              </a:rPr>
              <a:t>4</a:t>
            </a:r>
            <a:r>
              <a:rPr lang="zh-CN" altLang="en-US" b="0" i="0" u="none" strike="noStrike" baseline="0" smtClean="0">
                <a:latin typeface="Times New Roman"/>
              </a:rPr>
              <a:t>年中夺取了超过</a:t>
            </a:r>
            <a:r>
              <a:rPr lang="en-US" altLang="zh-CN" b="0" i="0" u="none" strike="noStrike" baseline="0" smtClean="0">
                <a:latin typeface="Times New Roman"/>
              </a:rPr>
              <a:t>20%</a:t>
            </a:r>
            <a:r>
              <a:rPr lang="zh-CN" altLang="en-US" b="0" i="0" u="none" strike="noStrike" baseline="0" smtClean="0">
                <a:latin typeface="Times New Roman"/>
              </a:rPr>
              <a:t>的份额。用户因为其快速、安全的特性而纷纷投奔于它。</a:t>
            </a:r>
            <a:r>
              <a:rPr lang="en-US" altLang="zh-CN" b="0" i="0" u="none" strike="noStrike" baseline="0" smtClean="0">
                <a:latin typeface="Times New Roman"/>
              </a:rPr>
              <a:t>Firefox</a:t>
            </a:r>
            <a:r>
              <a:rPr lang="zh-CN" altLang="en-US" b="0" i="0" u="none" strike="noStrike" baseline="0" smtClean="0">
                <a:latin typeface="Times New Roman"/>
              </a:rPr>
              <a:t>同时支持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Mac OS</a:t>
            </a:r>
            <a:r>
              <a:rPr lang="zh-CN" altLang="en-US" b="0" i="0" u="none" strike="noStrike" baseline="0" smtClean="0">
                <a:latin typeface="Times New Roman"/>
              </a:rPr>
              <a:t>这</a:t>
            </a:r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个操作系统平台，并且是几乎所有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发行版的默认</a:t>
            </a:r>
            <a:r>
              <a:rPr lang="en-US" altLang="zh-CN" b="0" i="0" u="none" strike="noStrike" baseline="0" smtClean="0">
                <a:latin typeface="Times New Roman"/>
              </a:rPr>
              <a:t>Web</a:t>
            </a:r>
            <a:r>
              <a:rPr lang="zh-CN" altLang="en-US" b="0" i="0" u="none" strike="noStrike" baseline="0" smtClean="0">
                <a:latin typeface="Times New Roman"/>
              </a:rPr>
              <a:t>浏览器。</a:t>
            </a:r>
          </a:p>
        </p:txBody>
      </p:sp>
    </p:spTree>
    <p:extLst>
      <p:ext uri="{BB962C8B-B14F-4D97-AF65-F5344CB8AC3E}">
        <p14:creationId xmlns:p14="http://schemas.microsoft.com/office/powerpoint/2010/main" val="191134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启动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Firefox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1.Firefox</a:t>
            </a:r>
            <a:r>
              <a:rPr lang="zh-CN" altLang="en-US" b="0" i="0" u="none" strike="noStrike" baseline="0" smtClean="0">
                <a:latin typeface="Times New Roman"/>
              </a:rPr>
              <a:t>中浏览</a:t>
            </a:r>
            <a:r>
              <a:rPr lang="en-US" altLang="zh-CN" b="0" i="0" u="none" strike="noStrike" baseline="0" smtClean="0">
                <a:latin typeface="Times New Roman"/>
              </a:rPr>
              <a:t>OpenSuse</a:t>
            </a:r>
            <a:r>
              <a:rPr lang="zh-CN" altLang="en-US" b="0" i="0" u="none" strike="noStrike" baseline="0" smtClean="0">
                <a:latin typeface="Times New Roman"/>
              </a:rPr>
              <a:t>网页首页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打开一个新的标签页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关闭窗口提醒</a:t>
            </a:r>
          </a:p>
        </p:txBody>
      </p:sp>
    </p:spTree>
    <p:extLst>
      <p:ext uri="{BB962C8B-B14F-4D97-AF65-F5344CB8AC3E}">
        <p14:creationId xmlns:p14="http://schemas.microsoft.com/office/powerpoint/2010/main" val="69261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设置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Firefox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1.Firefox</a:t>
            </a:r>
            <a:r>
              <a:rPr lang="zh-CN" altLang="en-US" b="0" i="0" u="none" strike="noStrike" baseline="0" smtClean="0">
                <a:latin typeface="Times New Roman"/>
              </a:rPr>
              <a:t>浏览器首选项设置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2.IP</a:t>
            </a:r>
            <a:r>
              <a:rPr lang="zh-CN" altLang="en-US" b="0" i="0" u="none" strike="noStrike" baseline="0" smtClean="0">
                <a:latin typeface="Times New Roman"/>
              </a:rPr>
              <a:t>地址设置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路由设置</a:t>
            </a:r>
          </a:p>
        </p:txBody>
      </p:sp>
    </p:spTree>
    <p:extLst>
      <p:ext uri="{BB962C8B-B14F-4D97-AF65-F5344CB8AC3E}">
        <p14:creationId xmlns:p14="http://schemas.microsoft.com/office/powerpoint/2010/main" val="411657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12.1.3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清除最新的历史记录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清楚浏览器中的历史记录</a:t>
            </a:r>
          </a:p>
        </p:txBody>
      </p:sp>
    </p:spTree>
    <p:extLst>
      <p:ext uri="{BB962C8B-B14F-4D97-AF65-F5344CB8AC3E}">
        <p14:creationId xmlns:p14="http://schemas.microsoft.com/office/powerpoint/2010/main" val="49246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12.1.4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订阅新闻和博客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 打开一个提供了</a:t>
            </a:r>
            <a:r>
              <a:rPr lang="en-US" altLang="zh-CN" b="0" i="0" u="none" strike="noStrike" baseline="0" smtClean="0">
                <a:latin typeface="Times New Roman"/>
              </a:rPr>
              <a:t>RSS</a:t>
            </a:r>
            <a:r>
              <a:rPr lang="zh-CN" altLang="en-US" b="0" i="0" u="none" strike="noStrike" baseline="0" smtClean="0">
                <a:latin typeface="Times New Roman"/>
              </a:rPr>
              <a:t>输出的网站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订阅</a:t>
            </a:r>
            <a:r>
              <a:rPr lang="en-US" altLang="zh-CN" b="0" i="0" u="none" strike="noStrike" baseline="0" smtClean="0">
                <a:latin typeface="Times New Roman"/>
              </a:rPr>
              <a:t>RSS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4699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12.1.5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安装扩展组件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打开附加组件管理器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安装附加组件</a:t>
            </a:r>
            <a:endParaRPr lang="zh-CN" altLang="en-US" b="1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3224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Opera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下载</a:t>
            </a:r>
            <a:r>
              <a:rPr lang="en-US" altLang="zh-CN" b="0" i="0" u="none" strike="noStrike" baseline="0" smtClean="0">
                <a:latin typeface="Times New Roman"/>
              </a:rPr>
              <a:t>Opera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启动</a:t>
            </a:r>
            <a:r>
              <a:rPr lang="en-US" altLang="zh-CN" b="0" i="0" u="none" strike="noStrike" baseline="0" smtClean="0">
                <a:latin typeface="Times New Roman"/>
              </a:rPr>
              <a:t>Opera</a:t>
            </a:r>
            <a:r>
              <a:rPr lang="zh-CN" altLang="en-US" b="0" i="0" u="none" strike="noStrike" baseline="0" smtClean="0">
                <a:latin typeface="Times New Roman"/>
              </a:rPr>
              <a:t>浏览器</a:t>
            </a:r>
          </a:p>
        </p:txBody>
      </p:sp>
    </p:spTree>
    <p:extLst>
      <p:ext uri="{BB962C8B-B14F-4D97-AF65-F5344CB8AC3E}">
        <p14:creationId xmlns:p14="http://schemas.microsoft.com/office/powerpoint/2010/main" val="3458546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基于文本的浏览器：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lynx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Lynx</a:t>
            </a:r>
            <a:r>
              <a:rPr lang="zh-CN" altLang="en-US" b="0" i="0" u="none" strike="noStrike" baseline="0" smtClean="0">
                <a:latin typeface="Times New Roman"/>
              </a:rPr>
              <a:t>是一款基于文本的浏览器，工作在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下。</a:t>
            </a:r>
            <a:r>
              <a:rPr lang="en-US" altLang="zh-CN" b="0" i="0" u="none" strike="noStrike" baseline="0" smtClean="0">
                <a:latin typeface="Times New Roman"/>
              </a:rPr>
              <a:t>Lynx</a:t>
            </a:r>
            <a:r>
              <a:rPr lang="zh-CN" altLang="en-US" b="0" i="0" u="none" strike="noStrike" baseline="0" smtClean="0">
                <a:latin typeface="Times New Roman"/>
              </a:rPr>
              <a:t>可以工作在多个操作系统平台上，包括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DOS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Macintosh</a:t>
            </a:r>
            <a:r>
              <a:rPr lang="zh-CN" altLang="en-US" b="0" i="0" u="none" strike="noStrike" baseline="0" smtClean="0">
                <a:latin typeface="Times New Roman"/>
              </a:rPr>
              <a:t>等，也是目前</a:t>
            </a:r>
            <a:r>
              <a:rPr lang="en-US" altLang="zh-CN" b="0" i="0" u="none" strike="noStrike" baseline="0" smtClean="0">
                <a:latin typeface="Times New Roman"/>
              </a:rPr>
              <a:t>GNU/Linux</a:t>
            </a:r>
            <a:r>
              <a:rPr lang="zh-CN" altLang="en-US" b="0" i="0" u="none" strike="noStrike" baseline="0" smtClean="0">
                <a:latin typeface="Times New Roman"/>
              </a:rPr>
              <a:t>中最受欢迎的</a:t>
            </a:r>
            <a:r>
              <a:rPr lang="en-US" altLang="zh-CN" b="0" i="0" u="none" strike="noStrike" baseline="0" smtClean="0">
                <a:latin typeface="Times New Roman"/>
              </a:rPr>
              <a:t>console</a:t>
            </a:r>
            <a:r>
              <a:rPr lang="zh-CN" altLang="en-US" b="0" i="0" u="none" strike="noStrike" baseline="0" smtClean="0">
                <a:latin typeface="Times New Roman"/>
              </a:rPr>
              <a:t>浏览器。这里将简要介绍</a:t>
            </a:r>
            <a:r>
              <a:rPr lang="en-US" altLang="zh-CN" b="0" i="0" u="none" strike="noStrike" baseline="0" smtClean="0">
                <a:latin typeface="Times New Roman"/>
              </a:rPr>
              <a:t>Lynx</a:t>
            </a:r>
            <a:r>
              <a:rPr lang="zh-CN" altLang="en-US" b="0" i="0" u="none" strike="noStrike" baseline="0" smtClean="0">
                <a:latin typeface="Times New Roman"/>
              </a:rPr>
              <a:t>的使用，完整的操作命令可以参考</a:t>
            </a:r>
            <a:r>
              <a:rPr lang="en-US" altLang="zh-CN" b="0" i="0" u="none" strike="noStrike" baseline="0" smtClean="0">
                <a:latin typeface="Times New Roman"/>
              </a:rPr>
              <a:t>Lynx</a:t>
            </a:r>
            <a:r>
              <a:rPr lang="zh-CN" altLang="en-US" b="0" i="0" u="none" strike="noStrike" baseline="0" smtClean="0">
                <a:latin typeface="Times New Roman"/>
              </a:rPr>
              <a:t>手册。</a:t>
            </a:r>
          </a:p>
        </p:txBody>
      </p:sp>
    </p:spTree>
    <p:extLst>
      <p:ext uri="{BB962C8B-B14F-4D97-AF65-F5344CB8AC3E}">
        <p14:creationId xmlns:p14="http://schemas.microsoft.com/office/powerpoint/2010/main" val="3650485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为什么还要使用字符界面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当图形界面崩溃时，使用</a:t>
            </a:r>
            <a:r>
              <a:rPr lang="en-US" altLang="zh-CN" b="0" i="0" u="none" strike="noStrike" baseline="0" smtClean="0">
                <a:latin typeface="Times New Roman"/>
              </a:rPr>
              <a:t>lynx</a:t>
            </a:r>
            <a:r>
              <a:rPr lang="zh-CN" altLang="en-US" b="0" i="0" u="none" strike="noStrike" baseline="0" smtClean="0">
                <a:latin typeface="Times New Roman"/>
              </a:rPr>
              <a:t>浏览器访问网页</a:t>
            </a:r>
          </a:p>
        </p:txBody>
      </p:sp>
    </p:spTree>
    <p:extLst>
      <p:ext uri="{BB962C8B-B14F-4D97-AF65-F5344CB8AC3E}">
        <p14:creationId xmlns:p14="http://schemas.microsoft.com/office/powerpoint/2010/main" val="213380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12.3.2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启动和浏览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lynx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启动</a:t>
            </a:r>
            <a:r>
              <a:rPr lang="en-US" altLang="zh-CN" b="0" i="0" u="none" strike="noStrike" baseline="0" smtClean="0">
                <a:latin typeface="Times New Roman"/>
              </a:rPr>
              <a:t>lynx</a:t>
            </a:r>
            <a:r>
              <a:rPr lang="zh-CN" altLang="en-US" b="0" i="0" u="none" strike="noStrike" baseline="0" smtClean="0">
                <a:latin typeface="Times New Roman"/>
              </a:rPr>
              <a:t>浏览器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3.lynx</a:t>
            </a:r>
            <a:r>
              <a:rPr lang="zh-CN" altLang="en-US" b="0" i="0" u="none" strike="noStrike" baseline="0" smtClean="0">
                <a:latin typeface="Times New Roman"/>
              </a:rPr>
              <a:t>浏览器常用的操作</a:t>
            </a:r>
          </a:p>
        </p:txBody>
      </p:sp>
    </p:spTree>
    <p:extLst>
      <p:ext uri="{BB962C8B-B14F-4D97-AF65-F5344CB8AC3E}">
        <p14:creationId xmlns:p14="http://schemas.microsoft.com/office/powerpoint/2010/main" val="2695017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12.3.3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下载和保存文件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lynx</a:t>
            </a:r>
            <a:r>
              <a:rPr lang="zh-CN" altLang="en-US" b="0" i="0" u="none" strike="noStrike" baseline="0" smtClean="0">
                <a:latin typeface="Times New Roman"/>
              </a:rPr>
              <a:t>下载和保存文件</a:t>
            </a:r>
          </a:p>
        </p:txBody>
      </p:sp>
    </p:spTree>
    <p:extLst>
      <p:ext uri="{BB962C8B-B14F-4D97-AF65-F5344CB8AC3E}">
        <p14:creationId xmlns:p14="http://schemas.microsoft.com/office/powerpoint/2010/main" val="724769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12.4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其他浏览器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平台支持的其他浏览器</a:t>
            </a:r>
          </a:p>
        </p:txBody>
      </p:sp>
    </p:spTree>
    <p:extLst>
      <p:ext uri="{BB962C8B-B14F-4D97-AF65-F5344CB8AC3E}">
        <p14:creationId xmlns:p14="http://schemas.microsoft.com/office/powerpoint/2010/main" val="3220490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411</Words>
  <Application>Microsoft Office PowerPoint</Application>
  <PresentationFormat>全屏显示(4:3)</PresentationFormat>
  <Paragraphs>36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波形</vt:lpstr>
      <vt:lpstr>第12章  浏 览 网 页</vt:lpstr>
      <vt:lpstr>12.1  使用Mozilla Firefox</vt:lpstr>
      <vt:lpstr>12.1.1  启动Firefox</vt:lpstr>
      <vt:lpstr>12.1.2  设置Firefox</vt:lpstr>
      <vt:lpstr>12.1.3  清除最新的历史记录</vt:lpstr>
      <vt:lpstr>12.1.4  订阅新闻和博客</vt:lpstr>
      <vt:lpstr>12.1.5  安装扩展组件</vt:lpstr>
      <vt:lpstr>12.2  使用Opera</vt:lpstr>
      <vt:lpstr>12.3  基于文本的浏览器：lynx</vt:lpstr>
      <vt:lpstr>12.3.1  为什么还要使用字符界面</vt:lpstr>
      <vt:lpstr>12.3.2  启动和浏览</vt:lpstr>
      <vt:lpstr>12.3.3  下载和保存文件</vt:lpstr>
      <vt:lpstr>12.4  其他浏览器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第12章  浏 览 网 页</dc:title>
  <dc:creator>User</dc:creator>
  <cp:lastModifiedBy>User</cp:lastModifiedBy>
  <cp:revision>1</cp:revision>
  <dcterms:created xsi:type="dcterms:W3CDTF">2013-01-29T05:46:07Z</dcterms:created>
  <dcterms:modified xsi:type="dcterms:W3CDTF">2013-01-29T05:46:34Z</dcterms:modified>
</cp:coreProperties>
</file>
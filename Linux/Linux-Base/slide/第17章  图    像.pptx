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636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B9EA8-EFB9-4398-87DB-93BB3B3A2ACE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54792-0C22-449A-9753-9BD13A5DAF6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B9EA8-EFB9-4398-87DB-93BB3B3A2ACE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54792-0C22-449A-9753-9BD13A5DAF61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B9EA8-EFB9-4398-87DB-93BB3B3A2ACE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54792-0C22-449A-9753-9BD13A5DAF6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B9EA8-EFB9-4398-87DB-93BB3B3A2ACE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54792-0C22-449A-9753-9BD13A5DAF61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B9EA8-EFB9-4398-87DB-93BB3B3A2ACE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54792-0C22-449A-9753-9BD13A5DAF6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B9EA8-EFB9-4398-87DB-93BB3B3A2ACE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54792-0C22-449A-9753-9BD13A5DAF6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B9EA8-EFB9-4398-87DB-93BB3B3A2ACE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54792-0C22-449A-9753-9BD13A5DAF6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B9EA8-EFB9-4398-87DB-93BB3B3A2ACE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54792-0C22-449A-9753-9BD13A5DAF61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B9EA8-EFB9-4398-87DB-93BB3B3A2ACE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54792-0C22-449A-9753-9BD13A5DAF61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B9EA8-EFB9-4398-87DB-93BB3B3A2ACE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54792-0C22-449A-9753-9BD13A5DAF6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B9EA8-EFB9-4398-87DB-93BB3B3A2ACE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54792-0C22-449A-9753-9BD13A5DAF61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B9EA8-EFB9-4398-87DB-93BB3B3A2ACE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54792-0C22-449A-9753-9BD13A5DAF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8330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490B9EA8-EFB9-4398-87DB-93BB3B3A2ACE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6B854792-0C22-449A-9753-9BD13A5DAF61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第</a:t>
            </a:r>
            <a:r>
              <a:rPr lang="en-US" altLang="zh-CN" b="1" i="0" u="none" strike="noStrike" kern="1800" baseline="0" smtClean="0">
                <a:latin typeface="Times New Roman"/>
                <a:ea typeface="黑体"/>
              </a:rPr>
              <a:t>17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章  图    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本章将介绍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上的图像浏览和处理。对于桌面用户而言，图像是和音频、视频同等重要的东西。无论是照片管理、还是专业图像设计，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上都有相应软件提供的帮助。在很多时候，这些开源软件完全可以取代</a:t>
            </a:r>
            <a:r>
              <a:rPr lang="en-US" altLang="zh-CN" b="0" i="0" u="none" strike="noStrike" baseline="0" smtClean="0">
                <a:latin typeface="Times New Roman"/>
              </a:rPr>
              <a:t>Windows</a:t>
            </a:r>
            <a:r>
              <a:rPr lang="zh-CN" altLang="en-US" b="0" i="0" u="none" strike="noStrike" baseline="0" smtClean="0">
                <a:latin typeface="Times New Roman"/>
              </a:rPr>
              <a:t>下的相关工具，甚至做得更好。</a:t>
            </a:r>
          </a:p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本章过后，读者应该能够熟练使用工具管理图片，并掌握一定的图片处理方法。当然，如果希望进一步学习图像处理，那么需要参考其他相关专业书籍，本章只是对此做一个基本介绍。</a:t>
            </a:r>
          </a:p>
        </p:txBody>
      </p:sp>
    </p:spTree>
    <p:extLst>
      <p:ext uri="{BB962C8B-B14F-4D97-AF65-F5344CB8AC3E}">
        <p14:creationId xmlns:p14="http://schemas.microsoft.com/office/powerpoint/2010/main" val="3672674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17.1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查 看 图 片</a:t>
            </a:r>
            <a:endParaRPr lang="zh-CN" altLang="en-US" b="0" i="0" u="none" strike="noStrike" kern="1800" baseline="0" smtClean="0">
              <a:latin typeface="Times New Roman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下可以使用多种不同的软件打开图片。可以直接在文件浏览器中打开，也可以使用特定的相片管理工具。相片管理工具非常多，大部分都提供相似的功能，具体使用哪一个取决于个人喜好，以及用户所使用的桌面系统（</a:t>
            </a:r>
            <a:r>
              <a:rPr lang="en-US" altLang="zh-CN" b="0" i="0" u="none" strike="noStrike" baseline="0" smtClean="0">
                <a:latin typeface="Times New Roman"/>
              </a:rPr>
              <a:t>Gnome</a:t>
            </a:r>
            <a:r>
              <a:rPr lang="zh-CN" altLang="en-US" b="0" i="0" u="none" strike="noStrike" baseline="0" smtClean="0">
                <a:latin typeface="Times New Roman"/>
              </a:rPr>
              <a:t>或是</a:t>
            </a:r>
            <a:r>
              <a:rPr lang="en-US" altLang="zh-CN" b="0" i="0" u="none" strike="noStrike" baseline="0" smtClean="0">
                <a:latin typeface="Times New Roman"/>
              </a:rPr>
              <a:t>KDE</a:t>
            </a:r>
            <a:r>
              <a:rPr lang="zh-CN" altLang="en-US" b="0" i="0" u="none" strike="noStrike" baseline="0" smtClean="0">
                <a:latin typeface="Times New Roman"/>
              </a:rPr>
              <a:t>）。限于篇幅，这里将只对几个经典的软件作介绍，其他软件的操作遵循基本相似的步骤。</a:t>
            </a:r>
          </a:p>
        </p:txBody>
      </p:sp>
    </p:spTree>
    <p:extLst>
      <p:ext uri="{BB962C8B-B14F-4D97-AF65-F5344CB8AC3E}">
        <p14:creationId xmlns:p14="http://schemas.microsoft.com/office/powerpoint/2010/main" val="1556355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17.1.1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使用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Konqueror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和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Nautilus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查看图片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1.Konqueror</a:t>
            </a:r>
            <a:r>
              <a:rPr lang="zh-CN" altLang="en-US" b="0" i="0" u="none" strike="noStrike" baseline="0" smtClean="0">
                <a:latin typeface="Times New Roman"/>
              </a:rPr>
              <a:t>中的图像缩略图  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2.</a:t>
            </a:r>
            <a:r>
              <a:rPr lang="zh-CN" altLang="en-US" b="0" i="0" u="none" strike="noStrike" baseline="0" smtClean="0">
                <a:latin typeface="Times New Roman"/>
              </a:rPr>
              <a:t>在</a:t>
            </a:r>
            <a:r>
              <a:rPr lang="en-US" altLang="zh-CN" b="0" i="0" u="none" strike="noStrike" baseline="0" smtClean="0">
                <a:latin typeface="Times New Roman"/>
              </a:rPr>
              <a:t>Konqueror</a:t>
            </a:r>
            <a:r>
              <a:rPr lang="zh-CN" altLang="en-US" b="0" i="0" u="none" strike="noStrike" baseline="0" smtClean="0">
                <a:latin typeface="Times New Roman"/>
              </a:rPr>
              <a:t>中查看图像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3.</a:t>
            </a:r>
            <a:r>
              <a:rPr lang="zh-CN" altLang="en-US" b="0" i="0" u="none" strike="noStrike" baseline="0" smtClean="0">
                <a:latin typeface="Times New Roman"/>
              </a:rPr>
              <a:t> </a:t>
            </a:r>
            <a:r>
              <a:rPr lang="en-US" altLang="zh-CN" b="0" i="0" u="none" strike="noStrike" baseline="0" smtClean="0">
                <a:latin typeface="Times New Roman"/>
              </a:rPr>
              <a:t>Nautilus</a:t>
            </a:r>
            <a:r>
              <a:rPr lang="zh-CN" altLang="en-US" b="0" i="0" u="none" strike="noStrike" baseline="0" smtClean="0">
                <a:latin typeface="Times New Roman"/>
              </a:rPr>
              <a:t>中的图像缩略图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4.</a:t>
            </a:r>
            <a:r>
              <a:rPr lang="zh-CN" altLang="en-US" b="0" i="0" u="none" strike="noStrike" baseline="0" smtClean="0">
                <a:latin typeface="Times New Roman"/>
              </a:rPr>
              <a:t>使用“</a:t>
            </a:r>
            <a:r>
              <a:rPr lang="en-US" altLang="zh-CN" b="0" i="0" u="none" strike="noStrike" baseline="0" smtClean="0">
                <a:latin typeface="Times New Roman"/>
              </a:rPr>
              <a:t>GNOME</a:t>
            </a:r>
            <a:r>
              <a:rPr lang="zh-CN" altLang="en-US" b="0" i="0" u="none" strike="noStrike" baseline="0" smtClean="0">
                <a:latin typeface="Times New Roman"/>
              </a:rPr>
              <a:t>之眼”查看图像</a:t>
            </a:r>
          </a:p>
        </p:txBody>
      </p:sp>
    </p:spTree>
    <p:extLst>
      <p:ext uri="{BB962C8B-B14F-4D97-AF65-F5344CB8AC3E}">
        <p14:creationId xmlns:p14="http://schemas.microsoft.com/office/powerpoint/2010/main" val="4124386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17.1.2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使用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GIMP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查看图片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</a:t>
            </a:r>
            <a:r>
              <a:rPr lang="zh-CN" altLang="en-US" b="0" i="0" u="none" strike="noStrike" baseline="0" smtClean="0">
                <a:latin typeface="Times New Roman"/>
              </a:rPr>
              <a:t>启动</a:t>
            </a:r>
            <a:r>
              <a:rPr lang="en-US" altLang="zh-CN" b="0" i="0" u="none" strike="noStrike" baseline="0" smtClean="0">
                <a:latin typeface="Times New Roman"/>
              </a:rPr>
              <a:t>GIMP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2.GIMP</a:t>
            </a:r>
            <a:r>
              <a:rPr lang="zh-CN" altLang="en-US" b="0" i="0" u="none" strike="noStrike" baseline="0" smtClean="0">
                <a:latin typeface="Times New Roman"/>
              </a:rPr>
              <a:t>的“打开图像”对话框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3.</a:t>
            </a:r>
            <a:r>
              <a:rPr lang="zh-CN" altLang="en-US" b="0" i="0" u="none" strike="noStrike" baseline="0" smtClean="0">
                <a:latin typeface="Times New Roman"/>
              </a:rPr>
              <a:t>在</a:t>
            </a:r>
            <a:r>
              <a:rPr lang="en-US" altLang="zh-CN" b="0" i="0" u="none" strike="noStrike" baseline="0" smtClean="0">
                <a:latin typeface="Times New Roman"/>
              </a:rPr>
              <a:t>GIMP</a:t>
            </a:r>
            <a:r>
              <a:rPr lang="zh-CN" altLang="en-US" b="0" i="0" u="none" strike="noStrike" baseline="0" smtClean="0">
                <a:latin typeface="Times New Roman"/>
              </a:rPr>
              <a:t>中查看图像</a:t>
            </a:r>
          </a:p>
        </p:txBody>
      </p:sp>
    </p:spTree>
    <p:extLst>
      <p:ext uri="{BB962C8B-B14F-4D97-AF65-F5344CB8AC3E}">
        <p14:creationId xmlns:p14="http://schemas.microsoft.com/office/powerpoint/2010/main" val="1608346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17.1.3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使用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Shotwell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管理相册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</a:t>
            </a:r>
            <a:r>
              <a:rPr lang="zh-CN" altLang="en-US" b="0" i="0" u="none" strike="noStrike" baseline="0" smtClean="0">
                <a:latin typeface="Times New Roman"/>
              </a:rPr>
              <a:t>打开照片管理器</a:t>
            </a:r>
            <a:r>
              <a:rPr lang="en-US" altLang="zh-CN" b="0" i="0" u="none" strike="noStrike" baseline="0" smtClean="0">
                <a:latin typeface="Times New Roman"/>
              </a:rPr>
              <a:t>Shotwell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2.</a:t>
            </a:r>
            <a:r>
              <a:rPr lang="zh-CN" altLang="en-US" b="0" i="0" u="none" strike="noStrike" baseline="0" smtClean="0">
                <a:latin typeface="Times New Roman"/>
              </a:rPr>
              <a:t>选择导入的图片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3.</a:t>
            </a:r>
            <a:r>
              <a:rPr lang="zh-CN" altLang="en-US" b="0" i="0" u="none" strike="noStrike" baseline="0" smtClean="0">
                <a:latin typeface="Times New Roman"/>
              </a:rPr>
              <a:t>导入照片至</a:t>
            </a:r>
            <a:r>
              <a:rPr lang="en-US" altLang="zh-CN" b="0" i="0" u="none" strike="noStrike" baseline="0" smtClean="0">
                <a:latin typeface="Times New Roman"/>
              </a:rPr>
              <a:t>Shotwell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4.Shotwell</a:t>
            </a:r>
            <a:r>
              <a:rPr lang="zh-CN" altLang="en-US" b="0" i="0" u="none" strike="noStrike" baseline="0" smtClean="0">
                <a:latin typeface="Times New Roman"/>
              </a:rPr>
              <a:t>管理器的编辑菜单栏</a:t>
            </a:r>
          </a:p>
        </p:txBody>
      </p:sp>
    </p:spTree>
    <p:extLst>
      <p:ext uri="{BB962C8B-B14F-4D97-AF65-F5344CB8AC3E}">
        <p14:creationId xmlns:p14="http://schemas.microsoft.com/office/powerpoint/2010/main" val="783247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17.2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使用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GIMP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处理图像</a:t>
            </a:r>
            <a:endParaRPr lang="zh-CN" altLang="en-US" b="0" i="0" u="none" strike="noStrike" kern="1800" baseline="0" smtClean="0">
              <a:latin typeface="Times New Roman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千呼万唤，终于到了介绍</a:t>
            </a:r>
            <a:r>
              <a:rPr lang="en-US" altLang="zh-CN" b="0" i="0" u="none" strike="noStrike" baseline="0" smtClean="0">
                <a:latin typeface="Times New Roman"/>
              </a:rPr>
              <a:t>GIMP</a:t>
            </a:r>
            <a:r>
              <a:rPr lang="zh-CN" altLang="en-US" b="0" i="0" u="none" strike="noStrike" baseline="0" smtClean="0">
                <a:latin typeface="Times New Roman"/>
              </a:rPr>
              <a:t>的时候。一直以来，</a:t>
            </a:r>
            <a:r>
              <a:rPr lang="en-US" altLang="zh-CN" b="0" i="0" u="none" strike="noStrike" baseline="0" smtClean="0">
                <a:latin typeface="Times New Roman"/>
              </a:rPr>
              <a:t>GIMP</a:t>
            </a:r>
            <a:r>
              <a:rPr lang="zh-CN" altLang="en-US" b="0" i="0" u="none" strike="noStrike" baseline="0" smtClean="0">
                <a:latin typeface="Times New Roman"/>
              </a:rPr>
              <a:t>作为一款优秀的开源图像处理软件而倍受追捧。这款软件使得专业图像处理对普通用户成为可能</a:t>
            </a:r>
            <a:r>
              <a:rPr lang="en-US" altLang="zh-CN" b="0" i="0" u="none" strike="noStrike" baseline="0" smtClean="0">
                <a:latin typeface="Times New Roman"/>
              </a:rPr>
              <a:t>——</a:t>
            </a:r>
            <a:r>
              <a:rPr lang="zh-CN" altLang="en-US" b="0" i="0" u="none" strike="noStrike" baseline="0" smtClean="0">
                <a:latin typeface="Times New Roman"/>
              </a:rPr>
              <a:t>把埃及大金字塔搬到北京，让天空放晴，或是制作一个让人惊叹的</a:t>
            </a:r>
            <a:r>
              <a:rPr lang="en-US" altLang="zh-CN" b="0" i="0" u="none" strike="noStrike" baseline="0" smtClean="0">
                <a:latin typeface="Times New Roman"/>
              </a:rPr>
              <a:t>Web</a:t>
            </a:r>
            <a:r>
              <a:rPr lang="zh-CN" altLang="en-US" b="0" i="0" u="none" strike="noStrike" baseline="0" smtClean="0">
                <a:latin typeface="Times New Roman"/>
              </a:rPr>
              <a:t>图像</a:t>
            </a:r>
            <a:r>
              <a:rPr lang="en-US" altLang="zh-CN" b="0" i="0" u="none" strike="noStrike" baseline="0" smtClean="0">
                <a:latin typeface="Times New Roman"/>
              </a:rPr>
              <a:t>……</a:t>
            </a:r>
            <a:r>
              <a:rPr lang="zh-CN" altLang="en-US" b="0" i="0" u="none" strike="noStrike" baseline="0" smtClean="0">
                <a:latin typeface="Times New Roman"/>
              </a:rPr>
              <a:t>这些无一不能使用</a:t>
            </a:r>
            <a:r>
              <a:rPr lang="en-US" altLang="zh-CN" b="0" i="0" u="none" strike="noStrike" baseline="0" smtClean="0">
                <a:latin typeface="Times New Roman"/>
              </a:rPr>
              <a:t>GIMP</a:t>
            </a:r>
            <a:r>
              <a:rPr lang="zh-CN" altLang="en-US" b="0" i="0" u="none" strike="noStrike" baseline="0" smtClean="0">
                <a:latin typeface="Times New Roman"/>
              </a:rPr>
              <a:t>来实现。限于篇幅，本节只能走马观花地列举一些</a:t>
            </a:r>
            <a:r>
              <a:rPr lang="en-US" altLang="zh-CN" b="0" i="0" u="none" strike="noStrike" baseline="0" smtClean="0">
                <a:latin typeface="Times New Roman"/>
              </a:rPr>
              <a:t>GIMP</a:t>
            </a:r>
            <a:r>
              <a:rPr lang="zh-CN" altLang="en-US" b="0" i="0" u="none" strike="noStrike" baseline="0" smtClean="0">
                <a:latin typeface="Times New Roman"/>
              </a:rPr>
              <a:t>的特性，这不能不说是一种遗憾。</a:t>
            </a:r>
          </a:p>
        </p:txBody>
      </p:sp>
    </p:spTree>
    <p:extLst>
      <p:ext uri="{BB962C8B-B14F-4D97-AF65-F5344CB8AC3E}">
        <p14:creationId xmlns:p14="http://schemas.microsoft.com/office/powerpoint/2010/main" val="247187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17.2.1  GIMP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基础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使用</a:t>
            </a:r>
            <a:r>
              <a:rPr lang="en-US" altLang="zh-CN" b="0" i="0" u="none" strike="noStrike" baseline="0" smtClean="0">
                <a:latin typeface="Times New Roman"/>
              </a:rPr>
              <a:t>GIMP</a:t>
            </a:r>
            <a:r>
              <a:rPr lang="zh-CN" altLang="en-US" b="0" i="0" u="none" strike="noStrike" baseline="0" smtClean="0">
                <a:latin typeface="Times New Roman"/>
              </a:rPr>
              <a:t>保存图像</a:t>
            </a:r>
          </a:p>
        </p:txBody>
      </p:sp>
    </p:spTree>
    <p:extLst>
      <p:ext uri="{BB962C8B-B14F-4D97-AF65-F5344CB8AC3E}">
        <p14:creationId xmlns:p14="http://schemas.microsoft.com/office/powerpoint/2010/main" val="20049114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17.2.2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漫步工具栏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69000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17.2.3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实例：移花接木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使用</a:t>
            </a:r>
            <a:r>
              <a:rPr lang="en-US" altLang="zh-CN" b="0" i="0" u="none" strike="noStrike" baseline="0" smtClean="0">
                <a:latin typeface="Times New Roman"/>
              </a:rPr>
              <a:t>GIMP</a:t>
            </a:r>
            <a:r>
              <a:rPr lang="zh-CN" altLang="en-US" b="0" i="0" u="none" strike="noStrike" baseline="0" smtClean="0">
                <a:latin typeface="Times New Roman"/>
              </a:rPr>
              <a:t>对图片实现移花接木</a:t>
            </a:r>
          </a:p>
        </p:txBody>
      </p:sp>
    </p:spTree>
    <p:extLst>
      <p:ext uri="{BB962C8B-B14F-4D97-AF65-F5344CB8AC3E}">
        <p14:creationId xmlns:p14="http://schemas.microsoft.com/office/powerpoint/2010/main" val="19247240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17.2.4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使用插件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GIMP</a:t>
            </a:r>
            <a:r>
              <a:rPr lang="zh-CN" altLang="en-US" b="0" i="0" u="none" strike="noStrike" baseline="0" smtClean="0">
                <a:latin typeface="Times New Roman"/>
              </a:rPr>
              <a:t>有一个人数巨大的开发团队，因此针对</a:t>
            </a:r>
            <a:r>
              <a:rPr lang="en-US" altLang="zh-CN" b="0" i="0" u="none" strike="noStrike" baseline="0" smtClean="0">
                <a:latin typeface="Times New Roman"/>
              </a:rPr>
              <a:t>GIMP</a:t>
            </a:r>
            <a:r>
              <a:rPr lang="zh-CN" altLang="en-US" b="0" i="0" u="none" strike="noStrike" baseline="0" smtClean="0">
                <a:latin typeface="Times New Roman"/>
              </a:rPr>
              <a:t>的插件每时每刻都在产生。一般来说，</a:t>
            </a:r>
            <a:r>
              <a:rPr lang="en-US" altLang="zh-CN" b="0" i="0" u="none" strike="noStrike" baseline="0" smtClean="0">
                <a:latin typeface="Times New Roman"/>
              </a:rPr>
              <a:t>GIMP</a:t>
            </a:r>
            <a:r>
              <a:rPr lang="zh-CN" altLang="en-US" b="0" i="0" u="none" strike="noStrike" baseline="0" smtClean="0">
                <a:latin typeface="Times New Roman"/>
              </a:rPr>
              <a:t>的插件都会提供</a:t>
            </a:r>
            <a:r>
              <a:rPr lang="en-US" altLang="zh-CN" b="0" i="0" u="none" strike="noStrike" baseline="0" smtClean="0">
                <a:latin typeface="Times New Roman"/>
              </a:rPr>
              <a:t>INSTALL</a:t>
            </a:r>
            <a:r>
              <a:rPr lang="zh-CN" altLang="en-US" b="0" i="0" u="none" strike="noStrike" baseline="0" smtClean="0">
                <a:latin typeface="Times New Roman"/>
              </a:rPr>
              <a:t>和</a:t>
            </a:r>
            <a:r>
              <a:rPr lang="en-US" altLang="zh-CN" b="0" i="0" u="none" strike="noStrike" baseline="0" smtClean="0">
                <a:latin typeface="Times New Roman"/>
              </a:rPr>
              <a:t>README</a:t>
            </a:r>
            <a:r>
              <a:rPr lang="zh-CN" altLang="en-US" b="0" i="0" u="none" strike="noStrike" baseline="0" smtClean="0">
                <a:latin typeface="Times New Roman"/>
              </a:rPr>
              <a:t>这两个文件，其中包含有操作指令。根据插件的不同，安装方法也会略有出入。这方面的内容，读者可以自己尝试解决，或者参考互联网上的相关资料。</a:t>
            </a:r>
          </a:p>
        </p:txBody>
      </p:sp>
    </p:spTree>
    <p:extLst>
      <p:ext uri="{BB962C8B-B14F-4D97-AF65-F5344CB8AC3E}">
        <p14:creationId xmlns:p14="http://schemas.microsoft.com/office/powerpoint/2010/main" val="38713288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17.3  LibreOffice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的绘图工具</a:t>
            </a:r>
            <a:endParaRPr lang="zh-CN" altLang="en-US" b="0" i="0" u="none" strike="noStrike" kern="1800" baseline="0" smtClean="0">
              <a:latin typeface="Times New Roman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</a:t>
            </a:r>
            <a:r>
              <a:rPr lang="zh-CN" altLang="en-US" b="0" i="0" u="none" strike="noStrike" baseline="0" smtClean="0">
                <a:latin typeface="Times New Roman"/>
              </a:rPr>
              <a:t>启动</a:t>
            </a:r>
            <a:r>
              <a:rPr lang="en-US" altLang="zh-CN" b="0" i="0" u="none" strike="noStrike" baseline="0" smtClean="0">
                <a:latin typeface="Times New Roman"/>
              </a:rPr>
              <a:t>LibreOffice</a:t>
            </a:r>
            <a:r>
              <a:rPr lang="zh-CN" altLang="en-US" b="0" i="0" u="none" strike="noStrike" baseline="0" smtClean="0">
                <a:latin typeface="Times New Roman"/>
              </a:rPr>
              <a:t>绘图工具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2.</a:t>
            </a:r>
            <a:r>
              <a:rPr lang="zh-CN" altLang="en-US" b="0" i="0" u="none" strike="noStrike" baseline="0" smtClean="0">
                <a:latin typeface="Times New Roman"/>
              </a:rPr>
              <a:t>在</a:t>
            </a:r>
            <a:r>
              <a:rPr lang="en-US" altLang="zh-CN" b="0" i="0" u="none" strike="noStrike" baseline="0" smtClean="0">
                <a:latin typeface="Times New Roman"/>
              </a:rPr>
              <a:t>LibreOffice</a:t>
            </a:r>
            <a:r>
              <a:rPr lang="zh-CN" altLang="en-US" b="0" i="0" u="none" strike="noStrike" baseline="0" smtClean="0">
                <a:latin typeface="Times New Roman"/>
              </a:rPr>
              <a:t>下绘制图片</a:t>
            </a:r>
          </a:p>
        </p:txBody>
      </p:sp>
    </p:spTree>
    <p:extLst>
      <p:ext uri="{BB962C8B-B14F-4D97-AF65-F5344CB8AC3E}">
        <p14:creationId xmlns:p14="http://schemas.microsoft.com/office/powerpoint/2010/main" val="24481992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波形">
  <a:themeElements>
    <a:clrScheme name="波形">
      <a:dk1>
        <a:sysClr val="windowText" lastClr="000000"/>
      </a:dk1>
      <a:lt1>
        <a:sysClr val="window" lastClr="CCE8C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0</TotalTime>
  <Words>505</Words>
  <Application>Microsoft Office PowerPoint</Application>
  <PresentationFormat>全屏显示(4:3)</PresentationFormat>
  <Paragraphs>31</Paragraphs>
  <Slides>11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2" baseType="lpstr">
      <vt:lpstr>波形</vt:lpstr>
      <vt:lpstr>第17章  图    像</vt:lpstr>
      <vt:lpstr>17.1  查 看 图 片</vt:lpstr>
      <vt:lpstr>17.1.1  使用Konqueror和Nautilus查看图片</vt:lpstr>
      <vt:lpstr>17.1.2  使用GIMP查看图片</vt:lpstr>
      <vt:lpstr>17.1.3  使用Shotwell管理相册</vt:lpstr>
      <vt:lpstr>17.2  使用GIMP处理图像</vt:lpstr>
      <vt:lpstr>17.2.1  GIMP基础</vt:lpstr>
      <vt:lpstr>17.2.2  漫步工具栏</vt:lpstr>
      <vt:lpstr>17.2.3  实例：移花接木</vt:lpstr>
      <vt:lpstr>17.2.4  使用插件</vt:lpstr>
      <vt:lpstr>17.3  LibreOffice的绘图工具</vt:lpstr>
    </vt:vector>
  </TitlesOfParts>
  <Company>China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第17章  图    像</dc:title>
  <dc:creator>User</dc:creator>
  <cp:lastModifiedBy>User</cp:lastModifiedBy>
  <cp:revision>1</cp:revision>
  <dcterms:created xsi:type="dcterms:W3CDTF">2013-01-29T07:31:59Z</dcterms:created>
  <dcterms:modified xsi:type="dcterms:W3CDTF">2013-01-29T07:32:15Z</dcterms:modified>
</cp:coreProperties>
</file>
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3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B904-AF3E-42D0-BC92-D5804E32DAD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A7CA9-6010-4455-8EB2-4BBA6BA73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B904-AF3E-42D0-BC92-D5804E32DAD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A7CA9-6010-4455-8EB2-4BBA6BA73DC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B904-AF3E-42D0-BC92-D5804E32DAD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A7CA9-6010-4455-8EB2-4BBA6BA73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B904-AF3E-42D0-BC92-D5804E32DAD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A7CA9-6010-4455-8EB2-4BBA6BA73DC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B904-AF3E-42D0-BC92-D5804E32DAD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A7CA9-6010-4455-8EB2-4BBA6BA73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B904-AF3E-42D0-BC92-D5804E32DAD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A7CA9-6010-4455-8EB2-4BBA6BA73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B904-AF3E-42D0-BC92-D5804E32DAD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A7CA9-6010-4455-8EB2-4BBA6BA73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B904-AF3E-42D0-BC92-D5804E32DAD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A7CA9-6010-4455-8EB2-4BBA6BA73DC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B904-AF3E-42D0-BC92-D5804E32DAD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A7CA9-6010-4455-8EB2-4BBA6BA73DC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B904-AF3E-42D0-BC92-D5804E32DAD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A7CA9-6010-4455-8EB2-4BBA6BA73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B904-AF3E-42D0-BC92-D5804E32DAD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A7CA9-6010-4455-8EB2-4BBA6BA73DCB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B904-AF3E-42D0-BC92-D5804E32DAD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A7CA9-6010-4455-8EB2-4BBA6BA73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1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A47CB904-AF3E-42D0-BC92-D5804E32DAD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3AA7CA9-6010-4455-8EB2-4BBA6BA73DC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27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任务计划：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cron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本章开始介绍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上的任务计划。之所以到现在才开始介绍这项功能，是考虑到读者至此已经掌握了足够多的系统管理知识。任务计划可以有效地把这些知识融合在一起，使系统更高效地运转。事实上，有效管理系统的关键就在于让尽可能多的任务自动完成。这样可以把管理员从无休止的体力劳动中解放出来，同时也更少出错。</a:t>
            </a:r>
          </a:p>
        </p:txBody>
      </p:sp>
    </p:spTree>
    <p:extLst>
      <p:ext uri="{BB962C8B-B14F-4D97-AF65-F5344CB8AC3E}">
        <p14:creationId xmlns:p14="http://schemas.microsoft.com/office/powerpoint/2010/main" val="177798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27.1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快速上手：定期备份重要文件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设置定期备份文件</a:t>
            </a:r>
          </a:p>
        </p:txBody>
      </p:sp>
    </p:spTree>
    <p:extLst>
      <p:ext uri="{BB962C8B-B14F-4D97-AF65-F5344CB8AC3E}">
        <p14:creationId xmlns:p14="http://schemas.microsoft.com/office/powerpoint/2010/main" val="2551759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27.2  cron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的运行原理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Courier New"/>
                <a:ea typeface="宋体"/>
              </a:rPr>
              <a:t>启动</a:t>
            </a:r>
            <a:r>
              <a:rPr lang="en-US" altLang="zh-CN" b="0" i="0" u="none" strike="noStrike" baseline="0" smtClean="0">
                <a:latin typeface="Courier New"/>
                <a:ea typeface="宋体"/>
              </a:rPr>
              <a:t>cron</a:t>
            </a:r>
            <a:r>
              <a:rPr lang="zh-CN" altLang="en-US" b="0" i="0" u="none" strike="noStrike" baseline="0" smtClean="0">
                <a:latin typeface="Courier New"/>
                <a:ea typeface="宋体"/>
              </a:rPr>
              <a:t>服务</a:t>
            </a:r>
          </a:p>
        </p:txBody>
      </p:sp>
    </p:spTree>
    <p:extLst>
      <p:ext uri="{BB962C8B-B14F-4D97-AF65-F5344CB8AC3E}">
        <p14:creationId xmlns:p14="http://schemas.microsoft.com/office/powerpoint/2010/main" val="784759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27.3  crontab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管理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cron</a:t>
            </a:r>
            <a:r>
              <a:rPr lang="zh-CN" altLang="en-US" b="0" i="0" u="none" strike="noStrike" baseline="0" smtClean="0">
                <a:latin typeface="Times New Roman"/>
              </a:rPr>
              <a:t>的配置文件叫做</a:t>
            </a:r>
            <a:r>
              <a:rPr lang="en-US" altLang="zh-CN" b="0" i="0" u="none" strike="noStrike" baseline="0" smtClean="0">
                <a:latin typeface="Times New Roman"/>
              </a:rPr>
              <a:t>crontab</a:t>
            </a:r>
            <a:r>
              <a:rPr lang="zh-CN" altLang="en-US" b="0" i="0" u="none" strike="noStrike" baseline="0" smtClean="0">
                <a:latin typeface="Times New Roman"/>
              </a:rPr>
              <a:t>。和其他服务器不太一样，总共可以在</a:t>
            </a:r>
            <a:r>
              <a:rPr lang="en-US" altLang="zh-CN" b="0" i="0" u="none" strike="noStrike" baseline="0" smtClean="0">
                <a:latin typeface="Times New Roman"/>
              </a:rPr>
              <a:t>3</a:t>
            </a:r>
            <a:r>
              <a:rPr lang="zh-CN" altLang="en-US" b="0" i="0" u="none" strike="noStrike" baseline="0" smtClean="0">
                <a:latin typeface="Times New Roman"/>
              </a:rPr>
              <a:t>个地方找到</a:t>
            </a:r>
            <a:r>
              <a:rPr lang="en-US" altLang="zh-CN" b="0" i="0" u="none" strike="noStrike" baseline="0" smtClean="0">
                <a:latin typeface="Times New Roman"/>
              </a:rPr>
              <a:t>cron</a:t>
            </a:r>
            <a:r>
              <a:rPr lang="zh-CN" altLang="en-US" b="0" i="0" u="none" strike="noStrike" baseline="0" smtClean="0">
                <a:latin typeface="Times New Roman"/>
              </a:rPr>
              <a:t>的配置文件，这些文件对</a:t>
            </a:r>
            <a:r>
              <a:rPr lang="en-US" altLang="zh-CN" b="0" i="0" u="none" strike="noStrike" baseline="0" smtClean="0">
                <a:latin typeface="Times New Roman"/>
              </a:rPr>
              <a:t>cron</a:t>
            </a:r>
            <a:r>
              <a:rPr lang="zh-CN" altLang="en-US" b="0" i="0" u="none" strike="noStrike" baseline="0" smtClean="0">
                <a:latin typeface="Times New Roman"/>
              </a:rPr>
              <a:t>而言都是有用的。此外，管理员可以控制普通用户提交</a:t>
            </a:r>
            <a:r>
              <a:rPr lang="en-US" altLang="zh-CN" b="0" i="0" u="none" strike="noStrike" baseline="0" smtClean="0">
                <a:latin typeface="Times New Roman"/>
              </a:rPr>
              <a:t>crontab</a:t>
            </a:r>
            <a:r>
              <a:rPr lang="zh-CN" altLang="en-US" b="0" i="0" u="none" strike="noStrike" baseline="0" smtClean="0">
                <a:latin typeface="Times New Roman"/>
              </a:rPr>
              <a:t>的行为，并赋予某些用户特定的权限。</a:t>
            </a:r>
          </a:p>
        </p:txBody>
      </p:sp>
    </p:spTree>
    <p:extLst>
      <p:ext uri="{BB962C8B-B14F-4D97-AF65-F5344CB8AC3E}">
        <p14:creationId xmlns:p14="http://schemas.microsoft.com/office/powerpoint/2010/main" val="1982785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27.3.1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系统的全局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cron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配置文件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cron</a:t>
            </a:r>
            <a:r>
              <a:rPr lang="zh-CN" altLang="en-US" b="0" i="0" u="none" strike="noStrike" baseline="0" smtClean="0">
                <a:latin typeface="Times New Roman"/>
              </a:rPr>
              <a:t>配置文件的位置</a:t>
            </a:r>
          </a:p>
        </p:txBody>
      </p:sp>
    </p:spTree>
    <p:extLst>
      <p:ext uri="{BB962C8B-B14F-4D97-AF65-F5344CB8AC3E}">
        <p14:creationId xmlns:p14="http://schemas.microsoft.com/office/powerpoint/2010/main" val="3431807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27.3.2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普通用户的配置文件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571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27.3.3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管理用户的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cron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任务计划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制定任务计划</a:t>
            </a:r>
          </a:p>
        </p:txBody>
      </p:sp>
    </p:spTree>
    <p:extLst>
      <p:ext uri="{BB962C8B-B14F-4D97-AF65-F5344CB8AC3E}">
        <p14:creationId xmlns:p14="http://schemas.microsoft.com/office/powerpoint/2010/main" val="1492079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27.4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理解配置文件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配置文件详细介绍</a:t>
            </a:r>
          </a:p>
        </p:txBody>
      </p:sp>
    </p:spTree>
    <p:extLst>
      <p:ext uri="{BB962C8B-B14F-4D97-AF65-F5344CB8AC3E}">
        <p14:creationId xmlns:p14="http://schemas.microsoft.com/office/powerpoint/2010/main" val="2557379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27.5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简单的定时：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at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at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38672929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207</Words>
  <Application>Microsoft Office PowerPoint</Application>
  <PresentationFormat>全屏显示(4:3)</PresentationFormat>
  <Paragraphs>17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波形</vt:lpstr>
      <vt:lpstr>第27章  任务计划：cron</vt:lpstr>
      <vt:lpstr>27.1  快速上手：定期备份重要文件</vt:lpstr>
      <vt:lpstr>27.2  cron的运行原理</vt:lpstr>
      <vt:lpstr>27.3  crontab管理</vt:lpstr>
      <vt:lpstr>27.3.1  系统的全局cron配置文件</vt:lpstr>
      <vt:lpstr>27.3.2  普通用户的配置文件</vt:lpstr>
      <vt:lpstr>27.3.3  管理用户的cron任务计划</vt:lpstr>
      <vt:lpstr>27.4  理解配置文件</vt:lpstr>
      <vt:lpstr>27.5  简单的定时：at命令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第27章  任务计划：cron</dc:title>
  <dc:creator>User</dc:creator>
  <cp:lastModifiedBy>User</cp:lastModifiedBy>
  <cp:revision>1</cp:revision>
  <dcterms:created xsi:type="dcterms:W3CDTF">2013-01-30T12:07:27Z</dcterms:created>
  <dcterms:modified xsi:type="dcterms:W3CDTF">2013-01-30T12:07:41Z</dcterms:modified>
</cp:coreProperties>
</file>
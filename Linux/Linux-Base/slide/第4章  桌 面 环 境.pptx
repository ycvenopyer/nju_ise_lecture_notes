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48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7A0-B7E9-450C-88A2-2F55E3244E06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1B84-0384-44BB-B286-FF1585C9B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7A0-B7E9-450C-88A2-2F55E3244E06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1B84-0384-44BB-B286-FF1585C9B0D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7A0-B7E9-450C-88A2-2F55E3244E06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1B84-0384-44BB-B286-FF1585C9B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7A0-B7E9-450C-88A2-2F55E3244E06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1B84-0384-44BB-B286-FF1585C9B0D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7A0-B7E9-450C-88A2-2F55E3244E06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1B84-0384-44BB-B286-FF1585C9B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7A0-B7E9-450C-88A2-2F55E3244E06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1B84-0384-44BB-B286-FF1585C9B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7A0-B7E9-450C-88A2-2F55E3244E06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1B84-0384-44BB-B286-FF1585C9B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7A0-B7E9-450C-88A2-2F55E3244E06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1B84-0384-44BB-B286-FF1585C9B0D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7A0-B7E9-450C-88A2-2F55E3244E06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1B84-0384-44BB-B286-FF1585C9B0D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7A0-B7E9-450C-88A2-2F55E3244E06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1B84-0384-44BB-B286-FF1585C9B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7A0-B7E9-450C-88A2-2F55E3244E06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1B84-0384-44BB-B286-FF1585C9B0D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7A0-B7E9-450C-88A2-2F55E3244E06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1B84-0384-44BB-B286-FF1585C9B0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750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03BE7A0-B7E9-450C-88A2-2F55E3244E06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96B71B84-0384-44BB-B286-FF1585C9B0D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桌 面 环 境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本章将带领读者熟悉一下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的桌面环境，这里仍然以</a:t>
            </a:r>
            <a:r>
              <a:rPr lang="en-US" altLang="zh-CN" b="0" i="0" u="none" strike="noStrike" baseline="0" smtClean="0">
                <a:latin typeface="Times New Roman"/>
              </a:rPr>
              <a:t>Ubuntu 12.04</a:t>
            </a:r>
            <a:r>
              <a:rPr lang="zh-CN" altLang="en-US" b="0" i="0" u="none" strike="noStrike" baseline="0" smtClean="0">
                <a:latin typeface="Times New Roman"/>
              </a:rPr>
              <a:t>为例。使用其他发行版本的用户可能会发现具体操作完全不同，但是没有关系，读者需要做的无非是在“另一个地方”找到这些工具，或者是这些工具的等效替代品。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桌面环境如今变得越来越华丽，越来越人性化，即便是第一次使用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的用户也可以像模像样地做些事情了。</a:t>
            </a:r>
          </a:p>
        </p:txBody>
      </p:sp>
    </p:spTree>
    <p:extLst>
      <p:ext uri="{BB962C8B-B14F-4D97-AF65-F5344CB8AC3E}">
        <p14:creationId xmlns:p14="http://schemas.microsoft.com/office/powerpoint/2010/main" val="212612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4.1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快速熟悉你的工作环境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本节介绍第一次使用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必须要知道的事情。如何运行应用程序？如何浏览硬盘？如何建立一个文本文件？读者可能早就知道了这些事情，那么尽管跳过这一节。这些原本是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教程比较关心的内容。</a:t>
            </a:r>
          </a:p>
        </p:txBody>
      </p:sp>
    </p:spTree>
    <p:extLst>
      <p:ext uri="{BB962C8B-B14F-4D97-AF65-F5344CB8AC3E}">
        <p14:creationId xmlns:p14="http://schemas.microsoft.com/office/powerpoint/2010/main" val="3617468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4.1.1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运行应用程序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 smtClean="0">
                <a:latin typeface="Times New Roman"/>
              </a:rPr>
              <a:t>打开</a:t>
            </a:r>
            <a:r>
              <a:rPr lang="en-US" altLang="zh-CN" dirty="0" err="1" smtClean="0">
                <a:latin typeface="Times New Roman"/>
              </a:rPr>
              <a:t>LibreOffice</a:t>
            </a:r>
            <a:r>
              <a:rPr lang="en-US" altLang="zh-CN" dirty="0" smtClean="0">
                <a:latin typeface="Times New Roman"/>
              </a:rPr>
              <a:t> Writer</a:t>
            </a:r>
            <a:r>
              <a:rPr lang="zh-CN" altLang="en-US" dirty="0" smtClean="0">
                <a:latin typeface="Times New Roman"/>
              </a:rPr>
              <a:t>界面</a:t>
            </a:r>
            <a:endParaRPr lang="en-US" altLang="zh-CN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1940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4.1.2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浏览文件系统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 smtClean="0">
                <a:latin typeface="Times New Roman"/>
              </a:rPr>
              <a:t>打开文件浏览器</a:t>
            </a:r>
            <a:endParaRPr lang="en-US" altLang="zh-CN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766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4.1.3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创建一个文本文件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err="1" smtClean="0"/>
              <a:t>gedit</a:t>
            </a:r>
            <a:r>
              <a:rPr lang="zh-CN" altLang="en-US" dirty="0" smtClean="0"/>
              <a:t>编辑器创建文本文件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5655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4.2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个性化设置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本节介绍</a:t>
            </a:r>
            <a:r>
              <a:rPr lang="en-US" altLang="zh-CN" b="0" i="0" u="none" strike="noStrike" baseline="0" dirty="0" smtClean="0">
                <a:latin typeface="Times New Roman"/>
              </a:rPr>
              <a:t>Ubuntu</a:t>
            </a:r>
            <a:r>
              <a:rPr lang="zh-CN" altLang="en-US" b="0" i="0" u="none" strike="noStrike" baseline="0" dirty="0" smtClean="0">
                <a:latin typeface="Times New Roman"/>
              </a:rPr>
              <a:t>桌面环境的个性化设置。大部分的设置均针对当前用户，因此不需要提供</a:t>
            </a:r>
            <a:r>
              <a:rPr lang="en-US" altLang="zh-CN" b="0" i="0" u="none" strike="noStrike" baseline="0" dirty="0" smtClean="0">
                <a:latin typeface="Times New Roman"/>
              </a:rPr>
              <a:t>root</a:t>
            </a:r>
            <a:r>
              <a:rPr lang="zh-CN" altLang="en-US" b="0" i="0" u="none" strike="noStrike" baseline="0" dirty="0" smtClean="0">
                <a:latin typeface="Times New Roman"/>
              </a:rPr>
              <a:t>口令。而涉及系统设置的部分，则要求拥有管理员权限。可以用一个简单的方法判断是否需要</a:t>
            </a:r>
            <a:r>
              <a:rPr lang="en-US" altLang="zh-CN" b="0" i="0" u="none" strike="noStrike" baseline="0" dirty="0" smtClean="0">
                <a:latin typeface="Times New Roman"/>
              </a:rPr>
              <a:t>root</a:t>
            </a:r>
            <a:r>
              <a:rPr lang="zh-CN" altLang="en-US" b="0" i="0" u="none" strike="noStrike" baseline="0" dirty="0" smtClean="0">
                <a:latin typeface="Times New Roman"/>
              </a:rPr>
              <a:t>权限，即位于“首选项”菜单中的所有设置均不需要</a:t>
            </a:r>
            <a:r>
              <a:rPr lang="en-US" altLang="zh-CN" b="0" i="0" u="none" strike="noStrike" baseline="0" dirty="0" smtClean="0">
                <a:latin typeface="Times New Roman"/>
              </a:rPr>
              <a:t>root</a:t>
            </a:r>
            <a:r>
              <a:rPr lang="zh-CN" altLang="en-US" b="0" i="0" u="none" strike="noStrike" baseline="0" dirty="0" smtClean="0">
                <a:latin typeface="Times New Roman"/>
              </a:rPr>
              <a:t>口令，与之相反的是“系统管理”菜单中的大部分命令。</a:t>
            </a:r>
          </a:p>
        </p:txBody>
      </p:sp>
    </p:spTree>
    <p:extLst>
      <p:ext uri="{BB962C8B-B14F-4D97-AF65-F5344CB8AC3E}">
        <p14:creationId xmlns:p14="http://schemas.microsoft.com/office/powerpoint/2010/main" val="1350441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4.2.1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桌面背景和字体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设置桌面背景和字体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12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4.2.2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显示器分辨率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设置显示器的分辨率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2004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4.2.3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代理服务器</a:t>
            </a:r>
            <a:endParaRPr lang="zh-CN" altLang="en-US" b="0" i="0" u="none" strike="noStrike" kern="1800" baseline="0" smtClean="0">
              <a:solidFill>
                <a:srgbClr val="FF0000"/>
              </a:solidFill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设置网络代理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4219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4.2.4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鼠标和键盘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设置鼠标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设置键盘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6278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4.2.5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键盘快捷键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设置键盘的快捷键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778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4.3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进阶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：究竟什么是“桌面”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中“桌面”的概念在初学者看来只能用“乱七八糟”来形容，好在那些试图解释清楚这件事情的人们也有同样的感受。这一节的内容有一点枯燥，更令人沮丧的是，读者可能在很长一段时间内都不会用到这些概念。</a:t>
            </a:r>
          </a:p>
        </p:txBody>
      </p:sp>
    </p:spTree>
    <p:extLst>
      <p:ext uri="{BB962C8B-B14F-4D97-AF65-F5344CB8AC3E}">
        <p14:creationId xmlns:p14="http://schemas.microsoft.com/office/powerpoint/2010/main" val="524939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4.3.1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可以卸载的图形环境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可以在非图形环境下操作</a:t>
            </a:r>
          </a:p>
        </p:txBody>
      </p:sp>
    </p:spTree>
    <p:extLst>
      <p:ext uri="{BB962C8B-B14F-4D97-AF65-F5344CB8AC3E}">
        <p14:creationId xmlns:p14="http://schemas.microsoft.com/office/powerpoint/2010/main" val="208585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4.3.2  X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窗口系统的基本组成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X</a:t>
            </a:r>
            <a:r>
              <a:rPr lang="zh-CN" altLang="en-US" b="0" i="0" u="none" strike="noStrike" baseline="0" dirty="0" smtClean="0">
                <a:latin typeface="Times New Roman"/>
              </a:rPr>
              <a:t>窗口系统（</a:t>
            </a:r>
            <a:r>
              <a:rPr lang="en-US" altLang="zh-CN" b="0" i="0" u="none" strike="noStrike" baseline="0" dirty="0" smtClean="0">
                <a:latin typeface="Times New Roman"/>
              </a:rPr>
              <a:t>X Window System</a:t>
            </a:r>
            <a:r>
              <a:rPr lang="zh-CN" altLang="en-US" b="0" i="0" u="none" strike="noStrike" baseline="0" dirty="0" smtClean="0">
                <a:latin typeface="Times New Roman"/>
              </a:rPr>
              <a:t>）是</a:t>
            </a:r>
            <a:r>
              <a:rPr lang="en-US" altLang="zh-CN" b="0" i="0" u="none" strike="noStrike" baseline="0" dirty="0" smtClean="0">
                <a:latin typeface="Times New Roman"/>
              </a:rPr>
              <a:t>Linux</a:t>
            </a:r>
            <a:r>
              <a:rPr lang="zh-CN" altLang="en-US" b="0" i="0" u="none" strike="noStrike" baseline="0" dirty="0" smtClean="0">
                <a:latin typeface="Times New Roman"/>
              </a:rPr>
              <a:t>图形用户环境的基础。这个系统最初诞生于</a:t>
            </a:r>
            <a:r>
              <a:rPr lang="en-US" altLang="zh-CN" b="0" i="0" u="none" strike="noStrike" baseline="0" dirty="0" smtClean="0">
                <a:latin typeface="Times New Roman"/>
              </a:rPr>
              <a:t>MIT</a:t>
            </a:r>
            <a:r>
              <a:rPr lang="zh-CN" altLang="en-US" b="0" i="0" u="none" strike="noStrike" baseline="0" dirty="0" smtClean="0">
                <a:latin typeface="Times New Roman"/>
              </a:rPr>
              <a:t>（麻省理工大学）的</a:t>
            </a:r>
            <a:r>
              <a:rPr lang="en-US" altLang="zh-CN" b="0" i="0" u="none" strike="noStrike" baseline="0" dirty="0" smtClean="0">
                <a:latin typeface="Times New Roman"/>
              </a:rPr>
              <a:t>Athena</a:t>
            </a:r>
            <a:r>
              <a:rPr lang="zh-CN" altLang="en-US" b="0" i="0" u="none" strike="noStrike" baseline="0" dirty="0" smtClean="0">
                <a:latin typeface="Times New Roman"/>
              </a:rPr>
              <a:t>项目，时间是</a:t>
            </a:r>
            <a:r>
              <a:rPr lang="en-US" altLang="zh-CN" b="0" i="0" u="none" strike="noStrike" baseline="0" dirty="0" smtClean="0">
                <a:latin typeface="Times New Roman"/>
              </a:rPr>
              <a:t>20</a:t>
            </a:r>
            <a:r>
              <a:rPr lang="zh-CN" altLang="en-US" b="0" i="0" u="none" strike="noStrike" baseline="0" dirty="0" smtClean="0">
                <a:latin typeface="Times New Roman"/>
              </a:rPr>
              <a:t>世纪</a:t>
            </a:r>
            <a:r>
              <a:rPr lang="en-US" altLang="zh-CN" b="0" i="0" u="none" strike="noStrike" baseline="0" dirty="0" smtClean="0">
                <a:latin typeface="Times New Roman"/>
              </a:rPr>
              <a:t>80</a:t>
            </a:r>
            <a:r>
              <a:rPr lang="zh-CN" altLang="en-US" b="0" i="0" u="none" strike="noStrike" baseline="0" dirty="0" smtClean="0">
                <a:latin typeface="Times New Roman"/>
              </a:rPr>
              <a:t>年代。</a:t>
            </a:r>
            <a:r>
              <a:rPr lang="en-US" altLang="zh-CN" b="0" i="0" u="none" strike="noStrike" baseline="0" dirty="0" smtClean="0">
                <a:latin typeface="Times New Roman"/>
              </a:rPr>
              <a:t>X</a:t>
            </a:r>
            <a:r>
              <a:rPr lang="zh-CN" altLang="en-US" b="0" i="0" u="none" strike="noStrike" baseline="0" dirty="0" smtClean="0">
                <a:latin typeface="Times New Roman"/>
              </a:rPr>
              <a:t>的发展经历了一段复杂曲折的过程，如今绝大多数</a:t>
            </a:r>
            <a:r>
              <a:rPr lang="en-US" altLang="zh-CN" b="0" i="0" u="none" strike="noStrike" baseline="0" dirty="0" smtClean="0">
                <a:latin typeface="Times New Roman"/>
              </a:rPr>
              <a:t>Linux</a:t>
            </a:r>
            <a:r>
              <a:rPr lang="zh-CN" altLang="en-US" b="0" i="0" u="none" strike="noStrike" baseline="0" dirty="0" smtClean="0">
                <a:latin typeface="Times New Roman"/>
              </a:rPr>
              <a:t>使用的是由</a:t>
            </a:r>
            <a:r>
              <a:rPr lang="en-US" altLang="zh-CN" b="0" i="0" u="none" strike="noStrike" baseline="0" dirty="0" err="1" smtClean="0">
                <a:latin typeface="Times New Roman"/>
              </a:rPr>
              <a:t>X.org</a:t>
            </a:r>
            <a:r>
              <a:rPr lang="zh-CN" altLang="en-US" b="0" i="0" u="none" strike="noStrike" baseline="0" dirty="0" smtClean="0">
                <a:latin typeface="Times New Roman"/>
              </a:rPr>
              <a:t>基金会维护的</a:t>
            </a:r>
            <a:r>
              <a:rPr lang="en-US" altLang="zh-CN" b="0" i="0" u="none" strike="noStrike" baseline="0" dirty="0" err="1" smtClean="0">
                <a:latin typeface="Times New Roman"/>
              </a:rPr>
              <a:t>X.Org</a:t>
            </a:r>
            <a:r>
              <a:rPr lang="zh-CN" altLang="en-US" b="0" i="0" u="none" strike="noStrike" baseline="0" dirty="0" smtClean="0">
                <a:latin typeface="Times New Roman"/>
              </a:rPr>
              <a:t>（曾经被广泛使用的</a:t>
            </a:r>
            <a:r>
              <a:rPr lang="en-US" altLang="zh-CN" b="0" i="0" u="none" strike="noStrike" baseline="0" dirty="0" err="1" smtClean="0">
                <a:latin typeface="Times New Roman"/>
              </a:rPr>
              <a:t>XFree86</a:t>
            </a:r>
            <a:r>
              <a:rPr lang="zh-CN" altLang="en-US" b="0" i="0" u="none" strike="noStrike" baseline="0" dirty="0" smtClean="0">
                <a:latin typeface="Times New Roman"/>
              </a:rPr>
              <a:t>因为许可证的转变正逐渐退出</a:t>
            </a:r>
            <a:r>
              <a:rPr lang="en-US" altLang="zh-CN" b="0" i="0" u="none" strike="noStrike" baseline="0" dirty="0" smtClean="0">
                <a:latin typeface="Times New Roman"/>
              </a:rPr>
              <a:t>Linux</a:t>
            </a:r>
            <a:r>
              <a:rPr lang="zh-CN" altLang="en-US" b="0" i="0" u="none" strike="noStrike" baseline="0" dirty="0" smtClean="0">
                <a:latin typeface="Times New Roman"/>
              </a:rPr>
              <a:t>市场）。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X</a:t>
            </a:r>
            <a:r>
              <a:rPr lang="zh-CN" altLang="en-US" b="0" i="0" u="none" strike="noStrike" baseline="0" dirty="0" smtClean="0">
                <a:latin typeface="Times New Roman"/>
              </a:rPr>
              <a:t>系统基于一种独特的服务器</a:t>
            </a:r>
            <a:r>
              <a:rPr lang="en-US" altLang="zh-CN" b="0" i="0" u="none" strike="noStrike" baseline="0" dirty="0" smtClean="0">
                <a:latin typeface="Times New Roman"/>
              </a:rPr>
              <a:t>/</a:t>
            </a:r>
            <a:r>
              <a:rPr lang="zh-CN" altLang="en-US" b="0" i="0" u="none" strike="noStrike" baseline="0" dirty="0" smtClean="0">
                <a:latin typeface="Times New Roman"/>
              </a:rPr>
              <a:t>客户机架构。作为起步，本节首先解释几个基本概念。这些概念现在看起来可能有点抽象，这样安排的用意是，如果读者被后面的内容弄糊涂了，那么还可以回到这里寻求帮助。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1</a:t>
            </a:r>
            <a:r>
              <a:rPr lang="zh-CN" altLang="en-US" b="0" i="0" u="none" strike="noStrike" baseline="0" dirty="0" smtClean="0">
                <a:latin typeface="Times New Roman"/>
              </a:rPr>
              <a:t>．</a:t>
            </a:r>
            <a:r>
              <a:rPr lang="en-US" altLang="zh-CN" b="0" i="0" u="none" strike="noStrike" baseline="0" dirty="0" smtClean="0">
                <a:latin typeface="Times New Roman"/>
              </a:rPr>
              <a:t>X</a:t>
            </a:r>
            <a:r>
              <a:rPr lang="zh-CN" altLang="en-US" b="0" i="0" u="none" strike="noStrike" baseline="0" dirty="0" smtClean="0">
                <a:latin typeface="Times New Roman"/>
              </a:rPr>
              <a:t>服务器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2</a:t>
            </a:r>
            <a:r>
              <a:rPr lang="zh-CN" altLang="en-US" b="0" i="0" u="none" strike="noStrike" baseline="0" dirty="0" smtClean="0">
                <a:latin typeface="Times New Roman"/>
              </a:rPr>
              <a:t>．</a:t>
            </a:r>
            <a:r>
              <a:rPr lang="en-US" altLang="zh-CN" b="0" i="0" u="none" strike="noStrike" baseline="0" dirty="0" smtClean="0">
                <a:latin typeface="Times New Roman"/>
              </a:rPr>
              <a:t>X</a:t>
            </a:r>
            <a:r>
              <a:rPr lang="zh-CN" altLang="en-US" b="0" i="0" u="none" strike="noStrike" baseline="0" dirty="0" smtClean="0">
                <a:latin typeface="Times New Roman"/>
              </a:rPr>
              <a:t>客户端程序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3</a:t>
            </a:r>
            <a:r>
              <a:rPr lang="zh-CN" altLang="en-US" b="0" i="0" u="none" strike="noStrike" baseline="0" dirty="0" smtClean="0">
                <a:latin typeface="Times New Roman"/>
              </a:rPr>
              <a:t>．窗口管理器（</a:t>
            </a:r>
            <a:r>
              <a:rPr lang="en-US" altLang="zh-CN" b="0" i="0" u="none" strike="noStrike" baseline="0" dirty="0" smtClean="0">
                <a:latin typeface="Times New Roman"/>
              </a:rPr>
              <a:t>Window Manager</a:t>
            </a:r>
            <a:r>
              <a:rPr lang="zh-CN" altLang="en-US" b="0" i="0" u="none" strike="noStrike" baseline="0" dirty="0" smtClean="0">
                <a:latin typeface="Times New Roman"/>
              </a:rPr>
              <a:t>）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4</a:t>
            </a:r>
            <a:r>
              <a:rPr lang="zh-CN" altLang="en-US" b="0" i="0" u="none" strike="noStrike" baseline="0" dirty="0" smtClean="0">
                <a:latin typeface="Times New Roman"/>
              </a:rPr>
              <a:t>．显示管理器（</a:t>
            </a:r>
            <a:r>
              <a:rPr lang="en-US" altLang="zh-CN" b="0" i="0" u="none" strike="noStrike" baseline="0" dirty="0" smtClean="0">
                <a:latin typeface="Times New Roman"/>
              </a:rPr>
              <a:t>Display Manager</a:t>
            </a:r>
            <a:r>
              <a:rPr lang="zh-CN" altLang="en-US" b="0" i="0" u="none" strike="noStrike" baseline="0" dirty="0" smtClean="0">
                <a:latin typeface="Times New Roman"/>
              </a:rPr>
              <a:t>）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5</a:t>
            </a:r>
            <a:r>
              <a:rPr lang="zh-CN" altLang="en-US" b="0" i="0" u="none" strike="noStrike" baseline="0" dirty="0" smtClean="0">
                <a:latin typeface="Times New Roman"/>
              </a:rPr>
              <a:t>．</a:t>
            </a:r>
            <a:r>
              <a:rPr lang="en-US" altLang="zh-CN" b="0" i="0" u="none" strike="noStrike" baseline="0" dirty="0" smtClean="0">
                <a:latin typeface="Times New Roman"/>
              </a:rPr>
              <a:t>widget</a:t>
            </a:r>
            <a:r>
              <a:rPr lang="zh-CN" altLang="en-US" b="0" i="0" u="none" strike="noStrike" baseline="0" dirty="0" smtClean="0">
                <a:latin typeface="Times New Roman"/>
              </a:rPr>
              <a:t>库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6</a:t>
            </a:r>
            <a:r>
              <a:rPr lang="zh-CN" altLang="en-US" b="0" i="0" u="none" strike="noStrike" baseline="0" dirty="0" smtClean="0">
                <a:latin typeface="Times New Roman"/>
              </a:rPr>
              <a:t>．桌面环境</a:t>
            </a:r>
          </a:p>
        </p:txBody>
      </p:sp>
    </p:spTree>
    <p:extLst>
      <p:ext uri="{BB962C8B-B14F-4D97-AF65-F5344CB8AC3E}">
        <p14:creationId xmlns:p14="http://schemas.microsoft.com/office/powerpoint/2010/main" val="3344253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4.3.3  X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系统的启动过程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启动</a:t>
            </a:r>
            <a:r>
              <a:rPr lang="en-US" altLang="zh-CN" b="0" i="0" u="none" strike="noStrike" baseline="0" smtClean="0">
                <a:latin typeface="Times New Roman"/>
              </a:rPr>
              <a:t>X</a:t>
            </a:r>
            <a:r>
              <a:rPr lang="zh-CN" altLang="en-US" b="0" i="0" u="none" strike="noStrike" baseline="0" smtClean="0">
                <a:latin typeface="Times New Roman"/>
              </a:rPr>
              <a:t>服务器。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提供一个界面友好的屏幕，等待验证用户的身份。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3.</a:t>
            </a:r>
            <a:r>
              <a:rPr lang="zh-CN" altLang="en-US" b="0" i="0" u="none" strike="noStrike" baseline="0" smtClean="0">
                <a:latin typeface="Times New Roman"/>
              </a:rPr>
              <a:t>执行用户的引导脚本，这个脚本用于建立用户的桌面环境。</a:t>
            </a:r>
          </a:p>
        </p:txBody>
      </p:sp>
    </p:spTree>
    <p:extLst>
      <p:ext uri="{BB962C8B-B14F-4D97-AF65-F5344CB8AC3E}">
        <p14:creationId xmlns:p14="http://schemas.microsoft.com/office/powerpoint/2010/main" val="2499656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4.3.4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启动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X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应用程序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设置</a:t>
            </a:r>
            <a:r>
              <a:rPr lang="en-US" altLang="zh-CN" b="0" i="0" u="none" strike="noStrike" baseline="0" smtClean="0">
                <a:latin typeface="Times New Roman"/>
              </a:rPr>
              <a:t>X</a:t>
            </a:r>
            <a:r>
              <a:rPr lang="zh-CN" altLang="en-US" b="0" i="0" u="none" strike="noStrike" baseline="0" smtClean="0">
                <a:latin typeface="Times New Roman"/>
              </a:rPr>
              <a:t>应用程序在什么地方显示</a:t>
            </a:r>
          </a:p>
        </p:txBody>
      </p:sp>
    </p:spTree>
    <p:extLst>
      <p:ext uri="{BB962C8B-B14F-4D97-AF65-F5344CB8AC3E}">
        <p14:creationId xmlns:p14="http://schemas.microsoft.com/office/powerpoint/2010/main" val="865598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4.3.5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桌面环境：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KDE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Gnome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谁更好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1.KDE</a:t>
            </a:r>
            <a:r>
              <a:rPr lang="zh-CN" altLang="en-US" b="0" i="0" u="none" strike="noStrike" baseline="0" smtClean="0">
                <a:latin typeface="Times New Roman"/>
              </a:rPr>
              <a:t>桌面环境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2.Gnome</a:t>
            </a:r>
            <a:r>
              <a:rPr lang="zh-CN" altLang="en-US" b="0" i="0" u="none" strike="noStrike" baseline="0" smtClean="0">
                <a:latin typeface="Times New Roman"/>
              </a:rPr>
              <a:t>桌面环境</a:t>
            </a:r>
          </a:p>
        </p:txBody>
      </p:sp>
    </p:spTree>
    <p:extLst>
      <p:ext uri="{BB962C8B-B14F-4D97-AF65-F5344CB8AC3E}">
        <p14:creationId xmlns:p14="http://schemas.microsoft.com/office/powerpoint/2010/main" val="33345999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6</TotalTime>
  <Words>629</Words>
  <Application>Microsoft Office PowerPoint</Application>
  <PresentationFormat>全屏显示(4:3)</PresentationFormat>
  <Paragraphs>45</Paragraphs>
  <Slides>17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18" baseType="lpstr">
      <vt:lpstr>波形</vt:lpstr>
      <vt:lpstr>第4章  桌 面 环 境</vt:lpstr>
      <vt:lpstr>4.1  快速熟悉你的工作环境</vt:lpstr>
      <vt:lpstr>4.1.1  运行应用程序</vt:lpstr>
      <vt:lpstr>4.1.2  浏览文件系统</vt:lpstr>
      <vt:lpstr>4.1.3  创建一个文本文件</vt:lpstr>
      <vt:lpstr>4.2  个性化设置</vt:lpstr>
      <vt:lpstr>4.2.1  桌面背景和字体</vt:lpstr>
      <vt:lpstr>4.2.2  显示器分辨率</vt:lpstr>
      <vt:lpstr>4.2.3  代理服务器</vt:lpstr>
      <vt:lpstr>4.2.4  鼠标和键盘</vt:lpstr>
      <vt:lpstr>4.2.5  键盘快捷键</vt:lpstr>
      <vt:lpstr>4.3  进阶1：究竟什么是“桌面”</vt:lpstr>
      <vt:lpstr>4.3.1  可以卸载的图形环境</vt:lpstr>
      <vt:lpstr>4.3.2  X窗口系统的基本组成</vt:lpstr>
      <vt:lpstr>4.3.3  X系统的启动过程</vt:lpstr>
      <vt:lpstr>4.3.4  启动X应用程序</vt:lpstr>
      <vt:lpstr>4.3.5  桌面环境：KDE和Gnome谁更好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 桌 面 环 境</dc:title>
  <dc:creator>User</dc:creator>
  <cp:lastModifiedBy>User</cp:lastModifiedBy>
  <cp:revision>2</cp:revision>
  <dcterms:created xsi:type="dcterms:W3CDTF">2013-01-29T01:25:54Z</dcterms:created>
  <dcterms:modified xsi:type="dcterms:W3CDTF">2013-01-31T01:03:02Z</dcterms:modified>
</cp:coreProperties>
</file>
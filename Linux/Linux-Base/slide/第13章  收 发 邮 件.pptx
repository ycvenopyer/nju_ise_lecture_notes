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4F1F-CEC1-49CD-A812-4DB3CA8F4F8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8B9-13BE-4B22-94A1-BA5C23B7FA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4F1F-CEC1-49CD-A812-4DB3CA8F4F8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8B9-13BE-4B22-94A1-BA5C23B7FAF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4F1F-CEC1-49CD-A812-4DB3CA8F4F8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8B9-13BE-4B22-94A1-BA5C23B7FA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4F1F-CEC1-49CD-A812-4DB3CA8F4F8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8B9-13BE-4B22-94A1-BA5C23B7FAF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4F1F-CEC1-49CD-A812-4DB3CA8F4F8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8B9-13BE-4B22-94A1-BA5C23B7FA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4F1F-CEC1-49CD-A812-4DB3CA8F4F8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8B9-13BE-4B22-94A1-BA5C23B7FA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4F1F-CEC1-49CD-A812-4DB3CA8F4F8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8B9-13BE-4B22-94A1-BA5C23B7FA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4F1F-CEC1-49CD-A812-4DB3CA8F4F8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8B9-13BE-4B22-94A1-BA5C23B7FAF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4F1F-CEC1-49CD-A812-4DB3CA8F4F8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8B9-13BE-4B22-94A1-BA5C23B7FAF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4F1F-CEC1-49CD-A812-4DB3CA8F4F8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8B9-13BE-4B22-94A1-BA5C23B7FA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4F1F-CEC1-49CD-A812-4DB3CA8F4F8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8B9-13BE-4B22-94A1-BA5C23B7FAF0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4F1F-CEC1-49CD-A812-4DB3CA8F4F8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8B9-13BE-4B22-94A1-BA5C23B7FA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244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B614F1F-CEC1-49CD-A812-4DB3CA8F4F8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7B8B8B9-13BE-4B22-94A1-BA5C23B7FAF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13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收 发 邮 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电子邮件曾经是互联网应用的中心，现在仍然是极其重要的一部分。已经很难想象没有电子邮件的世界是什么样了。记不清上一次跑邮局和开信箱是什么时候了，问候、企划、广告</a:t>
            </a:r>
            <a:r>
              <a:rPr lang="en-US" altLang="zh-CN" b="0" i="0" u="none" strike="noStrike" baseline="0" smtClean="0">
                <a:latin typeface="Times New Roman"/>
              </a:rPr>
              <a:t>……</a:t>
            </a:r>
            <a:r>
              <a:rPr lang="zh-CN" altLang="en-US" b="0" i="0" u="none" strike="noStrike" baseline="0" smtClean="0">
                <a:latin typeface="Times New Roman"/>
              </a:rPr>
              <a:t>每时每刻都从世界这头飞往另一头的“邮箱”，人们要做的只是用鼠标单击“接收”和“发送”那么简单。</a:t>
            </a:r>
          </a:p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本章将介绍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下主流邮件客户端的使用。不要因为正工作在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下而对此严阵以待，收发邮件在这里也只是轻点几下鼠标而已。</a:t>
            </a:r>
          </a:p>
        </p:txBody>
      </p:sp>
    </p:spTree>
    <p:extLst>
      <p:ext uri="{BB962C8B-B14F-4D97-AF65-F5344CB8AC3E}">
        <p14:creationId xmlns:p14="http://schemas.microsoft.com/office/powerpoint/2010/main" val="489849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准 备 工 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在正式使用电子邮件之前，需要做一些准备工作，例如获取一个邮箱。在这方面读者应该已经颇有心得，下面只是简单地做一些介绍，并帮助读者权衡一些看似细节的选择，这些细节问题有时候显得非常重要。</a:t>
            </a:r>
          </a:p>
        </p:txBody>
      </p:sp>
    </p:spTree>
    <p:extLst>
      <p:ext uri="{BB962C8B-B14F-4D97-AF65-F5344CB8AC3E}">
        <p14:creationId xmlns:p14="http://schemas.microsoft.com/office/powerpoint/2010/main" val="4185531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13.1.1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获得邮箱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邮箱的发展</a:t>
            </a:r>
          </a:p>
        </p:txBody>
      </p:sp>
    </p:spTree>
    <p:extLst>
      <p:ext uri="{BB962C8B-B14F-4D97-AF65-F5344CB8AC3E}">
        <p14:creationId xmlns:p14="http://schemas.microsoft.com/office/powerpoint/2010/main" val="3425516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13.1.2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邮件协议：浏览器还是邮件客户端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邮件服务的发展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 邮件客户端的功能</a:t>
            </a:r>
          </a:p>
        </p:txBody>
      </p:sp>
    </p:spTree>
    <p:extLst>
      <p:ext uri="{BB962C8B-B14F-4D97-AF65-F5344CB8AC3E}">
        <p14:creationId xmlns:p14="http://schemas.microsoft.com/office/powerpoint/2010/main" val="2220749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13.2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Gnome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下的邮件客户端：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Evolution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安装</a:t>
            </a:r>
            <a:r>
              <a:rPr lang="en-US" altLang="zh-CN" b="0" i="0" u="none" strike="noStrike" baseline="0" smtClean="0">
                <a:latin typeface="Times New Roman"/>
              </a:rPr>
              <a:t>Evolution</a:t>
            </a:r>
            <a:r>
              <a:rPr lang="zh-CN" altLang="en-US" b="0" i="0" u="none" strike="noStrike" baseline="0" smtClean="0">
                <a:latin typeface="Times New Roman"/>
              </a:rPr>
              <a:t>邮件客户端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2.Evolution</a:t>
            </a:r>
            <a:r>
              <a:rPr lang="zh-CN" altLang="en-US" b="0" i="0" u="none" strike="noStrike" baseline="0" smtClean="0">
                <a:latin typeface="Times New Roman"/>
              </a:rPr>
              <a:t>邮件客户端的设置</a:t>
            </a:r>
          </a:p>
        </p:txBody>
      </p:sp>
    </p:spTree>
    <p:extLst>
      <p:ext uri="{BB962C8B-B14F-4D97-AF65-F5344CB8AC3E}">
        <p14:creationId xmlns:p14="http://schemas.microsoft.com/office/powerpoint/2010/main" val="945455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13.3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KDE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下的邮件客户端：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Kmail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1.Kmail</a:t>
            </a:r>
            <a:r>
              <a:rPr lang="zh-CN" altLang="en-US" b="0" i="0" u="none" strike="noStrike" baseline="0" smtClean="0">
                <a:latin typeface="Times New Roman"/>
              </a:rPr>
              <a:t>邮件客户端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2.Kmail</a:t>
            </a:r>
            <a:r>
              <a:rPr lang="zh-CN" altLang="en-US" b="0" i="0" u="none" strike="noStrike" baseline="0" smtClean="0">
                <a:latin typeface="Times New Roman"/>
              </a:rPr>
              <a:t>邮件客户端设置</a:t>
            </a:r>
          </a:p>
        </p:txBody>
      </p:sp>
    </p:spTree>
    <p:extLst>
      <p:ext uri="{BB962C8B-B14F-4D97-AF65-F5344CB8AC3E}">
        <p14:creationId xmlns:p14="http://schemas.microsoft.com/office/powerpoint/2010/main" val="13729874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232</Words>
  <Application>Microsoft Office PowerPoint</Application>
  <PresentationFormat>全屏显示(4:3)</PresentationFormat>
  <Paragraphs>16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波形</vt:lpstr>
      <vt:lpstr>第13章  收 发 邮 件</vt:lpstr>
      <vt:lpstr>13.1  准 备 工 作</vt:lpstr>
      <vt:lpstr>13.1.1  获得邮箱</vt:lpstr>
      <vt:lpstr>13.1.2  邮件协议：浏览器还是邮件客户端</vt:lpstr>
      <vt:lpstr>13.2  Gnome下的邮件客户端：Evolution</vt:lpstr>
      <vt:lpstr>13.3  KDE下的邮件客户端：Kmail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第13章  收 发 邮 件</dc:title>
  <dc:creator>User</dc:creator>
  <cp:lastModifiedBy>User</cp:lastModifiedBy>
  <cp:revision>1</cp:revision>
  <dcterms:created xsi:type="dcterms:W3CDTF">2013-01-29T05:56:01Z</dcterms:created>
  <dcterms:modified xsi:type="dcterms:W3CDTF">2013-01-29T05:56:21Z</dcterms:modified>
</cp:coreProperties>
</file>
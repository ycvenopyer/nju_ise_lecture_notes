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93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7805A0A-5CA8-4179-85F0-6997797D15F9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789AB1E-FCF1-4D78-A0A8-0FAB6DDE71F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18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打印机配置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本章介绍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下打印机的配置和使用。要让一台打印机正确地工作起来曾经非常困难，但现在情况已经好转很多了。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打印系统已经非常灵活和高效，很多情况下只要简单地把数据线连接到计算机就可以了。尽管如此，在实际工作中依然可能遇到各种问题，本章将尽可能多地关注到各个细节。毕竟，谁都不希望高价购得的打印机被证明是无法使用的。</a:t>
            </a:r>
          </a:p>
        </p:txBody>
      </p:sp>
    </p:spTree>
    <p:extLst>
      <p:ext uri="{BB962C8B-B14F-4D97-AF65-F5344CB8AC3E}">
        <p14:creationId xmlns:p14="http://schemas.microsoft.com/office/powerpoint/2010/main" val="269460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为什么要有这一章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用户已经习惯了在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中安装驱动，然后给打印机发号施令。看起来在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中可以用同样的方法解决问题，这个想法没有错。但要是硬件厂商没有开发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下的驱动程序怎么办？更多时候，情况并不仅仅如此。用户可以把打印机想得很简单，也可以很复杂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这取决于具体的应用环境。如果读者只是想让身边的打印机在需要的时候打印出一页文档，那么只需要阅读</a:t>
            </a:r>
            <a:r>
              <a:rPr lang="en-US" altLang="zh-CN" b="0" i="0" u="none" strike="noStrike" baseline="0" smtClean="0">
                <a:latin typeface="Times New Roman"/>
              </a:rPr>
              <a:t>18.2</a:t>
            </a:r>
            <a:r>
              <a:rPr lang="zh-CN" altLang="en-US" b="0" i="0" u="none" strike="noStrike" baseline="0" smtClean="0">
                <a:latin typeface="Times New Roman"/>
              </a:rPr>
              <a:t>节就可以了。但对于那些希望在企业环境中部署打印系统的读者而言，按顺序阅读本章的内容是更好的选择。</a:t>
            </a:r>
          </a:p>
        </p:txBody>
      </p:sp>
    </p:spTree>
    <p:extLst>
      <p:ext uri="{BB962C8B-B14F-4D97-AF65-F5344CB8AC3E}">
        <p14:creationId xmlns:p14="http://schemas.microsoft.com/office/powerpoint/2010/main" val="426679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打印机还是计算机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理解打印机</a:t>
            </a:r>
          </a:p>
        </p:txBody>
      </p:sp>
    </p:spTree>
    <p:extLst>
      <p:ext uri="{BB962C8B-B14F-4D97-AF65-F5344CB8AC3E}">
        <p14:creationId xmlns:p14="http://schemas.microsoft.com/office/powerpoint/2010/main" val="86660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打印机的语言：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PDL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PDL</a:t>
            </a:r>
            <a:r>
              <a:rPr lang="zh-CN" altLang="en-US" b="0" i="0" u="none" strike="noStrike" baseline="0" smtClean="0">
                <a:latin typeface="Times New Roman"/>
              </a:rPr>
              <a:t>语言</a:t>
            </a:r>
          </a:p>
        </p:txBody>
      </p:sp>
    </p:spTree>
    <p:extLst>
      <p:ext uri="{BB962C8B-B14F-4D97-AF65-F5344CB8AC3E}">
        <p14:creationId xmlns:p14="http://schemas.microsoft.com/office/powerpoint/2010/main" val="1505951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驱动程序和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PDL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的关系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打印机的驱动程序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驱动程序和</a:t>
            </a:r>
            <a:r>
              <a:rPr lang="en-US" altLang="zh-CN" b="0" i="0" u="none" strike="noStrike" baseline="0" smtClean="0">
                <a:latin typeface="Times New Roman"/>
              </a:rPr>
              <a:t>PDL</a:t>
            </a:r>
            <a:r>
              <a:rPr lang="zh-CN" altLang="en-US" b="0" i="0" u="none" strike="noStrike" baseline="0" smtClean="0">
                <a:latin typeface="Times New Roman"/>
              </a:rPr>
              <a:t>的关系</a:t>
            </a:r>
          </a:p>
        </p:txBody>
      </p:sp>
    </p:spTree>
    <p:extLst>
      <p:ext uri="{BB962C8B-B14F-4D97-AF65-F5344CB8AC3E}">
        <p14:creationId xmlns:p14="http://schemas.microsoft.com/office/powerpoint/2010/main" val="44053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18.1.4  Linux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如何打印：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CUPS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确认</a:t>
            </a:r>
            <a:r>
              <a:rPr lang="en-US" altLang="zh-CN" b="0" i="0" u="none" strike="noStrike" baseline="0" smtClean="0">
                <a:latin typeface="Times New Roman"/>
              </a:rPr>
              <a:t>CUPS</a:t>
            </a:r>
            <a:r>
              <a:rPr lang="zh-CN" altLang="en-US" b="0" i="0" u="none" strike="noStrike" baseline="0" smtClean="0">
                <a:latin typeface="Times New Roman"/>
              </a:rPr>
              <a:t>软件已经安装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访问</a:t>
            </a:r>
            <a:r>
              <a:rPr lang="en-US" altLang="zh-CN" b="0" i="0" u="none" strike="noStrike" baseline="0" smtClean="0">
                <a:latin typeface="Times New Roman"/>
              </a:rPr>
              <a:t>CUPS</a:t>
            </a:r>
            <a:r>
              <a:rPr lang="zh-CN" altLang="en-US" b="0" i="0" u="none" strike="noStrike" baseline="0" smtClean="0">
                <a:latin typeface="Times New Roman"/>
              </a:rPr>
              <a:t>的管理界面</a:t>
            </a:r>
          </a:p>
        </p:txBody>
      </p:sp>
    </p:spTree>
    <p:extLst>
      <p:ext uri="{BB962C8B-B14F-4D97-AF65-F5344CB8AC3E}">
        <p14:creationId xmlns:p14="http://schemas.microsoft.com/office/powerpoint/2010/main" val="358404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添加打印机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添加一台打印机到</a:t>
            </a:r>
            <a:r>
              <a:rPr lang="en-US" altLang="zh-CN" b="0" i="0" u="none" strike="noStrike" baseline="0" smtClean="0">
                <a:latin typeface="Times New Roman"/>
              </a:rPr>
              <a:t>CUPS</a:t>
            </a:r>
            <a:r>
              <a:rPr lang="zh-CN" altLang="en-US" b="0" i="0" u="none" strike="noStrike" baseline="0" smtClean="0">
                <a:latin typeface="Times New Roman"/>
              </a:rPr>
              <a:t>非常容易，当然前提是这台打印机能够被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支持，因此本节首先讨论如何选择一款合适的打印机。在添加打印机的过程中，使用</a:t>
            </a:r>
            <a:r>
              <a:rPr lang="en-US" altLang="zh-CN" b="0" i="0" u="none" strike="noStrike" baseline="0" smtClean="0">
                <a:latin typeface="Times New Roman"/>
              </a:rPr>
              <a:t>CUPS</a:t>
            </a:r>
            <a:r>
              <a:rPr lang="zh-CN" altLang="en-US" b="0" i="0" u="none" strike="noStrike" baseline="0" smtClean="0">
                <a:latin typeface="Times New Roman"/>
              </a:rPr>
              <a:t>的</a:t>
            </a:r>
            <a:r>
              <a:rPr lang="en-US" altLang="zh-CN" b="0" i="0" u="none" strike="noStrike" baseline="0" smtClean="0">
                <a:latin typeface="Times New Roman"/>
              </a:rPr>
              <a:t>Web</a:t>
            </a:r>
            <a:r>
              <a:rPr lang="zh-CN" altLang="en-US" b="0" i="0" u="none" strike="noStrike" baseline="0" smtClean="0">
                <a:latin typeface="Times New Roman"/>
              </a:rPr>
              <a:t>管理界面应该是一个不错的选择。对于普通用户而言，这个界面足够友好，也非常简洁可靠。当然，本节还是会给出所有这些操作的命令行实现，读者说不定在什么时候会用到      它们。</a:t>
            </a:r>
          </a:p>
        </p:txBody>
      </p:sp>
    </p:spTree>
    <p:extLst>
      <p:ext uri="{BB962C8B-B14F-4D97-AF65-F5344CB8AC3E}">
        <p14:creationId xmlns:p14="http://schemas.microsoft.com/office/powerpoint/2010/main" val="3063419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打印机的选择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选择打印机的方法</a:t>
            </a:r>
          </a:p>
        </p:txBody>
      </p:sp>
    </p:spTree>
    <p:extLst>
      <p:ext uri="{BB962C8B-B14F-4D97-AF65-F5344CB8AC3E}">
        <p14:creationId xmlns:p14="http://schemas.microsoft.com/office/powerpoint/2010/main" val="1700212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连接打印机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检测打印机是否连接</a:t>
            </a:r>
          </a:p>
        </p:txBody>
      </p:sp>
    </p:spTree>
    <p:extLst>
      <p:ext uri="{BB962C8B-B14F-4D97-AF65-F5344CB8AC3E}">
        <p14:creationId xmlns:p14="http://schemas.microsoft.com/office/powerpoint/2010/main" val="19329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让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CUPS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认识打印机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1.CUPS</a:t>
            </a:r>
            <a:r>
              <a:rPr lang="zh-CN" altLang="en-US" b="0" i="0" u="none" strike="noStrike" baseline="0" smtClean="0">
                <a:latin typeface="Times New Roman"/>
              </a:rPr>
              <a:t>如何识别打印机</a:t>
            </a:r>
          </a:p>
        </p:txBody>
      </p:sp>
    </p:spTree>
    <p:extLst>
      <p:ext uri="{BB962C8B-B14F-4D97-AF65-F5344CB8AC3E}">
        <p14:creationId xmlns:p14="http://schemas.microsoft.com/office/powerpoint/2010/main" val="211457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18.2.4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配置打印机选项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设置打印机</a:t>
            </a:r>
          </a:p>
        </p:txBody>
      </p:sp>
    </p:spTree>
    <p:extLst>
      <p:ext uri="{BB962C8B-B14F-4D97-AF65-F5344CB8AC3E}">
        <p14:creationId xmlns:p14="http://schemas.microsoft.com/office/powerpoint/2010/main" val="2525189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18.2.5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测试当前的打印机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lpr</a:t>
            </a:r>
            <a:r>
              <a:rPr lang="zh-CN" altLang="en-US" b="0" i="0" u="none" strike="noStrike" baseline="0" smtClean="0">
                <a:latin typeface="Times New Roman"/>
              </a:rPr>
              <a:t>命令测试当前的打印机</a:t>
            </a:r>
          </a:p>
        </p:txBody>
      </p:sp>
    </p:spTree>
    <p:extLst>
      <p:ext uri="{BB962C8B-B14F-4D97-AF65-F5344CB8AC3E}">
        <p14:creationId xmlns:p14="http://schemas.microsoft.com/office/powerpoint/2010/main" val="3700302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18.3  </a:t>
            </a:r>
            <a:r>
              <a:rPr lang="zh-CN" altLang="en-US" b="0" i="0" u="none" strike="noStrike" kern="1800" baseline="0" smtClean="0">
                <a:latin typeface="宋体"/>
                <a:ea typeface="宋体"/>
              </a:rPr>
              <a:t>管理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CUPS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相比较在打印机选择上需要考虑的问题，</a:t>
            </a:r>
            <a:r>
              <a:rPr lang="en-US" altLang="zh-CN" b="0" i="0" u="none" strike="noStrike" baseline="0" smtClean="0">
                <a:latin typeface="Times New Roman"/>
              </a:rPr>
              <a:t>CUPS</a:t>
            </a:r>
            <a:r>
              <a:rPr lang="zh-CN" altLang="en-US" b="0" i="0" u="none" strike="noStrike" baseline="0" smtClean="0">
                <a:latin typeface="Times New Roman"/>
              </a:rPr>
              <a:t>服务器的配置要让人省心得多。和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下所有的服务器一样，</a:t>
            </a:r>
            <a:r>
              <a:rPr lang="en-US" altLang="zh-CN" b="0" i="0" u="none" strike="noStrike" baseline="0" smtClean="0">
                <a:latin typeface="Times New Roman"/>
              </a:rPr>
              <a:t>CUPS</a:t>
            </a:r>
            <a:r>
              <a:rPr lang="zh-CN" altLang="en-US" b="0" i="0" u="none" strike="noStrike" baseline="0" smtClean="0">
                <a:latin typeface="Times New Roman"/>
              </a:rPr>
              <a:t>也使用一个文本文件定义所有的配置选项，并且作为一个“另类”的</a:t>
            </a:r>
            <a:r>
              <a:rPr lang="en-US" altLang="zh-CN" b="0" i="0" u="none" strike="noStrike" baseline="0" smtClean="0">
                <a:latin typeface="Times New Roman"/>
              </a:rPr>
              <a:t>Web</a:t>
            </a:r>
            <a:r>
              <a:rPr lang="zh-CN" altLang="en-US" b="0" i="0" u="none" strike="noStrike" baseline="0" smtClean="0">
                <a:latin typeface="Times New Roman"/>
              </a:rPr>
              <a:t>服务器，</a:t>
            </a:r>
            <a:r>
              <a:rPr lang="en-US" altLang="zh-CN" b="0" i="0" u="none" strike="noStrike" baseline="0" smtClean="0">
                <a:latin typeface="Times New Roman"/>
              </a:rPr>
              <a:t>CUPS</a:t>
            </a:r>
            <a:r>
              <a:rPr lang="zh-CN" altLang="en-US" b="0" i="0" u="none" strike="noStrike" baseline="0" smtClean="0">
                <a:latin typeface="Times New Roman"/>
              </a:rPr>
              <a:t>配置文件的语法和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（将在</a:t>
            </a:r>
            <a:r>
              <a:rPr lang="en-US" altLang="zh-CN" b="0" i="0" u="none" strike="noStrike" baseline="0" smtClean="0">
                <a:latin typeface="Times New Roman"/>
              </a:rPr>
              <a:t>23</a:t>
            </a:r>
            <a:r>
              <a:rPr lang="zh-CN" altLang="en-US" b="0" i="0" u="none" strike="noStrike" baseline="0" smtClean="0">
                <a:latin typeface="Times New Roman"/>
              </a:rPr>
              <a:t>章介绍）的非常       类似。</a:t>
            </a:r>
          </a:p>
        </p:txBody>
      </p:sp>
    </p:spTree>
    <p:extLst>
      <p:ext uri="{BB962C8B-B14F-4D97-AF65-F5344CB8AC3E}">
        <p14:creationId xmlns:p14="http://schemas.microsoft.com/office/powerpoint/2010/main" val="1024221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设置网络打印服务器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设置打印服务器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启动服务器</a:t>
            </a:r>
          </a:p>
        </p:txBody>
      </p:sp>
    </p:spTree>
    <p:extLst>
      <p:ext uri="{BB962C8B-B14F-4D97-AF65-F5344CB8AC3E}">
        <p14:creationId xmlns:p14="http://schemas.microsoft.com/office/powerpoint/2010/main" val="3713482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设置打印机的类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添加打印类</a:t>
            </a:r>
          </a:p>
        </p:txBody>
      </p:sp>
    </p:spTree>
    <p:extLst>
      <p:ext uri="{BB962C8B-B14F-4D97-AF65-F5344CB8AC3E}">
        <p14:creationId xmlns:p14="http://schemas.microsoft.com/office/powerpoint/2010/main" val="4229280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18.3.3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操纵打印队列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等待处理的打印任务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查询到当前打印作业的状态信息。</a:t>
            </a:r>
          </a:p>
        </p:txBody>
      </p:sp>
    </p:spTree>
    <p:extLst>
      <p:ext uri="{BB962C8B-B14F-4D97-AF65-F5344CB8AC3E}">
        <p14:creationId xmlns:p14="http://schemas.microsoft.com/office/powerpoint/2010/main" val="1961332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18.3.4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删除打印机和类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在图形界面下删除打印机和类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lpadmin</a:t>
            </a:r>
            <a:r>
              <a:rPr lang="zh-CN" altLang="en-US" b="0" i="0" u="none" strike="noStrike" baseline="0" smtClean="0">
                <a:latin typeface="Times New Roman"/>
              </a:rPr>
              <a:t>命令删除打印机和类</a:t>
            </a:r>
          </a:p>
        </p:txBody>
      </p:sp>
    </p:spTree>
    <p:extLst>
      <p:ext uri="{BB962C8B-B14F-4D97-AF65-F5344CB8AC3E}">
        <p14:creationId xmlns:p14="http://schemas.microsoft.com/office/powerpoint/2010/main" val="3463653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18.4  </a:t>
            </a:r>
            <a:r>
              <a:rPr lang="zh-CN" altLang="en-US" b="0" i="0" u="none" strike="noStrike" kern="1800" baseline="0" smtClean="0">
                <a:latin typeface="宋体"/>
                <a:ea typeface="宋体"/>
              </a:rPr>
              <a:t>回顾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CUPS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的体系结构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CUPS</a:t>
            </a:r>
            <a:r>
              <a:rPr lang="zh-CN" altLang="en-US" b="0" i="0" u="none" strike="noStrike" baseline="0" smtClean="0">
                <a:latin typeface="Times New Roman"/>
              </a:rPr>
              <a:t>的体系结构</a:t>
            </a:r>
          </a:p>
        </p:txBody>
      </p:sp>
    </p:spTree>
    <p:extLst>
      <p:ext uri="{BB962C8B-B14F-4D97-AF65-F5344CB8AC3E}">
        <p14:creationId xmlns:p14="http://schemas.microsoft.com/office/powerpoint/2010/main" val="1416654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18.5  KDE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Gnome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的打印工具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KDE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Gnome</a:t>
            </a:r>
            <a:r>
              <a:rPr lang="zh-CN" altLang="en-US" b="0" i="0" u="none" strike="noStrike" baseline="0" smtClean="0">
                <a:latin typeface="Times New Roman"/>
              </a:rPr>
              <a:t>的打印工具界面</a:t>
            </a:r>
          </a:p>
        </p:txBody>
      </p:sp>
    </p:spTree>
    <p:extLst>
      <p:ext uri="{BB962C8B-B14F-4D97-AF65-F5344CB8AC3E}">
        <p14:creationId xmlns:p14="http://schemas.microsoft.com/office/powerpoint/2010/main" val="6993711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585</Words>
  <Application>Microsoft Office PowerPoint</Application>
  <PresentationFormat>全屏显示(4:3)</PresentationFormat>
  <Paragraphs>43</Paragraphs>
  <Slides>19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波形</vt:lpstr>
      <vt:lpstr>第18章  打印机配置</vt:lpstr>
      <vt:lpstr>18.1  为什么要有这一章</vt:lpstr>
      <vt:lpstr>18.1.1  打印机还是计算机</vt:lpstr>
      <vt:lpstr>18.1.2  打印机的语言：PDL</vt:lpstr>
      <vt:lpstr>18.1.3  驱动程序和PDL的关系</vt:lpstr>
      <vt:lpstr>18.1.4  Linux如何打印：CUPS</vt:lpstr>
      <vt:lpstr>18.2  添加打印机</vt:lpstr>
      <vt:lpstr>18.2.1  打印机的选择</vt:lpstr>
      <vt:lpstr>18.2.2  连接打印机</vt:lpstr>
      <vt:lpstr>18.2.3  让CUPS认识打印机</vt:lpstr>
      <vt:lpstr>18.2.4  配置打印机选项</vt:lpstr>
      <vt:lpstr>18.2.5  测试当前的打印机</vt:lpstr>
      <vt:lpstr>18.3  管理CUPS服务器</vt:lpstr>
      <vt:lpstr>18.3.1  设置网络打印服务器</vt:lpstr>
      <vt:lpstr>18.3.2  设置打印机的类</vt:lpstr>
      <vt:lpstr>18.3.3  操纵打印队列</vt:lpstr>
      <vt:lpstr>18.3.4  删除打印机和类</vt:lpstr>
      <vt:lpstr>18.4  回顾：CUPS的体系结构</vt:lpstr>
      <vt:lpstr>18.5  KDE和Gnome的打印工具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第18章  打印机配置</dc:title>
  <dc:creator>User</dc:creator>
  <cp:lastModifiedBy>User</cp:lastModifiedBy>
  <cp:revision>1</cp:revision>
  <dcterms:created xsi:type="dcterms:W3CDTF">2013-01-29T07:59:18Z</dcterms:created>
  <dcterms:modified xsi:type="dcterms:W3CDTF">2013-01-29T07:59:35Z</dcterms:modified>
</cp:coreProperties>
</file>
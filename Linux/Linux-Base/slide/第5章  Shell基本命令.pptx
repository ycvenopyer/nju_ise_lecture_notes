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8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64BC8FCB-2C6D-40CC-8551-396FE25E1989}" type="datetimeFigureOut">
              <a:rPr lang="zh-CN" altLang="en-US" smtClean="0"/>
              <a:t>2013/1/31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4908931C-B621-4E34-8ADD-247F1C19FC9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Shell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基本命令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一直以来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以其稳定、高效和灵活成为系统管理员的首选。本章主要介绍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的基本命令，包括切换目录、查找并查看文件、查看用户信息等。本章过后，读者还能够向用户手册寻求帮助。在开始这些内容之前，首先简要介绍一下究竟什么是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05706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5.1  Shell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简介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1.Shell</a:t>
            </a:r>
            <a:r>
              <a:rPr lang="zh-CN" altLang="en-US" b="0" i="0" u="none" strike="noStrike" baseline="0" smtClean="0">
                <a:latin typeface="Times New Roman"/>
              </a:rPr>
              <a:t>和命令行的区别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 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的类型</a:t>
            </a:r>
          </a:p>
        </p:txBody>
      </p:sp>
    </p:spTree>
    <p:extLst>
      <p:ext uri="{BB962C8B-B14F-4D97-AF65-F5344CB8AC3E}">
        <p14:creationId xmlns:p14="http://schemas.microsoft.com/office/powerpoint/2010/main" val="125797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印 刷 约 定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命令行提示符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03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快速上手：浏览你的硬盘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快速查看硬盘信息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25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提高效率：使用命令行补全和通配符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命令行下使用</a:t>
            </a:r>
            <a:r>
              <a:rPr lang="en-US" altLang="zh-CN" dirty="0" smtClean="0"/>
              <a:t>Tab</a:t>
            </a:r>
            <a:r>
              <a:rPr lang="zh-CN" altLang="en-US" dirty="0" smtClean="0"/>
              <a:t>键进行补全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73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查看目录和文件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将介绍目录和文件的操作命令，这些可能是用户最常用到的命令了。其中的一些在“快速上手”环节已经尝试过了，这里将作进一步讲解，详细讨论命令各个常用选项。读者应该始终牢记的一点是，应该用肌肉，而不是头脑去记忆这些命令和选项。</a:t>
            </a:r>
          </a:p>
        </p:txBody>
      </p:sp>
    </p:spTree>
    <p:extLst>
      <p:ext uri="{BB962C8B-B14F-4D97-AF65-F5344CB8AC3E}">
        <p14:creationId xmlns:p14="http://schemas.microsoft.com/office/powerpoint/2010/main" val="200786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baseline="0" smtClean="0">
                <a:latin typeface="Times New Roman"/>
                <a:ea typeface="黑体"/>
              </a:rPr>
              <a:t>5.5.1</a:t>
            </a:r>
            <a:r>
              <a:rPr lang="zh-CN" altLang="en-US" b="0" i="0" u="none" strike="noStrike" baseline="0" smtClean="0">
                <a:latin typeface="Times New Roman"/>
                <a:ea typeface="黑体"/>
              </a:rPr>
              <a:t>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显示当前目录：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pwd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pwd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8925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5.5.2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改变目录：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cd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583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baseline="0" smtClean="0">
                <a:latin typeface="Times New Roman"/>
                <a:ea typeface="黑体"/>
              </a:rPr>
              <a:t>5.5.3</a:t>
            </a:r>
            <a:r>
              <a:rPr lang="zh-CN" altLang="en-US" b="0" i="0" u="none" strike="noStrike" baseline="0" smtClean="0">
                <a:latin typeface="Times New Roman"/>
                <a:ea typeface="黑体"/>
              </a:rPr>
              <a:t>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列出目录内容：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ls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ls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306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5.5.4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列出目录内容：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dir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vdir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1.dir</a:t>
            </a:r>
            <a:r>
              <a:rPr lang="zh-CN" altLang="en-US" dirty="0" smtClean="0"/>
              <a:t>命令</a:t>
            </a:r>
            <a:endParaRPr lang="en-US" altLang="zh-CN" dirty="0" smtClean="0"/>
          </a:p>
          <a:p>
            <a:r>
              <a:rPr lang="en-US" altLang="zh-CN" dirty="0" err="1" smtClean="0"/>
              <a:t>2.vdir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215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baseline="0" smtClean="0">
                <a:latin typeface="Times New Roman"/>
                <a:ea typeface="黑体"/>
              </a:rPr>
              <a:t>5.5.5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查看文本文件：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cat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more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1.cat</a:t>
            </a:r>
            <a:r>
              <a:rPr lang="zh-CN" altLang="en-US" dirty="0" smtClean="0"/>
              <a:t>命令</a:t>
            </a:r>
            <a:endParaRPr lang="en-US" altLang="zh-CN" dirty="0" smtClean="0"/>
          </a:p>
          <a:p>
            <a:r>
              <a:rPr lang="en-US" altLang="zh-CN" dirty="0" err="1" smtClean="0"/>
              <a:t>2.more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975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5.5.6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阅读文件的开头和结尾：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head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tail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1.head</a:t>
            </a:r>
            <a:r>
              <a:rPr lang="zh-CN" altLang="en-US" dirty="0" smtClean="0"/>
              <a:t>命令</a:t>
            </a:r>
            <a:endParaRPr lang="en-US" altLang="zh-CN" dirty="0" smtClean="0"/>
          </a:p>
          <a:p>
            <a:r>
              <a:rPr lang="en-US" altLang="zh-CN" dirty="0" err="1" smtClean="0"/>
              <a:t>2.tail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0037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5.5.7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更好的文本阅读工具：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less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less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90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5.5.8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查找文件内容：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grep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grep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1458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5.6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我的东西在哪</a:t>
            </a:r>
            <a:r>
              <a:rPr lang="en-US" altLang="zh-CN" b="0" i="0" u="none" strike="noStrike" kern="1800" baseline="0" smtClean="0">
                <a:latin typeface="Times New Roman"/>
                <a:ea typeface="宋体"/>
              </a:rPr>
              <a:t>——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find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find</a:t>
            </a:r>
            <a:r>
              <a:rPr lang="zh-CN" altLang="en-US" dirty="0" smtClean="0"/>
              <a:t>命令</a:t>
            </a:r>
            <a:endParaRPr lang="en-US" altLang="zh-CN" dirty="0" smtClean="0"/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646517"/>
              </p:ext>
            </p:extLst>
          </p:nvPr>
        </p:nvGraphicFramePr>
        <p:xfrm>
          <a:off x="1910268" y="3501006"/>
          <a:ext cx="5189855" cy="12000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97305"/>
                <a:gridCol w="1297305"/>
                <a:gridCol w="1297305"/>
                <a:gridCol w="1297940"/>
              </a:tblGrid>
              <a:tr h="300007">
                <a:tc>
                  <a:txBody>
                    <a:bodyPr/>
                    <a:lstStyle/>
                    <a:p>
                      <a:pPr indent="266700"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参</a:t>
                      </a:r>
                      <a:r>
                        <a:rPr lang="en-US" sz="900">
                          <a:effectLst/>
                        </a:rPr>
                        <a:t>    </a:t>
                      </a:r>
                      <a:r>
                        <a:rPr lang="zh-CN" sz="900">
                          <a:effectLst/>
                        </a:rPr>
                        <a:t>数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含</a:t>
                      </a:r>
                      <a:r>
                        <a:rPr lang="en-US" sz="900">
                          <a:effectLst/>
                        </a:rPr>
                        <a:t>    </a:t>
                      </a:r>
                      <a:r>
                        <a:rPr lang="zh-CN" sz="900">
                          <a:effectLst/>
                        </a:rPr>
                        <a:t>义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参</a:t>
                      </a:r>
                      <a:r>
                        <a:rPr lang="en-US" sz="900">
                          <a:effectLst/>
                        </a:rPr>
                        <a:t>    </a:t>
                      </a:r>
                      <a:r>
                        <a:rPr lang="zh-CN" sz="900">
                          <a:effectLst/>
                        </a:rPr>
                        <a:t>数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含</a:t>
                      </a:r>
                      <a:r>
                        <a:rPr lang="en-US" sz="900">
                          <a:effectLst/>
                        </a:rPr>
                        <a:t>    </a:t>
                      </a:r>
                      <a:r>
                        <a:rPr lang="zh-CN" sz="900">
                          <a:effectLst/>
                        </a:rPr>
                        <a:t>义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00007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900">
                          <a:effectLst/>
                        </a:rPr>
                        <a:t>b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36855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块设备文件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900">
                          <a:effectLst/>
                        </a:rPr>
                        <a:t>f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37490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普通文件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00007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900">
                          <a:effectLst/>
                        </a:rPr>
                        <a:t>c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36855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字符设备文件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900">
                          <a:effectLst/>
                        </a:rPr>
                        <a:t>p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37490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命名管道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00007"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900">
                          <a:effectLst/>
                        </a:rPr>
                        <a:t>d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36855" algn="just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>
                          <a:effectLst/>
                        </a:rPr>
                        <a:t>目录文件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en-US" sz="900">
                          <a:effectLst/>
                        </a:rPr>
                        <a:t>l</a:t>
                      </a:r>
                      <a:endParaRPr lang="zh-CN" sz="9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37490">
                        <a:lnSpc>
                          <a:spcPts val="1350"/>
                        </a:lnSpc>
                        <a:spcAft>
                          <a:spcPts val="100"/>
                        </a:spcAft>
                      </a:pPr>
                      <a:r>
                        <a:rPr lang="zh-CN" sz="900" dirty="0">
                          <a:effectLst/>
                        </a:rPr>
                        <a:t>符号链接</a:t>
                      </a:r>
                      <a:endParaRPr lang="zh-CN" sz="9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457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更快速地定位文件</a:t>
            </a:r>
            <a:r>
              <a:rPr lang="en-US" altLang="zh-CN" b="0" i="0" u="none" strike="noStrike" kern="1800" baseline="0" smtClean="0">
                <a:latin typeface="Times New Roman"/>
                <a:ea typeface="宋体"/>
              </a:rPr>
              <a:t>——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locate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命令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locate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6504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5.8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从终端运行程序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从终端启动网页浏览器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9369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5.9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查找特定程序：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whereis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whereis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6728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5.10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用户及版本信息查看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1.who</a:t>
            </a:r>
            <a:endParaRPr lang="en-US" altLang="zh-CN" dirty="0" smtClean="0"/>
          </a:p>
          <a:p>
            <a:r>
              <a:rPr lang="en-US" altLang="zh-CN" dirty="0" err="1" smtClean="0"/>
              <a:t>2.whoami</a:t>
            </a:r>
            <a:endParaRPr lang="en-US" altLang="zh-CN" dirty="0" smtClean="0"/>
          </a:p>
          <a:p>
            <a:r>
              <a:rPr lang="en-US" altLang="zh-CN" dirty="0" err="1" smtClean="0"/>
              <a:t>3.uname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9422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5.11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寻求帮助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——man</a:t>
            </a:r>
            <a:r>
              <a:rPr lang="zh-CN" altLang="en-US" b="0" i="0" u="none" strike="noStrike" kern="1800" baseline="0" smtClean="0">
                <a:latin typeface="Times New Roman"/>
                <a:ea typeface="宋体"/>
              </a:rP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man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7449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5.12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获取命令简介：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whatis</a:t>
            </a:r>
            <a:r>
              <a:rPr lang="zh-CN" altLang="en-US" b="0" i="0" u="none" strike="noStrike" kern="1800" baseline="0" smtClean="0">
                <a:latin typeface="Times New Roman"/>
                <a:ea typeface="宋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apropos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1.whatis</a:t>
            </a:r>
            <a:r>
              <a:rPr lang="zh-CN" altLang="en-US" dirty="0" smtClean="0"/>
              <a:t>命令</a:t>
            </a:r>
            <a:endParaRPr lang="en-US" altLang="zh-CN" dirty="0" smtClean="0"/>
          </a:p>
          <a:p>
            <a:r>
              <a:rPr lang="en-US" altLang="zh-CN" dirty="0" err="1" smtClean="0"/>
              <a:t>2.apropos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14655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14</TotalTime>
  <Words>369</Words>
  <Application>Microsoft Office PowerPoint</Application>
  <PresentationFormat>全屏显示(4:3)</PresentationFormat>
  <Paragraphs>65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波形</vt:lpstr>
      <vt:lpstr>第5章  Shell基本命令</vt:lpstr>
      <vt:lpstr>5.1  Shell简介</vt:lpstr>
      <vt:lpstr>5.2  印 刷 约 定</vt:lpstr>
      <vt:lpstr>5.3  快速上手：浏览你的硬盘</vt:lpstr>
      <vt:lpstr>5.4  提高效率：使用命令行补全和通配符</vt:lpstr>
      <vt:lpstr>5.5  查看目录和文件</vt:lpstr>
      <vt:lpstr>5.5.1  显示当前目录：pwd</vt:lpstr>
      <vt:lpstr>5.5.2  改变目录：cd</vt:lpstr>
      <vt:lpstr>5.5.3  列出目录内容：ls</vt:lpstr>
      <vt:lpstr>5.5.4  列出目录内容：dir和vdir</vt:lpstr>
      <vt:lpstr>5.5.5  查看文本文件：cat和more</vt:lpstr>
      <vt:lpstr>5.5.6  阅读文件的开头和结尾：head和tail</vt:lpstr>
      <vt:lpstr>5.5.7  更好的文本阅读工具：less</vt:lpstr>
      <vt:lpstr>5.5.8  查找文件内容：grep</vt:lpstr>
      <vt:lpstr>5.6  我的东西在哪——find命令</vt:lpstr>
      <vt:lpstr>5.7  更快速地定位文件——locate命令</vt:lpstr>
      <vt:lpstr>5.8  从终端运行程序</vt:lpstr>
      <vt:lpstr>5.9  查找特定程序：whereis</vt:lpstr>
      <vt:lpstr>5.10  用户及版本信息查看</vt:lpstr>
      <vt:lpstr>5.11  寻求帮助——man命令</vt:lpstr>
      <vt:lpstr>5.12  获取命令简介：whatis和apropos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 Shell基本命令</dc:title>
  <dc:creator>User</dc:creator>
  <cp:lastModifiedBy>User</cp:lastModifiedBy>
  <cp:revision>3</cp:revision>
  <dcterms:created xsi:type="dcterms:W3CDTF">2013-01-29T01:37:08Z</dcterms:created>
  <dcterms:modified xsi:type="dcterms:W3CDTF">2013-01-31T03:02:36Z</dcterms:modified>
</cp:coreProperties>
</file>
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9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899FA2D-0F87-40A2-AB33-2FA708446E17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08DE4A9-03D7-4EC8-872C-089DFFE2F9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网 络 配 置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这个世界的一切都可以数字化。无论是文字、图像还是声音，每时每刻，都有无数的“包裹”携带着一个个比特从世界的这头奔向另一头。这种疯狂的现象如今已经司空见惯，没有人能够完全离开它。网络是人类最伟大的发明之一，这使人类进入了一个全新的时代。</a:t>
            </a:r>
          </a:p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本章不会就网络原理作详细介绍，而着重关注如何连接到因特网。在本章最后的“进阶”部分将讨论和网络配置有关的高级内容。</a:t>
            </a:r>
          </a:p>
        </p:txBody>
      </p:sp>
    </p:spTree>
    <p:extLst>
      <p:ext uri="{BB962C8B-B14F-4D97-AF65-F5344CB8AC3E}">
        <p14:creationId xmlns:p14="http://schemas.microsoft.com/office/powerpoint/2010/main" val="1158692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几种常见的连网方式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究竟有哪些连接网络的方式？根据不同的分类，可以作不同的回答。网络硬件市场已经形成了各种混乱的门类。各种不同的协议和设备充斥这个市场。很多时候要做出一个明确的分类非常困难。但这对于普通用户而言并不是重要的。桌面用户更关心的是如何接入网络，而不是这种接入具体是如何实现的。从这种意义上讲，“无屏蔽双绞线”这样的词不会比“博客”更有吸引力。因此，本节将完全从桌面用户的角度考察接入互联网的方式。关于计算机网络的原理，可以参考其他专业书籍。</a:t>
            </a:r>
          </a:p>
        </p:txBody>
      </p:sp>
    </p:spTree>
    <p:extLst>
      <p:ext uri="{BB962C8B-B14F-4D97-AF65-F5344CB8AC3E}">
        <p14:creationId xmlns:p14="http://schemas.microsoft.com/office/powerpoint/2010/main" val="3258211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11.1.1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通过办公室局域网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局域网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以太网</a:t>
            </a:r>
          </a:p>
        </p:txBody>
      </p:sp>
    </p:spTree>
    <p:extLst>
      <p:ext uri="{BB962C8B-B14F-4D97-AF65-F5344CB8AC3E}">
        <p14:creationId xmlns:p14="http://schemas.microsoft.com/office/powerpoint/2010/main" val="3919771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11.1.2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无线连接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无线连接的发展</a:t>
            </a:r>
          </a:p>
        </p:txBody>
      </p:sp>
    </p:spTree>
    <p:extLst>
      <p:ext uri="{BB962C8B-B14F-4D97-AF65-F5344CB8AC3E}">
        <p14:creationId xmlns:p14="http://schemas.microsoft.com/office/powerpoint/2010/main" val="187916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11.1.3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有线宽带连接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有线宽带连接的发展</a:t>
            </a:r>
          </a:p>
        </p:txBody>
      </p:sp>
    </p:spTree>
    <p:extLst>
      <p:ext uri="{BB962C8B-B14F-4D97-AF65-F5344CB8AC3E}">
        <p14:creationId xmlns:p14="http://schemas.microsoft.com/office/powerpoint/2010/main" val="222737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11.1.4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“古老”的拨号上网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使用调制解调器拨号上网</a:t>
            </a:r>
          </a:p>
        </p:txBody>
      </p:sp>
    </p:spTree>
    <p:extLst>
      <p:ext uri="{BB962C8B-B14F-4D97-AF65-F5344CB8AC3E}">
        <p14:creationId xmlns:p14="http://schemas.microsoft.com/office/powerpoint/2010/main" val="4140113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连接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至局域网和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Internet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讲解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上的上网配置是一件让所有人都为难的事情。并不是因为这种配置本身有多复杂，而是对于这样一本书而言，实在有太多的东西需要考虑。各个发行版提供了不尽相同的用户界面，甚至不同的命令和配置文件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这一点的确值得商榷。尽量兼顾到各种主流发行版将大大增加本章的篇幅，同时对讲解技巧提出了巨大的挑战。本节以图形化工具的讲解为主，对于读者而言，只需要阅读和自己所在环境有关的部分就可以了。</a:t>
            </a:r>
          </a:p>
        </p:txBody>
      </p:sp>
    </p:spTree>
    <p:extLst>
      <p:ext uri="{BB962C8B-B14F-4D97-AF65-F5344CB8AC3E}">
        <p14:creationId xmlns:p14="http://schemas.microsoft.com/office/powerpoint/2010/main" val="541427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11.2.1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连接办公室局域网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为有线网络连接配置</a:t>
            </a:r>
            <a:r>
              <a:rPr lang="en-US" altLang="zh-CN" b="0" i="0" u="none" strike="noStrike" baseline="0" smtClean="0">
                <a:latin typeface="Times New Roman"/>
              </a:rPr>
              <a:t>IP</a:t>
            </a:r>
            <a:r>
              <a:rPr lang="zh-CN" altLang="en-US" b="0" i="0" u="none" strike="noStrike" baseline="0" smtClean="0">
                <a:latin typeface="Times New Roman"/>
              </a:rPr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64873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11.2.2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ADSL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ADSL</a:t>
            </a:r>
            <a:r>
              <a:rPr lang="zh-CN" altLang="en-US" b="0" i="0" u="none" strike="noStrike" baseline="0" smtClean="0">
                <a:latin typeface="Times New Roman"/>
              </a:rPr>
              <a:t>是当前家庭用户使用最多的互联网接入方式。使用</a:t>
            </a:r>
            <a:r>
              <a:rPr lang="en-US" altLang="zh-CN" b="0" i="0" u="none" strike="noStrike" baseline="0" smtClean="0">
                <a:latin typeface="Times New Roman"/>
              </a:rPr>
              <a:t>ADSL</a:t>
            </a:r>
            <a:r>
              <a:rPr lang="zh-CN" altLang="en-US" b="0" i="0" u="none" strike="noStrike" baseline="0" smtClean="0">
                <a:latin typeface="Times New Roman"/>
              </a:rPr>
              <a:t>宽带接入应该首先到电信公司申请并安装相应的设备。没有必要再询问那里的工作人员这种设备是否能够在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下使用，无论他们是回答“可以”还是反问“什么是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？”，都可以放心地让技术人员上门安装这台机盒。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Ubuntu</a:t>
            </a:r>
            <a:r>
              <a:rPr lang="zh-CN" altLang="en-US" b="0" i="0" u="none" strike="noStrike" baseline="0" smtClean="0">
                <a:latin typeface="Times New Roman"/>
              </a:rPr>
              <a:t>中的设置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</a:t>
            </a:r>
            <a:r>
              <a:rPr lang="zh-CN" altLang="en-US" b="0" i="0" u="none" strike="noStrike" baseline="0" smtClean="0">
                <a:latin typeface="Times New Roman"/>
              </a:rPr>
              <a:t>．</a:t>
            </a:r>
            <a:r>
              <a:rPr lang="en-US" altLang="zh-CN" b="0" i="0" u="none" strike="noStrike" baseline="0" smtClean="0">
                <a:latin typeface="Times New Roman"/>
              </a:rPr>
              <a:t>openSUSE</a:t>
            </a:r>
            <a:r>
              <a:rPr lang="zh-CN" altLang="en-US" b="0" i="0" u="none" strike="noStrike" baseline="0" smtClean="0">
                <a:latin typeface="Times New Roman"/>
              </a:rPr>
              <a:t>中的设置</a:t>
            </a:r>
          </a:p>
        </p:txBody>
      </p:sp>
    </p:spTree>
    <p:extLst>
      <p:ext uri="{BB962C8B-B14F-4D97-AF65-F5344CB8AC3E}">
        <p14:creationId xmlns:p14="http://schemas.microsoft.com/office/powerpoint/2010/main" val="184763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11.2.3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无线网络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安装无线网络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使用无线连接网络</a:t>
            </a:r>
          </a:p>
        </p:txBody>
      </p:sp>
    </p:spTree>
    <p:extLst>
      <p:ext uri="{BB962C8B-B14F-4D97-AF65-F5344CB8AC3E}">
        <p14:creationId xmlns:p14="http://schemas.microsoft.com/office/powerpoint/2010/main" val="290401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11.2.4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拨号上网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Ubuntu</a:t>
            </a:r>
            <a:r>
              <a:rPr lang="zh-CN" altLang="en-US" b="0" i="0" u="none" strike="noStrike" baseline="0" smtClean="0">
                <a:latin typeface="Times New Roman"/>
              </a:rPr>
              <a:t>下设置拨号上网</a:t>
            </a:r>
          </a:p>
        </p:txBody>
      </p:sp>
    </p:spTree>
    <p:extLst>
      <p:ext uri="{BB962C8B-B14F-4D97-AF65-F5344CB8AC3E}">
        <p14:creationId xmlns:p14="http://schemas.microsoft.com/office/powerpoint/2010/main" val="983288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：在命令行下配置网络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图形界面下能完成的系统设置都可以在命令行下实现</a:t>
            </a:r>
            <a:r>
              <a:rPr lang="en-US" altLang="zh-CN" b="0" i="0" u="none" strike="noStrike" baseline="0" smtClean="0">
                <a:latin typeface="Times New Roman"/>
              </a:rPr>
              <a:t>——</a:t>
            </a:r>
            <a:r>
              <a:rPr lang="zh-CN" altLang="en-US" b="0" i="0" u="none" strike="noStrike" baseline="0" smtClean="0">
                <a:latin typeface="Times New Roman"/>
              </a:rPr>
              <a:t>这一点对网络配置同样适用。尽管图形化的网络配置工具给用户带来了莫大的方便，但对于系统管理员而言，掌握命令行工具的使用非常重要。本节主要讲述</a:t>
            </a:r>
            <a:r>
              <a:rPr lang="en-US" altLang="zh-CN" b="0" i="0" u="none" strike="noStrike" baseline="0" smtClean="0">
                <a:latin typeface="Times New Roman"/>
              </a:rPr>
              <a:t>ifconfig</a:t>
            </a:r>
            <a:r>
              <a:rPr lang="zh-CN" altLang="en-US" b="0" i="0" u="none" strike="noStrike" baseline="0" smtClean="0">
                <a:latin typeface="Times New Roman"/>
              </a:rPr>
              <a:t>和</a:t>
            </a:r>
            <a:r>
              <a:rPr lang="en-US" altLang="zh-CN" b="0" i="0" u="none" strike="noStrike" baseline="0" smtClean="0">
                <a:latin typeface="Times New Roman"/>
              </a:rPr>
              <a:t>route</a:t>
            </a:r>
            <a:r>
              <a:rPr lang="zh-CN" altLang="en-US" b="0" i="0" u="none" strike="noStrike" baseline="0" smtClean="0">
                <a:latin typeface="Times New Roman"/>
              </a:rPr>
              <a:t>这两个命令。对于配置一台拥有静态</a:t>
            </a:r>
            <a:r>
              <a:rPr lang="en-US" altLang="zh-CN" b="0" i="0" u="none" strike="noStrike" baseline="0" smtClean="0">
                <a:latin typeface="Times New Roman"/>
              </a:rPr>
              <a:t>IP</a:t>
            </a:r>
            <a:r>
              <a:rPr lang="zh-CN" altLang="en-US" b="0" i="0" u="none" strike="noStrike" baseline="0" smtClean="0">
                <a:latin typeface="Times New Roman"/>
              </a:rPr>
              <a:t>的服务器，本节非常有用。这里仍然不涉及高级的网络原理，只讲述最基本的网络配置方法。更多的细节和高级应用请参考其他专业书籍。</a:t>
            </a:r>
          </a:p>
        </p:txBody>
      </p:sp>
    </p:spTree>
    <p:extLst>
      <p:ext uri="{BB962C8B-B14F-4D97-AF65-F5344CB8AC3E}">
        <p14:creationId xmlns:p14="http://schemas.microsoft.com/office/powerpoint/2010/main" val="96272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11.3.1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ifconfig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配置网络接口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ifconfig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3462652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11.3.2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route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配置静态路由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route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618833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11.3.3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主机名和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地址间的映射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通过编辑</a:t>
            </a:r>
            <a:r>
              <a:rPr lang="en-US" altLang="zh-CN" b="0" i="0" u="none" strike="noStrike" baseline="0" smtClean="0">
                <a:latin typeface="Times New Roman"/>
              </a:rPr>
              <a:t>/host</a:t>
            </a:r>
            <a:r>
              <a:rPr lang="zh-CN" altLang="en-US" b="0" i="0" u="none" strike="noStrike" baseline="0" smtClean="0">
                <a:latin typeface="Times New Roman"/>
              </a:rPr>
              <a:t>文件设置主机名和</a:t>
            </a:r>
            <a:r>
              <a:rPr lang="en-US" altLang="zh-CN" b="0" i="0" u="none" strike="noStrike" baseline="0" smtClean="0">
                <a:latin typeface="Times New Roman"/>
              </a:rPr>
              <a:t>IP</a:t>
            </a:r>
            <a:r>
              <a:rPr lang="zh-CN" altLang="en-US" b="0" i="0" u="none" strike="noStrike" baseline="0" smtClean="0">
                <a:latin typeface="Times New Roman"/>
              </a:rPr>
              <a:t>地址间的映射</a:t>
            </a:r>
          </a:p>
        </p:txBody>
      </p:sp>
    </p:spTree>
    <p:extLst>
      <p:ext uri="{BB962C8B-B14F-4D97-AF65-F5344CB8AC3E}">
        <p14:creationId xmlns:p14="http://schemas.microsoft.com/office/powerpoint/2010/main" val="4283549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进阶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wvdial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建立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PPP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连接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本节简要介绍和</a:t>
            </a:r>
            <a:r>
              <a:rPr lang="en-US" altLang="zh-CN" b="0" i="0" u="none" strike="noStrike" baseline="0" smtClean="0">
                <a:latin typeface="Times New Roman"/>
              </a:rPr>
              <a:t>PPP</a:t>
            </a:r>
            <a:r>
              <a:rPr lang="zh-CN" altLang="en-US" b="0" i="0" u="none" strike="noStrike" baseline="0" smtClean="0">
                <a:latin typeface="Times New Roman"/>
              </a:rPr>
              <a:t>连接有关的知识，以及如何通过</a:t>
            </a:r>
            <a:r>
              <a:rPr lang="en-US" altLang="zh-CN" b="0" i="0" u="none" strike="noStrike" baseline="0" smtClean="0">
                <a:latin typeface="Times New Roman"/>
              </a:rPr>
              <a:t>wvdial</a:t>
            </a:r>
            <a:r>
              <a:rPr lang="zh-CN" altLang="en-US" b="0" i="0" u="none" strike="noStrike" baseline="0" smtClean="0">
                <a:latin typeface="Times New Roman"/>
              </a:rPr>
              <a:t>拨号工具建立一条</a:t>
            </a:r>
            <a:r>
              <a:rPr lang="en-US" altLang="zh-CN" b="0" i="0" u="none" strike="noStrike" baseline="0" smtClean="0">
                <a:latin typeface="Times New Roman"/>
              </a:rPr>
              <a:t>PPP</a:t>
            </a:r>
            <a:r>
              <a:rPr lang="zh-CN" altLang="en-US" b="0" i="0" u="none" strike="noStrike" baseline="0" smtClean="0">
                <a:latin typeface="Times New Roman"/>
              </a:rPr>
              <a:t>连接。</a:t>
            </a:r>
            <a:r>
              <a:rPr lang="en-US" altLang="zh-CN" b="0" i="0" u="none" strike="noStrike" baseline="0" smtClean="0">
                <a:latin typeface="Times New Roman"/>
              </a:rPr>
              <a:t>wvdial</a:t>
            </a:r>
            <a:r>
              <a:rPr lang="zh-CN" altLang="en-US" b="0" i="0" u="none" strike="noStrike" baseline="0" smtClean="0">
                <a:latin typeface="Times New Roman"/>
              </a:rPr>
              <a:t>是一个命令行工具，在各个发行版的</a:t>
            </a:r>
            <a:r>
              <a:rPr lang="en-US" altLang="zh-CN" b="0" i="0" u="none" strike="noStrike" baseline="0" smtClean="0">
                <a:latin typeface="Times New Roman"/>
              </a:rPr>
              <a:t>Linux</a:t>
            </a:r>
            <a:r>
              <a:rPr lang="zh-CN" altLang="en-US" b="0" i="0" u="none" strike="noStrike" baseline="0" smtClean="0">
                <a:latin typeface="Times New Roman"/>
              </a:rPr>
              <a:t>中拥有相同的行为，这对于正在寻求一种通用的解决方案的管理员非常重要。</a:t>
            </a:r>
          </a:p>
        </p:txBody>
      </p:sp>
    </p:spTree>
    <p:extLst>
      <p:ext uri="{BB962C8B-B14F-4D97-AF65-F5344CB8AC3E}">
        <p14:creationId xmlns:p14="http://schemas.microsoft.com/office/powerpoint/2010/main" val="1769452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11.4.1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PPP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协议简介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1.PPP</a:t>
            </a:r>
            <a:r>
              <a:rPr lang="zh-CN" altLang="en-US" b="0" i="0" u="none" strike="noStrike" baseline="0" smtClean="0">
                <a:latin typeface="Times New Roman"/>
              </a:rPr>
              <a:t>协议概述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PPP</a:t>
            </a:r>
            <a:r>
              <a:rPr lang="zh-CN" altLang="en-US" b="0" i="0" u="none" strike="noStrike" baseline="0" smtClean="0">
                <a:latin typeface="Times New Roman"/>
              </a:rPr>
              <a:t>建立网络连接</a:t>
            </a:r>
          </a:p>
        </p:txBody>
      </p:sp>
    </p:spTree>
    <p:extLst>
      <p:ext uri="{BB962C8B-B14F-4D97-AF65-F5344CB8AC3E}">
        <p14:creationId xmlns:p14="http://schemas.microsoft.com/office/powerpoint/2010/main" val="142048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11.4.2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wvdial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简介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wvdial</a:t>
            </a:r>
            <a:r>
              <a:rPr lang="zh-CN" altLang="en-US" b="0" i="0" u="none" strike="noStrike" baseline="0" smtClean="0">
                <a:latin typeface="Times New Roman"/>
              </a:rPr>
              <a:t>概述</a:t>
            </a:r>
          </a:p>
        </p:txBody>
      </p:sp>
    </p:spTree>
    <p:extLst>
      <p:ext uri="{BB962C8B-B14F-4D97-AF65-F5344CB8AC3E}">
        <p14:creationId xmlns:p14="http://schemas.microsoft.com/office/powerpoint/2010/main" val="612920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11.4.3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配置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wvdial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wvdial</a:t>
            </a:r>
            <a:r>
              <a:rPr lang="zh-CN" altLang="en-US" b="0" i="0" u="none" strike="noStrike" baseline="0" smtClean="0">
                <a:latin typeface="Times New Roman"/>
              </a:rPr>
              <a:t>的配置文件</a:t>
            </a:r>
            <a:r>
              <a:rPr lang="en-US" altLang="zh-CN" b="0" i="0" u="none" strike="noStrike" baseline="0" smtClean="0">
                <a:latin typeface="Times New Roman"/>
              </a:rPr>
              <a:t>/etc/wvdial.conf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7610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11.4.4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使用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wvdial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拨号上网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使用</a:t>
            </a:r>
            <a:r>
              <a:rPr lang="en-US" altLang="zh-CN" b="0" i="0" u="none" strike="noStrike" baseline="0" smtClean="0">
                <a:latin typeface="Times New Roman"/>
              </a:rPr>
              <a:t>wvdial</a:t>
            </a:r>
            <a:r>
              <a:rPr lang="zh-CN" altLang="en-US" b="0" i="0" u="none" strike="noStrike" baseline="0" smtClean="0">
                <a:latin typeface="Times New Roman"/>
              </a:rPr>
              <a:t>命令拨号上网</a:t>
            </a:r>
          </a:p>
        </p:txBody>
      </p:sp>
    </p:spTree>
    <p:extLst>
      <p:ext uri="{BB962C8B-B14F-4D97-AF65-F5344CB8AC3E}">
        <p14:creationId xmlns:p14="http://schemas.microsoft.com/office/powerpoint/2010/main" val="3158040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0</TotalTime>
  <Words>782</Words>
  <Application>Microsoft Office PowerPoint</Application>
  <PresentationFormat>全屏显示(4:3)</PresentationFormat>
  <Paragraphs>46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波形</vt:lpstr>
      <vt:lpstr>第11章  网 络 配 置</vt:lpstr>
      <vt:lpstr>11.1  几种常见的连网方式</vt:lpstr>
      <vt:lpstr>11.1.1  通过办公室局域网</vt:lpstr>
      <vt:lpstr>11.1.2  无线连接</vt:lpstr>
      <vt:lpstr>11.1.3  有线宽带连接</vt:lpstr>
      <vt:lpstr>11.1.4  “古老”的拨号上网</vt:lpstr>
      <vt:lpstr>11.2  连接PC至局域网和Internet</vt:lpstr>
      <vt:lpstr>11.2.1  连接办公室局域网</vt:lpstr>
      <vt:lpstr>11.2.2  使用ADSL</vt:lpstr>
      <vt:lpstr>11.2.3  无线网络</vt:lpstr>
      <vt:lpstr>11.2.4  拨号上网</vt:lpstr>
      <vt:lpstr>11.3  进阶1：在命令行下配置网络</vt:lpstr>
      <vt:lpstr>11.3.1  使用ifconfig配置网络接口</vt:lpstr>
      <vt:lpstr>11.3.2  使用route配置静态路由</vt:lpstr>
      <vt:lpstr>11.3.3  主机名和IP地址间的映射</vt:lpstr>
      <vt:lpstr>11.4  进阶2：使用wvdial建立PPP连接</vt:lpstr>
      <vt:lpstr>11.4.1  PPP协议简介</vt:lpstr>
      <vt:lpstr>11.4.2  wvdial简介</vt:lpstr>
      <vt:lpstr>11.4.3  配置wvdial</vt:lpstr>
      <vt:lpstr>11.4.4  使用wvdial拨号上网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第11章  网 络 配 置</dc:title>
  <dc:creator>User</dc:creator>
  <cp:lastModifiedBy>User</cp:lastModifiedBy>
  <cp:revision>1</cp:revision>
  <dcterms:created xsi:type="dcterms:W3CDTF">2013-01-29T05:29:17Z</dcterms:created>
  <dcterms:modified xsi:type="dcterms:W3CDTF">2013-01-29T05:29:57Z</dcterms:modified>
</cp:coreProperties>
</file>
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B9D0-804C-47C1-A26D-BCB1A6E646D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6D9B4-9AF8-472B-8D7D-F4B2CF15DD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B9D0-804C-47C1-A26D-BCB1A6E646D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6D9B4-9AF8-472B-8D7D-F4B2CF15DD9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B9D0-804C-47C1-A26D-BCB1A6E646D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6D9B4-9AF8-472B-8D7D-F4B2CF15DD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B9D0-804C-47C1-A26D-BCB1A6E646D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6D9B4-9AF8-472B-8D7D-F4B2CF15DD9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B9D0-804C-47C1-A26D-BCB1A6E646D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6D9B4-9AF8-472B-8D7D-F4B2CF15DD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B9D0-804C-47C1-A26D-BCB1A6E646D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6D9B4-9AF8-472B-8D7D-F4B2CF15DD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B9D0-804C-47C1-A26D-BCB1A6E646D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6D9B4-9AF8-472B-8D7D-F4B2CF15DD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B9D0-804C-47C1-A26D-BCB1A6E646D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6D9B4-9AF8-472B-8D7D-F4B2CF15DD9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B9D0-804C-47C1-A26D-BCB1A6E646D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6D9B4-9AF8-472B-8D7D-F4B2CF15DD9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B9D0-804C-47C1-A26D-BCB1A6E646D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6D9B4-9AF8-472B-8D7D-F4B2CF15DD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B9D0-804C-47C1-A26D-BCB1A6E646D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6D9B4-9AF8-472B-8D7D-F4B2CF15DD9A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B9D0-804C-47C1-A26D-BCB1A6E646D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6D9B4-9AF8-472B-8D7D-F4B2CF15DD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170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A3D7B9D0-804C-47C1-A26D-BCB1A6E646D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30F6D9B4-9AF8-472B-8D7D-F4B2CF15DD9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编程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C</a:t>
            </a:r>
            <a:r>
              <a:rPr lang="zh-CN" altLang="en-US" b="0" i="0" u="none" strike="noStrike" baseline="0" smtClean="0">
                <a:latin typeface="Times New Roman"/>
              </a:rPr>
              <a:t>是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下最常用的编程语言，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本身就是用</a:t>
            </a:r>
            <a:r>
              <a:rPr lang="en-US" altLang="zh-CN" b="0" i="0" u="none" strike="noStrike" baseline="0" smtClean="0">
                <a:latin typeface="Times New Roman"/>
              </a:rPr>
              <a:t>C</a:t>
            </a:r>
            <a:r>
              <a:rPr lang="zh-CN" altLang="en-US" b="0" i="0" u="none" strike="noStrike" baseline="0" smtClean="0">
                <a:latin typeface="Times New Roman"/>
              </a:rPr>
              <a:t>写成的。</a:t>
            </a:r>
            <a:r>
              <a:rPr lang="en-US" altLang="zh-CN" b="0" i="0" u="none" strike="noStrike" baseline="0" smtClean="0">
                <a:latin typeface="Times New Roman"/>
              </a:rPr>
              <a:t>C++</a:t>
            </a:r>
            <a:r>
              <a:rPr lang="zh-CN" altLang="en-US" b="0" i="0" u="none" strike="noStrike" baseline="0" smtClean="0">
                <a:latin typeface="Times New Roman"/>
              </a:rPr>
              <a:t>也经常会被用到，这是目前业界最重量级的语言。本章的目的并不是要教会读者编写</a:t>
            </a:r>
            <a:r>
              <a:rPr lang="en-US" altLang="zh-CN" b="0" i="0" u="none" strike="noStrike" baseline="0" smtClean="0">
                <a:latin typeface="Times New Roman"/>
              </a:rPr>
              <a:t>C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C++</a:t>
            </a:r>
            <a:r>
              <a:rPr lang="zh-CN" altLang="en-US" b="0" i="0" u="none" strike="noStrike" baseline="0" smtClean="0">
                <a:latin typeface="Times New Roman"/>
              </a:rPr>
              <a:t>程序（这也本不可能），而是要告诉</a:t>
            </a:r>
            <a:r>
              <a:rPr lang="en-US" altLang="zh-CN" b="0" i="0" u="none" strike="noStrike" baseline="0" smtClean="0">
                <a:latin typeface="Times New Roman"/>
              </a:rPr>
              <a:t>C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C++</a:t>
            </a:r>
            <a:r>
              <a:rPr lang="zh-CN" altLang="en-US" b="0" i="0" u="none" strike="noStrike" baseline="0" smtClean="0">
                <a:latin typeface="Times New Roman"/>
              </a:rPr>
              <a:t>程序员如何在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平台下工作。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本章主要介绍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下的编辑器、编译器和调试器，最后以版本控制系统</a:t>
            </a:r>
            <a:r>
              <a:rPr lang="en-US" altLang="zh-CN" b="0" i="0" u="none" strike="noStrike" baseline="0" smtClean="0">
                <a:latin typeface="Times New Roman"/>
              </a:rPr>
              <a:t>Subversion</a:t>
            </a:r>
            <a:r>
              <a:rPr lang="zh-CN" altLang="en-US" b="0" i="0" u="none" strike="noStrike" baseline="0" smtClean="0">
                <a:latin typeface="Times New Roman"/>
              </a:rPr>
              <a:t>结束本章。编写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的黑客们让这些工具变得最适合程序员的口味，尽管最初使用起来可能会不习惯。</a:t>
            </a:r>
          </a:p>
        </p:txBody>
      </p:sp>
    </p:spTree>
    <p:extLst>
      <p:ext uri="{BB962C8B-B14F-4D97-AF65-F5344CB8AC3E}">
        <p14:creationId xmlns:p14="http://schemas.microsoft.com/office/powerpoint/2010/main" val="397248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编辑器的选择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尽管</a:t>
            </a:r>
            <a:r>
              <a:rPr lang="en-US" altLang="zh-CN" b="0" i="0" u="none" strike="noStrike" baseline="0" smtClean="0">
                <a:latin typeface="Times New Roman"/>
              </a:rPr>
              <a:t>Vim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Emacs</a:t>
            </a:r>
            <a:r>
              <a:rPr lang="zh-CN" altLang="en-US" b="0" i="0" u="none" strike="noStrike" baseline="0" smtClean="0">
                <a:latin typeface="Times New Roman"/>
              </a:rPr>
              <a:t>对于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初学者而言简直是两个梦魇，但仍然建议读者学会其中的一个。这两个工具的功能非常完善和强大，程序员还可以方便地对其进行扩充以设置以满足自己的需求。也许在刚上手的时候读者会对它们感到厌烦，但在真正成为一个</a:t>
            </a:r>
            <a:r>
              <a:rPr lang="en-US" altLang="zh-CN" b="0" i="0" u="none" strike="noStrike" baseline="0" smtClean="0">
                <a:latin typeface="Times New Roman"/>
              </a:rPr>
              <a:t>Vim</a:t>
            </a:r>
            <a:r>
              <a:rPr lang="zh-CN" altLang="en-US" b="0" i="0" u="none" strike="noStrike" baseline="0" smtClean="0">
                <a:latin typeface="Times New Roman"/>
              </a:rPr>
              <a:t>或者</a:t>
            </a:r>
            <a:r>
              <a:rPr lang="en-US" altLang="zh-CN" b="0" i="0" u="none" strike="noStrike" baseline="0" smtClean="0">
                <a:latin typeface="Times New Roman"/>
              </a:rPr>
              <a:t>Emacs</a:t>
            </a:r>
            <a:r>
              <a:rPr lang="zh-CN" altLang="en-US" b="0" i="0" u="none" strike="noStrike" baseline="0" smtClean="0">
                <a:latin typeface="Times New Roman"/>
              </a:rPr>
              <a:t>的高级用户后，没有人会打算放弃它们。如果读者没有时间学习这两个工具的话，那么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的图形化编辑器也可以提供很好的功能。总之，不必担心在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下如何写程序，编辑器不会为难大家。</a:t>
            </a:r>
          </a:p>
        </p:txBody>
      </p:sp>
    </p:spTree>
    <p:extLst>
      <p:ext uri="{BB962C8B-B14F-4D97-AF65-F5344CB8AC3E}">
        <p14:creationId xmlns:p14="http://schemas.microsoft.com/office/powerpoint/2010/main" val="1102846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20.1.1  Vim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编辑器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．编辑和保存文件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</a:t>
            </a:r>
            <a:r>
              <a:rPr lang="zh-CN" altLang="en-US" b="0" i="0" u="none" strike="noStrike" baseline="0" smtClean="0">
                <a:latin typeface="Times New Roman"/>
              </a:rPr>
              <a:t>．搜索字符串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</a:t>
            </a:r>
            <a:r>
              <a:rPr lang="zh-CN" altLang="en-US" b="0" i="0" u="none" strike="noStrike" baseline="0" smtClean="0">
                <a:latin typeface="Times New Roman"/>
              </a:rPr>
              <a:t>．替换字符串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4</a:t>
            </a:r>
            <a:r>
              <a:rPr lang="zh-CN" altLang="en-US" b="0" i="0" u="none" strike="noStrike" baseline="0" smtClean="0">
                <a:latin typeface="Times New Roman"/>
              </a:rPr>
              <a:t>．针对程序员的配置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5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Vim</a:t>
            </a:r>
            <a:r>
              <a:rPr lang="zh-CN" altLang="en-US" b="0" i="0" u="none" strike="noStrike" baseline="0" smtClean="0">
                <a:latin typeface="Times New Roman"/>
              </a:rPr>
              <a:t>的常用命令</a:t>
            </a:r>
          </a:p>
        </p:txBody>
      </p:sp>
    </p:spTree>
    <p:extLst>
      <p:ext uri="{BB962C8B-B14F-4D97-AF65-F5344CB8AC3E}">
        <p14:creationId xmlns:p14="http://schemas.microsoft.com/office/powerpoint/2010/main" val="2908342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20.1.2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Emacs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编辑器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．编辑和保存文件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</a:t>
            </a:r>
            <a:r>
              <a:rPr lang="zh-CN" altLang="en-US" b="0" i="0" u="none" strike="noStrike" baseline="0" smtClean="0">
                <a:latin typeface="Times New Roman"/>
              </a:rPr>
              <a:t>．移动光标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</a:t>
            </a:r>
            <a:r>
              <a:rPr lang="zh-CN" altLang="en-US" b="0" i="0" u="none" strike="noStrike" baseline="0" smtClean="0">
                <a:latin typeface="Times New Roman"/>
              </a:rPr>
              <a:t>．删除和粘贴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20.1.3  </a:t>
            </a:r>
            <a:r>
              <a:rPr lang="zh-CN" altLang="en-US" b="0" i="0" u="none" strike="noStrike" baseline="0" smtClean="0">
                <a:latin typeface="Times New Roman"/>
              </a:rPr>
              <a:t>图形化的编程工具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gedit</a:t>
            </a:r>
            <a:r>
              <a:rPr lang="zh-CN" altLang="en-US" b="0" i="0" u="none" strike="noStrike" baseline="0" smtClean="0">
                <a:latin typeface="Times New Roman"/>
              </a:rPr>
              <a:t>图形化编程工具</a:t>
            </a:r>
          </a:p>
        </p:txBody>
      </p:sp>
    </p:spTree>
    <p:extLst>
      <p:ext uri="{BB962C8B-B14F-4D97-AF65-F5344CB8AC3E}">
        <p14:creationId xmlns:p14="http://schemas.microsoft.com/office/powerpoint/2010/main" val="329589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20.2  C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C++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的编译器：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gcc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其实这个标题并不贴切。</a:t>
            </a:r>
            <a:r>
              <a:rPr lang="en-US" altLang="zh-CN" b="0" i="0" u="none" strike="noStrike" baseline="0" smtClean="0">
                <a:latin typeface="Times New Roman"/>
              </a:rPr>
              <a:t>gcc</a:t>
            </a:r>
            <a:r>
              <a:rPr lang="zh-CN" altLang="en-US" b="0" i="0" u="none" strike="noStrike" baseline="0" smtClean="0">
                <a:latin typeface="Times New Roman"/>
              </a:rPr>
              <a:t>在开发初期的确是定位在一款</a:t>
            </a:r>
            <a:r>
              <a:rPr lang="en-US" altLang="zh-CN" b="0" i="0" u="none" strike="noStrike" baseline="0" smtClean="0">
                <a:latin typeface="Times New Roman"/>
              </a:rPr>
              <a:t>C</a:t>
            </a:r>
            <a:r>
              <a:rPr lang="zh-CN" altLang="en-US" b="0" i="0" u="none" strike="noStrike" baseline="0" smtClean="0">
                <a:latin typeface="Times New Roman"/>
              </a:rPr>
              <a:t>编译器，从其名字就可以推测出来：</a:t>
            </a:r>
            <a:r>
              <a:rPr lang="en-US" altLang="zh-CN" b="0" i="0" u="none" strike="noStrike" baseline="0" smtClean="0">
                <a:latin typeface="Times New Roman"/>
              </a:rPr>
              <a:t>GNU C Compiler</a:t>
            </a:r>
            <a:r>
              <a:rPr lang="zh-CN" altLang="en-US" b="0" i="0" u="none" strike="noStrike" baseline="0" smtClean="0">
                <a:latin typeface="Times New Roman"/>
              </a:rPr>
              <a:t>。然而经过十多年的发展，</a:t>
            </a:r>
            <a:r>
              <a:rPr lang="en-US" altLang="zh-CN" b="0" i="0" u="none" strike="noStrike" baseline="0" smtClean="0">
                <a:latin typeface="Times New Roman"/>
              </a:rPr>
              <a:t>gcc</a:t>
            </a:r>
            <a:r>
              <a:rPr lang="zh-CN" altLang="en-US" b="0" i="0" u="none" strike="noStrike" baseline="0" smtClean="0">
                <a:latin typeface="Times New Roman"/>
              </a:rPr>
              <a:t>的含义已经悄然改变，成为</a:t>
            </a:r>
            <a:r>
              <a:rPr lang="en-US" altLang="zh-CN" b="0" i="0" u="none" strike="noStrike" baseline="0" smtClean="0">
                <a:latin typeface="Times New Roman"/>
              </a:rPr>
              <a:t>GNU Compiler Collection</a:t>
            </a:r>
            <a:r>
              <a:rPr lang="zh-CN" altLang="en-US" b="0" i="0" u="none" strike="noStrike" baseline="0" smtClean="0">
                <a:latin typeface="Times New Roman"/>
              </a:rPr>
              <a:t>，同时支持</a:t>
            </a:r>
            <a:r>
              <a:rPr lang="en-US" altLang="zh-CN" b="0" i="0" u="none" strike="noStrike" baseline="0" smtClean="0">
                <a:latin typeface="Times New Roman"/>
              </a:rPr>
              <a:t>C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C++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Objective C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Chill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Fortran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Java</a:t>
            </a:r>
            <a:r>
              <a:rPr lang="zh-CN" altLang="en-US" b="0" i="0" u="none" strike="noStrike" baseline="0" smtClean="0">
                <a:latin typeface="Times New Roman"/>
              </a:rPr>
              <a:t>等语言。本节以几个实例介绍</a:t>
            </a:r>
            <a:r>
              <a:rPr lang="en-US" altLang="zh-CN" b="0" i="0" u="none" strike="noStrike" baseline="0" smtClean="0">
                <a:latin typeface="Times New Roman"/>
              </a:rPr>
              <a:t>gcc</a:t>
            </a:r>
            <a:r>
              <a:rPr lang="zh-CN" altLang="en-US" b="0" i="0" u="none" strike="noStrike" baseline="0" smtClean="0">
                <a:latin typeface="Times New Roman"/>
              </a:rPr>
              <a:t>编译器的用法。作为自由软件的旗舰项目，</a:t>
            </a:r>
            <a:r>
              <a:rPr lang="en-US" altLang="zh-CN" b="0" i="0" u="none" strike="noStrike" baseline="0" smtClean="0">
                <a:latin typeface="Times New Roman"/>
              </a:rPr>
              <a:t>gcc</a:t>
            </a:r>
            <a:r>
              <a:rPr lang="zh-CN" altLang="en-US" b="0" i="0" u="none" strike="noStrike" baseline="0" smtClean="0">
                <a:latin typeface="Times New Roman"/>
              </a:rPr>
              <a:t>的功能是如此强大，这里无法列举其每一个选项，有需要的读者可以参考</a:t>
            </a:r>
            <a:r>
              <a:rPr lang="en-US" altLang="zh-CN" b="0" i="0" u="none" strike="noStrike" baseline="0" smtClean="0">
                <a:latin typeface="Times New Roman"/>
              </a:rPr>
              <a:t>GNU gcc</a:t>
            </a:r>
            <a:r>
              <a:rPr lang="zh-CN" altLang="en-US" b="0" i="0" u="none" strike="noStrike" baseline="0" smtClean="0">
                <a:latin typeface="Times New Roman"/>
              </a:rPr>
              <a:t>手册。</a:t>
            </a:r>
          </a:p>
        </p:txBody>
      </p:sp>
    </p:spTree>
    <p:extLst>
      <p:ext uri="{BB962C8B-B14F-4D97-AF65-F5344CB8AC3E}">
        <p14:creationId xmlns:p14="http://schemas.microsoft.com/office/powerpoint/2010/main" val="1006016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20.2.1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编译第一个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程序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gcc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4155193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20.2.2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同编译有关的选项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869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20.2.3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优化选项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196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20.2.4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编译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C++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程序：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g++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g++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2911926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调试：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gdb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gdb</a:t>
            </a:r>
            <a:r>
              <a:rPr lang="zh-CN" altLang="en-US" b="0" i="0" u="none" strike="noStrike" baseline="0" smtClean="0">
                <a:latin typeface="Times New Roman"/>
              </a:rPr>
              <a:t>是</a:t>
            </a:r>
            <a:r>
              <a:rPr lang="en-US" altLang="zh-CN" b="0" i="0" u="none" strike="noStrike" baseline="0" smtClean="0">
                <a:latin typeface="Times New Roman"/>
              </a:rPr>
              <a:t>GNU</a:t>
            </a:r>
            <a:r>
              <a:rPr lang="zh-CN" altLang="en-US" b="0" i="0" u="none" strike="noStrike" baseline="0" smtClean="0">
                <a:latin typeface="Times New Roman"/>
              </a:rPr>
              <a:t>发布的一个强大的程序调试工具，也是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程序员不可或缺的一大利器。相比较图形化的</a:t>
            </a:r>
            <a:r>
              <a:rPr lang="en-US" altLang="zh-CN" b="0" i="0" u="none" strike="noStrike" baseline="0" smtClean="0">
                <a:latin typeface="Times New Roman"/>
              </a:rPr>
              <a:t>IDE</a:t>
            </a:r>
            <a:r>
              <a:rPr lang="zh-CN" altLang="en-US" b="0" i="0" u="none" strike="noStrike" baseline="0" smtClean="0">
                <a:latin typeface="Times New Roman"/>
              </a:rPr>
              <a:t>调试器，</a:t>
            </a:r>
            <a:r>
              <a:rPr lang="en-US" altLang="zh-CN" b="0" i="0" u="none" strike="noStrike" baseline="0" smtClean="0">
                <a:latin typeface="Times New Roman"/>
              </a:rPr>
              <a:t>gdb</a:t>
            </a:r>
            <a:r>
              <a:rPr lang="zh-CN" altLang="en-US" b="0" i="0" u="none" strike="noStrike" baseline="0" smtClean="0">
                <a:latin typeface="Times New Roman"/>
              </a:rPr>
              <a:t>在某些细节上展现出令人称羡的灵活性。</a:t>
            </a:r>
            <a:r>
              <a:rPr lang="en-US" altLang="zh-CN" b="0" i="0" u="none" strike="noStrike" baseline="0" smtClean="0">
                <a:latin typeface="Times New Roman"/>
              </a:rPr>
              <a:t>gdb</a:t>
            </a:r>
            <a:r>
              <a:rPr lang="zh-CN" altLang="en-US" b="0" i="0" u="none" strike="noStrike" baseline="0" smtClean="0">
                <a:latin typeface="Times New Roman"/>
              </a:rPr>
              <a:t>确实拥有图形化调试器所不具备的强大特性，这会随着使用的深入逐步体现出来。本节以一个简单的实例开头，最后给出</a:t>
            </a:r>
            <a:r>
              <a:rPr lang="en-US" altLang="zh-CN" b="0" i="0" u="none" strike="noStrike" baseline="0" smtClean="0">
                <a:latin typeface="Times New Roman"/>
              </a:rPr>
              <a:t>gdb</a:t>
            </a:r>
            <a:r>
              <a:rPr lang="zh-CN" altLang="en-US" b="0" i="0" u="none" strike="noStrike" baseline="0" smtClean="0">
                <a:latin typeface="Times New Roman"/>
              </a:rPr>
              <a:t>常用的命令表。更详细的命令选项可以参考</a:t>
            </a:r>
            <a:r>
              <a:rPr lang="en-US" altLang="zh-CN" b="0" i="0" u="none" strike="noStrike" baseline="0" smtClean="0">
                <a:latin typeface="Times New Roman"/>
              </a:rPr>
              <a:t>gdb</a:t>
            </a:r>
            <a:r>
              <a:rPr lang="zh-CN" altLang="en-US" b="0" i="0" u="none" strike="noStrike" baseline="0" smtClean="0">
                <a:latin typeface="Times New Roman"/>
              </a:rPr>
              <a:t>手册。</a:t>
            </a:r>
          </a:p>
        </p:txBody>
      </p:sp>
    </p:spTree>
    <p:extLst>
      <p:ext uri="{BB962C8B-B14F-4D97-AF65-F5344CB8AC3E}">
        <p14:creationId xmlns:p14="http://schemas.microsoft.com/office/powerpoint/2010/main" val="3146119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启动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gdb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gcc -g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424068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20.3.2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获得帮助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help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289983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20.3.3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查看源代码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1.list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2.search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4488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20.3.4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设置断点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1.break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2.clear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246722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20.3.5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运行程序和单步执行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1.run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2.next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3.continue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2179023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20.3.6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监视变量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1.print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2.watch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2790857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20.3.7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临时修改变量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set var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002716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20.3.8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查看堆栈情况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bt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3830432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20.3.9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退出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gdb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quit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2839354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20.3.10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命令汇总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050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与他人协作：版本控制系统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生活中难免会出错，而保证所作的改动能够正确撤销非常重要。在大型软件开发中，沟通不畅很有可能导致团队成员实施了彼此矛盾的修改。如果源代码只是简单地处在一个目录中，那么事情将变得一团糟。幸运的是，本节介绍的版本控制可以有效地解决这些问题。在正式开始之前，首先看一下版本控制系统到底能做些什么。</a:t>
            </a:r>
          </a:p>
        </p:txBody>
      </p:sp>
    </p:spTree>
    <p:extLst>
      <p:ext uri="{BB962C8B-B14F-4D97-AF65-F5344CB8AC3E}">
        <p14:creationId xmlns:p14="http://schemas.microsoft.com/office/powerpoint/2010/main" val="1765445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20.4.1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什么是版本控制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版本控制概述</a:t>
            </a:r>
          </a:p>
        </p:txBody>
      </p:sp>
    </p:spTree>
    <p:extLst>
      <p:ext uri="{BB962C8B-B14F-4D97-AF65-F5344CB8AC3E}">
        <p14:creationId xmlns:p14="http://schemas.microsoft.com/office/powerpoint/2010/main" val="1754823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20.4.2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安装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Subversion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下载</a:t>
            </a:r>
            <a:r>
              <a:rPr lang="en-US" altLang="zh-CN" b="0" i="0" u="none" strike="noStrike" baseline="0" smtClean="0">
                <a:latin typeface="Times New Roman"/>
              </a:rPr>
              <a:t>Subversion</a:t>
            </a:r>
            <a:r>
              <a:rPr lang="zh-CN" altLang="en-US" b="0" i="0" u="none" strike="noStrike" baseline="0" smtClean="0">
                <a:latin typeface="Times New Roman"/>
              </a:rPr>
              <a:t>软件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检查</a:t>
            </a:r>
            <a:r>
              <a:rPr lang="en-US" altLang="zh-CN" b="0" i="0" u="none" strike="noStrike" baseline="0" smtClean="0">
                <a:latin typeface="Times New Roman"/>
              </a:rPr>
              <a:t>Subversion</a:t>
            </a:r>
            <a:r>
              <a:rPr lang="zh-CN" altLang="en-US" b="0" i="0" u="none" strike="noStrike" baseline="0" smtClean="0">
                <a:latin typeface="Times New Roman"/>
              </a:rPr>
              <a:t>的管理工具是否正确安装了。</a:t>
            </a:r>
          </a:p>
        </p:txBody>
      </p:sp>
    </p:spTree>
    <p:extLst>
      <p:ext uri="{BB962C8B-B14F-4D97-AF65-F5344CB8AC3E}">
        <p14:creationId xmlns:p14="http://schemas.microsoft.com/office/powerpoint/2010/main" val="2272629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20.4.3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建立项目仓库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建立项目仓库。</a:t>
            </a:r>
          </a:p>
        </p:txBody>
      </p:sp>
    </p:spTree>
    <p:extLst>
      <p:ext uri="{BB962C8B-B14F-4D97-AF65-F5344CB8AC3E}">
        <p14:creationId xmlns:p14="http://schemas.microsoft.com/office/powerpoint/2010/main" val="3460317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20.4.4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创建项目并导入源代码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svn import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950782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20.4.5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开始项目开发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743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20.4.6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修改代码和提交改动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7446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20.4.7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解决冲突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677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20.4.8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撤销改动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svn merge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1417208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20.4.9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命令汇总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5508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772</Words>
  <Application>Microsoft Office PowerPoint</Application>
  <PresentationFormat>全屏显示(4:3)</PresentationFormat>
  <Paragraphs>68</Paragraphs>
  <Slides>30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1" baseType="lpstr">
      <vt:lpstr>波形</vt:lpstr>
      <vt:lpstr>第20章  Linux编程</vt:lpstr>
      <vt:lpstr>20.1  编辑器的选择</vt:lpstr>
      <vt:lpstr>20.1.1  Vim编辑器</vt:lpstr>
      <vt:lpstr>20.1.2  Emacs编辑器</vt:lpstr>
      <vt:lpstr>20.2  C和C++的编译器：gcc</vt:lpstr>
      <vt:lpstr>20.2.1  编译第一个C程序</vt:lpstr>
      <vt:lpstr>20.2.2  同编译有关的选项</vt:lpstr>
      <vt:lpstr>20.2.3  优化选项</vt:lpstr>
      <vt:lpstr>20.2.4  编译C++程序：g++</vt:lpstr>
      <vt:lpstr>20.3  调试：gdb</vt:lpstr>
      <vt:lpstr>20.3.1  启动gdb</vt:lpstr>
      <vt:lpstr>20.3.2  获得帮助</vt:lpstr>
      <vt:lpstr>20.3.3  查看源代码</vt:lpstr>
      <vt:lpstr>20.3.4  设置断点</vt:lpstr>
      <vt:lpstr>20.3.5  运行程序和单步执行</vt:lpstr>
      <vt:lpstr>20.3.6  监视变量</vt:lpstr>
      <vt:lpstr>20.3.7  临时修改变量</vt:lpstr>
      <vt:lpstr>20.3.8  查看堆栈情况</vt:lpstr>
      <vt:lpstr>20.3.9  退出gdb</vt:lpstr>
      <vt:lpstr>20.3.10  命令汇总</vt:lpstr>
      <vt:lpstr>20.4  与他人协作：版本控制系统</vt:lpstr>
      <vt:lpstr>20.4.1  什么是版本控制</vt:lpstr>
      <vt:lpstr>20.4.2  安装Subversion</vt:lpstr>
      <vt:lpstr>20.4.3  建立项目仓库</vt:lpstr>
      <vt:lpstr>20.4.4  创建项目并导入源代码</vt:lpstr>
      <vt:lpstr>20.4.5  开始项目开发</vt:lpstr>
      <vt:lpstr>20.4.6  修改代码和提交改动</vt:lpstr>
      <vt:lpstr>20.4.7  解决冲突</vt:lpstr>
      <vt:lpstr>20.4.8  撤销改动</vt:lpstr>
      <vt:lpstr>20.4.9  命令汇总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第20章  Linux编程</dc:title>
  <dc:creator>User</dc:creator>
  <cp:lastModifiedBy>User</cp:lastModifiedBy>
  <cp:revision>1</cp:revision>
  <dcterms:created xsi:type="dcterms:W3CDTF">2013-01-29T10:24:23Z</dcterms:created>
  <dcterms:modified xsi:type="dcterms:W3CDTF">2013-01-29T10:24:41Z</dcterms:modified>
</cp:coreProperties>
</file>
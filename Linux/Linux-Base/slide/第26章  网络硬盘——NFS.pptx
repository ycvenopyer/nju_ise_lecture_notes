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63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2510C-719A-4A52-BF19-A0ED75DB1A5E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83BD1-52E0-49EF-8AA3-53E81C6396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2510C-719A-4A52-BF19-A0ED75DB1A5E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83BD1-52E0-49EF-8AA3-53E81C63962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2510C-719A-4A52-BF19-A0ED75DB1A5E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83BD1-52E0-49EF-8AA3-53E81C6396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2510C-719A-4A52-BF19-A0ED75DB1A5E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83BD1-52E0-49EF-8AA3-53E81C63962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2510C-719A-4A52-BF19-A0ED75DB1A5E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83BD1-52E0-49EF-8AA3-53E81C6396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2510C-719A-4A52-BF19-A0ED75DB1A5E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83BD1-52E0-49EF-8AA3-53E81C6396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2510C-719A-4A52-BF19-A0ED75DB1A5E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83BD1-52E0-49EF-8AA3-53E81C6396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2510C-719A-4A52-BF19-A0ED75DB1A5E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83BD1-52E0-49EF-8AA3-53E81C63962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2510C-719A-4A52-BF19-A0ED75DB1A5E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83BD1-52E0-49EF-8AA3-53E81C63962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2510C-719A-4A52-BF19-A0ED75DB1A5E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83BD1-52E0-49EF-8AA3-53E81C6396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2510C-719A-4A52-BF19-A0ED75DB1A5E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83BD1-52E0-49EF-8AA3-53E81C63962C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2510C-719A-4A52-BF19-A0ED75DB1A5E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83BD1-52E0-49EF-8AA3-53E81C6396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1454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E062510C-719A-4A52-BF19-A0ED75DB1A5E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C0583BD1-52E0-49EF-8AA3-53E81C63962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第</a:t>
            </a:r>
            <a:r>
              <a:rPr lang="en-US" altLang="zh-CN" b="1" i="0" u="none" strike="noStrike" kern="1800" baseline="0" smtClean="0">
                <a:latin typeface="Times New Roman"/>
                <a:ea typeface="黑体"/>
              </a:rPr>
              <a:t>26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章  网络硬盘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——</a:t>
            </a:r>
            <a:r>
              <a:rPr lang="en-US" altLang="zh-CN" b="1" i="0" u="none" strike="noStrike" kern="1800" baseline="0" smtClean="0">
                <a:latin typeface="Times New Roman"/>
                <a:ea typeface="黑体"/>
              </a:rPr>
              <a:t>NFS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NFS</a:t>
            </a:r>
            <a:r>
              <a:rPr lang="zh-CN" altLang="en-US" b="0" i="0" u="none" strike="noStrike" baseline="0" smtClean="0">
                <a:latin typeface="Times New Roman"/>
              </a:rPr>
              <a:t>是网络文件系统（</a:t>
            </a:r>
            <a:r>
              <a:rPr lang="en-US" altLang="zh-CN" b="0" i="0" u="none" strike="noStrike" baseline="0" smtClean="0">
                <a:latin typeface="Times New Roman"/>
              </a:rPr>
              <a:t>Network File System</a:t>
            </a:r>
            <a:r>
              <a:rPr lang="zh-CN" altLang="en-US" b="0" i="0" u="none" strike="noStrike" baseline="0" smtClean="0">
                <a:latin typeface="Times New Roman"/>
              </a:rPr>
              <a:t>）的简称，用于在计算机间共享文件系统。通过</a:t>
            </a:r>
            <a:r>
              <a:rPr lang="en-US" altLang="zh-CN" b="0" i="0" u="none" strike="noStrike" baseline="0" smtClean="0">
                <a:latin typeface="Times New Roman"/>
              </a:rPr>
              <a:t>NFS</a:t>
            </a:r>
            <a:r>
              <a:rPr lang="zh-CN" altLang="en-US" b="0" i="0" u="none" strike="noStrike" baseline="0" smtClean="0">
                <a:latin typeface="Times New Roman"/>
              </a:rPr>
              <a:t>可以让远程主机的文件系统看起来就像是在本地一样。这个由</a:t>
            </a:r>
            <a:r>
              <a:rPr lang="en-US" altLang="zh-CN" b="0" i="0" u="none" strike="noStrike" baseline="0" smtClean="0">
                <a:latin typeface="Times New Roman"/>
              </a:rPr>
              <a:t>Sun</a:t>
            </a:r>
            <a:r>
              <a:rPr lang="zh-CN" altLang="en-US" b="0" i="0" u="none" strike="noStrike" baseline="0" smtClean="0">
                <a:latin typeface="Times New Roman"/>
              </a:rPr>
              <a:t>公司于</a:t>
            </a:r>
            <a:r>
              <a:rPr lang="en-US" altLang="zh-CN" b="0" i="0" u="none" strike="noStrike" baseline="0" smtClean="0">
                <a:latin typeface="Times New Roman"/>
              </a:rPr>
              <a:t>1985</a:t>
            </a:r>
            <a:r>
              <a:rPr lang="zh-CN" altLang="en-US" b="0" i="0" u="none" strike="noStrike" baseline="0" smtClean="0">
                <a:latin typeface="Times New Roman"/>
              </a:rPr>
              <a:t>年推出的协议产品如今已被广泛采用，几乎（这个词甚至可以舍去）所有的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发行版都支持</a:t>
            </a:r>
            <a:r>
              <a:rPr lang="en-US" altLang="zh-CN" b="0" i="0" u="none" strike="noStrike" baseline="0" smtClean="0">
                <a:latin typeface="Times New Roman"/>
              </a:rPr>
              <a:t>NFS</a:t>
            </a:r>
            <a:r>
              <a:rPr lang="zh-CN" altLang="en-US" b="0" i="0" u="none" strike="noStrike" baseline="0" smtClean="0">
                <a:latin typeface="Times New Roman"/>
              </a:rPr>
              <a:t>。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NFS</a:t>
            </a:r>
            <a:r>
              <a:rPr lang="zh-CN" altLang="en-US" b="0" i="0" u="none" strike="noStrike" baseline="0" smtClean="0">
                <a:latin typeface="Times New Roman"/>
              </a:rPr>
              <a:t>同样基于服务器</a:t>
            </a:r>
            <a:r>
              <a:rPr lang="en-US" altLang="zh-CN" b="0" i="0" u="none" strike="noStrike" baseline="0" smtClean="0">
                <a:latin typeface="Times New Roman"/>
              </a:rPr>
              <a:t>-</a:t>
            </a:r>
            <a:r>
              <a:rPr lang="zh-CN" altLang="en-US" b="0" i="0" u="none" strike="noStrike" baseline="0" smtClean="0">
                <a:latin typeface="Times New Roman"/>
              </a:rPr>
              <a:t>客户机架构，本章将着重讨论</a:t>
            </a:r>
            <a:r>
              <a:rPr lang="en-US" altLang="zh-CN" b="0" i="0" u="none" strike="noStrike" baseline="0" smtClean="0">
                <a:latin typeface="Times New Roman"/>
              </a:rPr>
              <a:t>NFS</a:t>
            </a:r>
            <a:r>
              <a:rPr lang="zh-CN" altLang="en-US" b="0" i="0" u="none" strike="noStrike" baseline="0" smtClean="0">
                <a:latin typeface="Times New Roman"/>
              </a:rPr>
              <a:t>服务器的安装和配置。</a:t>
            </a:r>
            <a:r>
              <a:rPr lang="en-US" altLang="zh-CN" b="0" i="0" u="none" strike="noStrike" baseline="0" smtClean="0">
                <a:latin typeface="Times New Roman"/>
              </a:rPr>
              <a:t>NFS</a:t>
            </a:r>
            <a:r>
              <a:rPr lang="zh-CN" altLang="en-US" b="0" i="0" u="none" strike="noStrike" baseline="0" smtClean="0">
                <a:latin typeface="Times New Roman"/>
              </a:rPr>
              <a:t>只能用于</a:t>
            </a:r>
            <a:r>
              <a:rPr lang="en-US" altLang="zh-CN" b="0" i="0" u="none" strike="noStrike" baseline="0" smtClean="0">
                <a:latin typeface="Times New Roman"/>
              </a:rPr>
              <a:t>UNIX</a:t>
            </a:r>
            <a:r>
              <a:rPr lang="zh-CN" altLang="en-US" b="0" i="0" u="none" strike="noStrike" baseline="0" smtClean="0">
                <a:latin typeface="Times New Roman"/>
              </a:rPr>
              <a:t>类主机间的文件共享，</a:t>
            </a:r>
            <a:r>
              <a:rPr lang="en-US" altLang="zh-CN" b="0" i="0" u="none" strike="noStrike" baseline="0" smtClean="0">
                <a:latin typeface="Times New Roman"/>
              </a:rPr>
              <a:t>Windows</a:t>
            </a:r>
            <a:r>
              <a:rPr lang="zh-CN" altLang="en-US" b="0" i="0" u="none" strike="noStrike" baseline="0" smtClean="0">
                <a:latin typeface="Times New Roman"/>
              </a:rPr>
              <a:t>客户机应该使用</a:t>
            </a:r>
            <a:r>
              <a:rPr lang="en-US" altLang="zh-CN" b="0" i="0" u="none" strike="noStrike" baseline="0" smtClean="0">
                <a:latin typeface="Times New Roman"/>
              </a:rPr>
              <a:t>Samba</a:t>
            </a:r>
            <a:r>
              <a:rPr lang="zh-CN" altLang="en-US" b="0" i="0" u="none" strike="noStrike" baseline="0" smtClean="0">
                <a:latin typeface="Times New Roman"/>
              </a:rPr>
              <a:t>获得文件服务，读者可参考第</a:t>
            </a:r>
            <a:r>
              <a:rPr lang="en-US" altLang="zh-CN" b="0" i="0" u="none" strike="noStrike" baseline="0" smtClean="0">
                <a:latin typeface="Times New Roman"/>
              </a:rPr>
              <a:t>25</a:t>
            </a:r>
            <a:r>
              <a:rPr lang="zh-CN" altLang="en-US" b="0" i="0" u="none" strike="noStrike" baseline="0" smtClean="0">
                <a:latin typeface="Times New Roman"/>
              </a:rPr>
              <a:t>章的内容获得相关资料。</a:t>
            </a:r>
          </a:p>
        </p:txBody>
      </p:sp>
    </p:spTree>
    <p:extLst>
      <p:ext uri="{BB962C8B-B14F-4D97-AF65-F5344CB8AC3E}">
        <p14:creationId xmlns:p14="http://schemas.microsoft.com/office/powerpoint/2010/main" val="211822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26.1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快速上手：搭建一个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NFS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服务器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按照惯例，本节将帮助读者快速搭建一个</a:t>
            </a:r>
            <a:r>
              <a:rPr lang="en-US" altLang="zh-CN" b="0" i="0" u="none" strike="noStrike" baseline="0" smtClean="0">
                <a:latin typeface="Times New Roman"/>
              </a:rPr>
              <a:t>NFS</a:t>
            </a:r>
            <a:r>
              <a:rPr lang="zh-CN" altLang="en-US" b="0" i="0" u="none" strike="noStrike" baseline="0" smtClean="0">
                <a:latin typeface="Times New Roman"/>
              </a:rPr>
              <a:t>服务器，这个</a:t>
            </a:r>
            <a:r>
              <a:rPr lang="en-US" altLang="zh-CN" b="0" i="0" u="none" strike="noStrike" baseline="0" smtClean="0">
                <a:latin typeface="Times New Roman"/>
              </a:rPr>
              <a:t>NFS</a:t>
            </a:r>
            <a:r>
              <a:rPr lang="zh-CN" altLang="en-US" b="0" i="0" u="none" strike="noStrike" baseline="0" smtClean="0">
                <a:latin typeface="Times New Roman"/>
              </a:rPr>
              <a:t>服务器实现最基本的功能：向外界不加限制地导出一个目录。这里暂时不考虑安全方面的因素，稍后会详细介绍和</a:t>
            </a:r>
            <a:r>
              <a:rPr lang="en-US" altLang="zh-CN" b="0" i="0" u="none" strike="noStrike" baseline="0" smtClean="0">
                <a:latin typeface="Times New Roman"/>
              </a:rPr>
              <a:t>NFS</a:t>
            </a:r>
            <a:r>
              <a:rPr lang="zh-CN" altLang="en-US" b="0" i="0" u="none" strike="noStrike" baseline="0" smtClean="0">
                <a:latin typeface="Times New Roman"/>
              </a:rPr>
              <a:t>配置相关的完整信息。</a:t>
            </a:r>
          </a:p>
        </p:txBody>
      </p:sp>
    </p:spTree>
    <p:extLst>
      <p:ext uri="{BB962C8B-B14F-4D97-AF65-F5344CB8AC3E}">
        <p14:creationId xmlns:p14="http://schemas.microsoft.com/office/powerpoint/2010/main" val="1314311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26.1.1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安装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NFS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服务器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安装</a:t>
            </a:r>
            <a:r>
              <a:rPr lang="en-US" altLang="zh-CN" b="0" i="0" u="none" strike="noStrike" baseline="0" smtClean="0">
                <a:latin typeface="Times New Roman"/>
              </a:rPr>
              <a:t>NFS</a:t>
            </a:r>
            <a:r>
              <a:rPr lang="zh-CN" altLang="en-US" b="0" i="0" u="none" strike="noStrike" baseline="0" smtClean="0">
                <a:latin typeface="Times New Roman"/>
              </a:rPr>
              <a:t>服务器软件</a:t>
            </a:r>
          </a:p>
        </p:txBody>
      </p:sp>
    </p:spTree>
    <p:extLst>
      <p:ext uri="{BB962C8B-B14F-4D97-AF65-F5344CB8AC3E}">
        <p14:creationId xmlns:p14="http://schemas.microsoft.com/office/powerpoint/2010/main" val="2215475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26.1.2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简易配置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设置</a:t>
            </a:r>
            <a:r>
              <a:rPr lang="en-US" altLang="zh-CN" b="0" i="0" u="none" strike="noStrike" baseline="0" smtClean="0">
                <a:latin typeface="Times New Roman"/>
              </a:rPr>
              <a:t>NFS</a:t>
            </a:r>
            <a:r>
              <a:rPr lang="zh-CN" altLang="en-US" b="0" i="0" u="none" strike="noStrike" baseline="0" smtClean="0">
                <a:latin typeface="Times New Roman"/>
              </a:rPr>
              <a:t>服务器的配置文件</a:t>
            </a:r>
          </a:p>
        </p:txBody>
      </p:sp>
    </p:spTree>
    <p:extLst>
      <p:ext uri="{BB962C8B-B14F-4D97-AF65-F5344CB8AC3E}">
        <p14:creationId xmlns:p14="http://schemas.microsoft.com/office/powerpoint/2010/main" val="4020798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26.1.3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测试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NFS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服务器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测试</a:t>
            </a:r>
            <a:r>
              <a:rPr lang="en-US" altLang="zh-CN" b="0" i="0" u="none" strike="noStrike" baseline="0" smtClean="0">
                <a:latin typeface="Times New Roman"/>
              </a:rPr>
              <a:t>NFS</a:t>
            </a:r>
            <a:r>
              <a:rPr lang="zh-CN" altLang="en-US" b="0" i="0" u="none" strike="noStrike" baseline="0" smtClean="0">
                <a:latin typeface="Times New Roman"/>
              </a:rPr>
              <a:t>服务器</a:t>
            </a:r>
          </a:p>
        </p:txBody>
      </p:sp>
    </p:spTree>
    <p:extLst>
      <p:ext uri="{BB962C8B-B14F-4D97-AF65-F5344CB8AC3E}">
        <p14:creationId xmlns:p14="http://schemas.microsoft.com/office/powerpoint/2010/main" val="1574810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26.2  NFS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基础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通过简单的实践，读者已经大概了解了让</a:t>
            </a:r>
            <a:r>
              <a:rPr lang="en-US" altLang="zh-CN" b="0" i="0" u="none" strike="noStrike" baseline="0" smtClean="0">
                <a:latin typeface="Times New Roman"/>
              </a:rPr>
              <a:t>NFS</a:t>
            </a:r>
            <a:r>
              <a:rPr lang="zh-CN" altLang="en-US" b="0" i="0" u="none" strike="noStrike" baseline="0" smtClean="0">
                <a:latin typeface="Times New Roman"/>
              </a:rPr>
              <a:t>服务器工作起来的基本步骤。</a:t>
            </a:r>
            <a:r>
              <a:rPr lang="en-US" altLang="zh-CN" b="0" i="0" u="none" strike="noStrike" baseline="0" smtClean="0">
                <a:latin typeface="Times New Roman"/>
              </a:rPr>
              <a:t>NFS</a:t>
            </a:r>
            <a:r>
              <a:rPr lang="zh-CN" altLang="en-US" b="0" i="0" u="none" strike="noStrike" baseline="0" smtClean="0">
                <a:latin typeface="Times New Roman"/>
              </a:rPr>
              <a:t>协议非常简单，但遗憾的是，简单往往意味着对管理员更大的挑战。</a:t>
            </a:r>
            <a:r>
              <a:rPr lang="en-US" altLang="zh-CN" b="0" i="0" u="none" strike="noStrike" baseline="0" smtClean="0">
                <a:latin typeface="Times New Roman"/>
              </a:rPr>
              <a:t>NFS</a:t>
            </a:r>
            <a:r>
              <a:rPr lang="zh-CN" altLang="en-US" b="0" i="0" u="none" strike="noStrike" baseline="0" smtClean="0">
                <a:latin typeface="Times New Roman"/>
              </a:rPr>
              <a:t>服务器的配置文件从来不会像</a:t>
            </a:r>
            <a:r>
              <a:rPr lang="en-US" altLang="zh-CN" b="0" i="0" u="none" strike="noStrike" baseline="0" smtClean="0">
                <a:latin typeface="Times New Roman"/>
              </a:rPr>
              <a:t>Apache</a:t>
            </a:r>
            <a:r>
              <a:rPr lang="zh-CN" altLang="en-US" b="0" i="0" u="none" strike="noStrike" baseline="0" smtClean="0">
                <a:latin typeface="Times New Roman"/>
              </a:rPr>
              <a:t>那样长篇大论，很多事情必须自己考虑清楚。特别是在安全性方面，不要指望</a:t>
            </a:r>
            <a:r>
              <a:rPr lang="en-US" altLang="zh-CN" b="0" i="0" u="none" strike="noStrike" baseline="0" smtClean="0">
                <a:latin typeface="Times New Roman"/>
              </a:rPr>
              <a:t>NFS</a:t>
            </a:r>
            <a:r>
              <a:rPr lang="zh-CN" altLang="en-US" b="0" i="0" u="none" strike="noStrike" baseline="0" smtClean="0">
                <a:latin typeface="Times New Roman"/>
              </a:rPr>
              <a:t>像</a:t>
            </a:r>
            <a:r>
              <a:rPr lang="en-US" altLang="zh-CN" b="0" i="0" u="none" strike="noStrike" baseline="0" smtClean="0">
                <a:latin typeface="Times New Roman"/>
              </a:rPr>
              <a:t>Apache</a:t>
            </a:r>
            <a:r>
              <a:rPr lang="zh-CN" altLang="en-US" b="0" i="0" u="none" strike="noStrike" baseline="0" smtClean="0">
                <a:latin typeface="Times New Roman"/>
              </a:rPr>
              <a:t>那样自动给出一个“完美”的方案。通过本节及以后各节的学习，读者会逐步发现，“快速上手”环节中使用的</a:t>
            </a:r>
            <a:r>
              <a:rPr lang="en-US" altLang="zh-CN" b="0" i="0" u="none" strike="noStrike" baseline="0" smtClean="0">
                <a:latin typeface="Times New Roman"/>
              </a:rPr>
              <a:t>NFS</a:t>
            </a:r>
            <a:r>
              <a:rPr lang="zh-CN" altLang="en-US" b="0" i="0" u="none" strike="noStrike" baseline="0" smtClean="0">
                <a:latin typeface="Times New Roman"/>
              </a:rPr>
              <a:t>配置是存在很多问题的，尽管它看上去似乎工作得不错。</a:t>
            </a:r>
          </a:p>
        </p:txBody>
      </p:sp>
    </p:spTree>
    <p:extLst>
      <p:ext uri="{BB962C8B-B14F-4D97-AF65-F5344CB8AC3E}">
        <p14:creationId xmlns:p14="http://schemas.microsoft.com/office/powerpoint/2010/main" val="3945644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26.2.1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关于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NFS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协议的版本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提供上锁（</a:t>
            </a:r>
            <a:r>
              <a:rPr lang="en-US" altLang="zh-CN" b="0" i="0" u="none" strike="noStrike" baseline="0" smtClean="0">
                <a:latin typeface="Times New Roman"/>
              </a:rPr>
              <a:t>lock</a:t>
            </a:r>
            <a:r>
              <a:rPr lang="zh-CN" altLang="en-US" b="0" i="0" u="none" strike="noStrike" baseline="0" smtClean="0">
                <a:latin typeface="Times New Roman"/>
              </a:rPr>
              <a:t>）和安装（</a:t>
            </a:r>
            <a:r>
              <a:rPr lang="en-US" altLang="zh-CN" b="0" i="0" u="none" strike="noStrike" baseline="0" smtClean="0">
                <a:latin typeface="Times New Roman"/>
              </a:rPr>
              <a:t>mount</a:t>
            </a:r>
            <a:r>
              <a:rPr lang="zh-CN" altLang="en-US" b="0" i="0" u="none" strike="noStrike" baseline="0" smtClean="0">
                <a:latin typeface="Times New Roman"/>
              </a:rPr>
              <a:t>）协议；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有状态操作；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3.</a:t>
            </a:r>
            <a:r>
              <a:rPr lang="zh-CN" altLang="en-US" b="0" i="0" u="none" strike="noStrike" baseline="0" smtClean="0">
                <a:latin typeface="Times New Roman"/>
              </a:rPr>
              <a:t>很强的安全措施；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4.</a:t>
            </a:r>
            <a:r>
              <a:rPr lang="zh-CN" altLang="en-US" b="0" i="0" u="none" strike="noStrike" baseline="0" smtClean="0">
                <a:latin typeface="Times New Roman"/>
              </a:rPr>
              <a:t>同时支持</a:t>
            </a:r>
            <a:r>
              <a:rPr lang="en-US" altLang="zh-CN" b="0" i="0" u="none" strike="noStrike" baseline="0" smtClean="0">
                <a:latin typeface="Times New Roman"/>
              </a:rPr>
              <a:t>UNIX</a:t>
            </a:r>
            <a:r>
              <a:rPr lang="zh-CN" altLang="en-US" b="0" i="0" u="none" strike="noStrike" baseline="0" smtClean="0">
                <a:latin typeface="Times New Roman"/>
              </a:rPr>
              <a:t>和</a:t>
            </a:r>
            <a:r>
              <a:rPr lang="en-US" altLang="zh-CN" b="0" i="0" u="none" strike="noStrike" baseline="0" smtClean="0">
                <a:latin typeface="Times New Roman"/>
              </a:rPr>
              <a:t>Windows</a:t>
            </a:r>
            <a:r>
              <a:rPr lang="zh-CN" altLang="en-US" b="0" i="0" u="none" strike="noStrike" baseline="0" smtClean="0">
                <a:latin typeface="Times New Roman"/>
              </a:rPr>
              <a:t>客户机；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5.</a:t>
            </a:r>
            <a:r>
              <a:rPr lang="zh-CN" altLang="en-US" b="0" i="0" u="none" strike="noStrike" baseline="0" smtClean="0">
                <a:latin typeface="Times New Roman"/>
              </a:rPr>
              <a:t>支持</a:t>
            </a:r>
            <a:r>
              <a:rPr lang="en-US" altLang="zh-CN" b="0" i="0" u="none" strike="noStrike" baseline="0" smtClean="0">
                <a:latin typeface="Times New Roman"/>
              </a:rPr>
              <a:t>Unicode</a:t>
            </a:r>
            <a:r>
              <a:rPr lang="zh-CN" altLang="en-US" b="0" i="0" u="none" strike="noStrike" baseline="0" smtClean="0">
                <a:latin typeface="Times New Roman"/>
              </a:rPr>
              <a:t>编码的文件名；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6.</a:t>
            </a:r>
            <a:r>
              <a:rPr lang="zh-CN" altLang="en-US" b="0" i="0" u="none" strike="noStrike" baseline="0" smtClean="0">
                <a:latin typeface="Times New Roman"/>
              </a:rPr>
              <a:t>更高的性能；</a:t>
            </a:r>
          </a:p>
        </p:txBody>
      </p:sp>
    </p:spTree>
    <p:extLst>
      <p:ext uri="{BB962C8B-B14F-4D97-AF65-F5344CB8AC3E}">
        <p14:creationId xmlns:p14="http://schemas.microsoft.com/office/powerpoint/2010/main" val="147853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26.2.2  RPC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NFS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的传输协议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NFS</a:t>
            </a:r>
            <a:r>
              <a:rPr lang="zh-CN" altLang="en-US" b="0" i="0" u="none" strike="noStrike" baseline="0" smtClean="0">
                <a:latin typeface="Times New Roman"/>
              </a:rPr>
              <a:t>的传输协议概述</a:t>
            </a:r>
          </a:p>
        </p:txBody>
      </p:sp>
    </p:spTree>
    <p:extLst>
      <p:ext uri="{BB962C8B-B14F-4D97-AF65-F5344CB8AC3E}">
        <p14:creationId xmlns:p14="http://schemas.microsoft.com/office/powerpoint/2010/main" val="1931077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26.2.3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无状态的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NFS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NFS</a:t>
            </a:r>
            <a:r>
              <a:rPr lang="zh-CN" altLang="en-US" b="0" i="0" u="none" strike="noStrike" baseline="0" smtClean="0">
                <a:latin typeface="Times New Roman"/>
              </a:rPr>
              <a:t>连接后无状态</a:t>
            </a:r>
          </a:p>
        </p:txBody>
      </p:sp>
    </p:spTree>
    <p:extLst>
      <p:ext uri="{BB962C8B-B14F-4D97-AF65-F5344CB8AC3E}">
        <p14:creationId xmlns:p14="http://schemas.microsoft.com/office/powerpoint/2010/main" val="4022107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26.3  NFS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配置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本节主要介绍</a:t>
            </a:r>
            <a:r>
              <a:rPr lang="en-US" altLang="zh-CN" b="0" i="0" u="none" strike="noStrike" baseline="0" smtClean="0">
                <a:latin typeface="Times New Roman"/>
              </a:rPr>
              <a:t>NFS</a:t>
            </a:r>
            <a:r>
              <a:rPr lang="zh-CN" altLang="en-US" b="0" i="0" u="none" strike="noStrike" baseline="0" smtClean="0">
                <a:latin typeface="Times New Roman"/>
              </a:rPr>
              <a:t>服务器的配置和管理。和其他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服务一样，</a:t>
            </a:r>
            <a:r>
              <a:rPr lang="en-US" altLang="zh-CN" b="0" i="0" u="none" strike="noStrike" baseline="0" smtClean="0">
                <a:latin typeface="Times New Roman"/>
              </a:rPr>
              <a:t>NFS</a:t>
            </a:r>
            <a:r>
              <a:rPr lang="zh-CN" altLang="en-US" b="0" i="0" u="none" strike="noStrike" baseline="0" smtClean="0">
                <a:latin typeface="Times New Roman"/>
              </a:rPr>
              <a:t>使用一个配置文件来完成配置工作。对于管理员来说，这个配置文件几乎就是</a:t>
            </a:r>
            <a:r>
              <a:rPr lang="en-US" altLang="zh-CN" b="0" i="0" u="none" strike="noStrike" baseline="0" smtClean="0">
                <a:latin typeface="Times New Roman"/>
              </a:rPr>
              <a:t>NFS</a:t>
            </a:r>
            <a:r>
              <a:rPr lang="zh-CN" altLang="en-US" b="0" i="0" u="none" strike="noStrike" baseline="0" smtClean="0">
                <a:latin typeface="Times New Roman"/>
              </a:rPr>
              <a:t>的全部，对此将首先进行讨论。随后在</a:t>
            </a:r>
            <a:r>
              <a:rPr lang="en-US" altLang="zh-CN" b="0" i="0" u="none" strike="noStrike" baseline="0" smtClean="0">
                <a:latin typeface="Times New Roman"/>
              </a:rPr>
              <a:t>26.3.2</a:t>
            </a:r>
            <a:r>
              <a:rPr lang="zh-CN" altLang="en-US" b="0" i="0" u="none" strike="noStrike" baseline="0" smtClean="0">
                <a:latin typeface="Times New Roman"/>
              </a:rPr>
              <a:t>节将介绍</a:t>
            </a:r>
            <a:r>
              <a:rPr lang="en-US" altLang="zh-CN" b="0" i="0" u="none" strike="noStrike" baseline="0" smtClean="0">
                <a:latin typeface="Times New Roman"/>
              </a:rPr>
              <a:t>NFS</a:t>
            </a:r>
            <a:r>
              <a:rPr lang="zh-CN" altLang="en-US" b="0" i="0" u="none" strike="noStrike" baseline="0" smtClean="0">
                <a:latin typeface="Times New Roman"/>
              </a:rPr>
              <a:t>的启动脚本，本节的内容兼顾了各种不同的主流发行版。</a:t>
            </a:r>
          </a:p>
        </p:txBody>
      </p:sp>
    </p:spTree>
    <p:extLst>
      <p:ext uri="{BB962C8B-B14F-4D97-AF65-F5344CB8AC3E}">
        <p14:creationId xmlns:p14="http://schemas.microsoft.com/office/powerpoint/2010/main" val="245691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26.3.1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理解配置文件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介绍配置文件中的内容</a:t>
            </a:r>
          </a:p>
        </p:txBody>
      </p:sp>
    </p:spTree>
    <p:extLst>
      <p:ext uri="{BB962C8B-B14F-4D97-AF65-F5344CB8AC3E}">
        <p14:creationId xmlns:p14="http://schemas.microsoft.com/office/powerpoint/2010/main" val="2678712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26.3.2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启动和停止服务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启动和停止服务</a:t>
            </a:r>
          </a:p>
        </p:txBody>
      </p:sp>
    </p:spTree>
    <p:extLst>
      <p:ext uri="{BB962C8B-B14F-4D97-AF65-F5344CB8AC3E}">
        <p14:creationId xmlns:p14="http://schemas.microsoft.com/office/powerpoint/2010/main" val="1445328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26.4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安全性方面的几点建议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NFS</a:t>
            </a:r>
            <a:r>
              <a:rPr lang="zh-CN" altLang="en-US" b="0" i="0" u="none" strike="noStrike" baseline="0" smtClean="0">
                <a:latin typeface="Times New Roman"/>
              </a:rPr>
              <a:t>在设计初期并没有着重考虑安全性的问题</a:t>
            </a:r>
            <a:r>
              <a:rPr lang="en-US" altLang="zh-CN" b="0" i="0" u="none" strike="noStrike" baseline="0" smtClean="0">
                <a:latin typeface="Times New Roman"/>
              </a:rPr>
              <a:t>——</a:t>
            </a:r>
            <a:r>
              <a:rPr lang="zh-CN" altLang="en-US" b="0" i="0" u="none" strike="noStrike" baseline="0" smtClean="0">
                <a:latin typeface="Times New Roman"/>
              </a:rPr>
              <a:t>当发现</a:t>
            </a:r>
            <a:r>
              <a:rPr lang="en-US" altLang="zh-CN" b="0" i="0" u="none" strike="noStrike" baseline="0" smtClean="0">
                <a:latin typeface="Times New Roman"/>
              </a:rPr>
              <a:t>NFS</a:t>
            </a:r>
            <a:r>
              <a:rPr lang="zh-CN" altLang="en-US" b="0" i="0" u="none" strike="noStrike" baseline="0" smtClean="0">
                <a:latin typeface="Times New Roman"/>
              </a:rPr>
              <a:t>的配置如此简单的时候就应该意识到这一点。的确，在实际使用过程中，</a:t>
            </a:r>
            <a:r>
              <a:rPr lang="en-US" altLang="zh-CN" b="0" i="0" u="none" strike="noStrike" baseline="0" smtClean="0">
                <a:latin typeface="Times New Roman"/>
              </a:rPr>
              <a:t>NFS</a:t>
            </a:r>
            <a:r>
              <a:rPr lang="zh-CN" altLang="en-US" b="0" i="0" u="none" strike="noStrike" baseline="0" smtClean="0">
                <a:latin typeface="Times New Roman"/>
              </a:rPr>
              <a:t>协议带来很多安全隐患。这些安全问题有时候会让人们怀疑随之带来的简便性是否值得。但不管怎么样，有了问题就必须尝试去解决。系统管理员总不能把自己的脑袋埋在沙堆里吧。</a:t>
            </a:r>
          </a:p>
        </p:txBody>
      </p:sp>
    </p:spTree>
    <p:extLst>
      <p:ext uri="{BB962C8B-B14F-4D97-AF65-F5344CB8AC3E}">
        <p14:creationId xmlns:p14="http://schemas.microsoft.com/office/powerpoint/2010/main" val="960829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26.4.1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充满风险的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NFS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NFS</a:t>
            </a:r>
            <a:r>
              <a:rPr lang="zh-CN" altLang="en-US" b="0" i="0" u="none" strike="noStrike" baseline="0" smtClean="0">
                <a:latin typeface="Times New Roman"/>
              </a:rPr>
              <a:t>安全问题</a:t>
            </a:r>
          </a:p>
        </p:txBody>
      </p:sp>
    </p:spTree>
    <p:extLst>
      <p:ext uri="{BB962C8B-B14F-4D97-AF65-F5344CB8AC3E}">
        <p14:creationId xmlns:p14="http://schemas.microsoft.com/office/powerpoint/2010/main" val="2146512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26.4.2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使用防火墙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设置防火墙来提高安全性</a:t>
            </a:r>
          </a:p>
        </p:txBody>
      </p:sp>
    </p:spTree>
    <p:extLst>
      <p:ext uri="{BB962C8B-B14F-4D97-AF65-F5344CB8AC3E}">
        <p14:creationId xmlns:p14="http://schemas.microsoft.com/office/powerpoint/2010/main" val="610942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26.4.3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压制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root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和匿名映射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15082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26.4.4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使用特权端口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特权端口介绍</a:t>
            </a:r>
          </a:p>
        </p:txBody>
      </p:sp>
    </p:spTree>
    <p:extLst>
      <p:ext uri="{BB962C8B-B14F-4D97-AF65-F5344CB8AC3E}">
        <p14:creationId xmlns:p14="http://schemas.microsoft.com/office/powerpoint/2010/main" val="3796760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26.5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监视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NFS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的状态：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nfsstat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nfsstat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</p:txBody>
      </p:sp>
    </p:spTree>
    <p:extLst>
      <p:ext uri="{BB962C8B-B14F-4D97-AF65-F5344CB8AC3E}">
        <p14:creationId xmlns:p14="http://schemas.microsoft.com/office/powerpoint/2010/main" val="35770283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CCE8C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629</Words>
  <Application>Microsoft Office PowerPoint</Application>
  <PresentationFormat>全屏显示(4:3)</PresentationFormat>
  <Paragraphs>41</Paragraphs>
  <Slides>18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19" baseType="lpstr">
      <vt:lpstr>波形</vt:lpstr>
      <vt:lpstr>第26章  网络硬盘——NFS</vt:lpstr>
      <vt:lpstr>26.1  快速上手：搭建一个NFS服务器</vt:lpstr>
      <vt:lpstr>26.1.1  安装NFS服务器</vt:lpstr>
      <vt:lpstr>26.1.2  简易配置</vt:lpstr>
      <vt:lpstr>26.1.3  测试NFS服务器</vt:lpstr>
      <vt:lpstr>26.2  NFS基础</vt:lpstr>
      <vt:lpstr>26.2.1  关于NFS协议的版本</vt:lpstr>
      <vt:lpstr>26.2.2  RPC：NFS的传输协议</vt:lpstr>
      <vt:lpstr>26.2.3  无状态的NFS</vt:lpstr>
      <vt:lpstr>26.3  NFS配置</vt:lpstr>
      <vt:lpstr>26.3.1  理解配置文件</vt:lpstr>
      <vt:lpstr>26.3.2  启动和停止服务</vt:lpstr>
      <vt:lpstr>26.4  安全性方面的几点建议</vt:lpstr>
      <vt:lpstr>26.4.1  充满风险的NFS</vt:lpstr>
      <vt:lpstr>26.4.2  使用防火墙</vt:lpstr>
      <vt:lpstr>26.4.3  压制root和匿名映射</vt:lpstr>
      <vt:lpstr>26.4.4  使用特权端口</vt:lpstr>
      <vt:lpstr>26.5  监视NFS的状态：nfsstat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第26章  网络硬盘——NFS</dc:title>
  <dc:creator>User</dc:creator>
  <cp:lastModifiedBy>User</cp:lastModifiedBy>
  <cp:revision>1</cp:revision>
  <dcterms:created xsi:type="dcterms:W3CDTF">2013-01-30T09:30:08Z</dcterms:created>
  <dcterms:modified xsi:type="dcterms:W3CDTF">2013-01-30T09:30:54Z</dcterms:modified>
</cp:coreProperties>
</file>
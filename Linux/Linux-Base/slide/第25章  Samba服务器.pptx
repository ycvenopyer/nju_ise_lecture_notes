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32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68D6A1BB-A54B-4941-8911-9752566DE1D5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5229B24-A5E9-4DD9-836B-9E6791A112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25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Samba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本章将带领读者架设自己的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服务器。通过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，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客户端可以很方便地访问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机器上的资源。关于什么是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如何访问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的“共享文件夹”，已经在</a:t>
            </a:r>
            <a:r>
              <a:rPr lang="en-US" altLang="zh-CN" b="0" i="0" u="none" strike="noStrike" baseline="0" smtClean="0">
                <a:latin typeface="Times New Roman"/>
              </a:rPr>
              <a:t>14.2</a:t>
            </a:r>
            <a:r>
              <a:rPr lang="zh-CN" altLang="en-US" b="0" i="0" u="none" strike="noStrike" baseline="0" smtClean="0">
                <a:latin typeface="Times New Roman"/>
              </a:rPr>
              <a:t>节作了详细介绍，这里就不再赘述了。</a:t>
            </a:r>
          </a:p>
        </p:txBody>
      </p:sp>
    </p:spTree>
    <p:extLst>
      <p:ext uri="{BB962C8B-B14F-4D97-AF65-F5344CB8AC3E}">
        <p14:creationId xmlns:p14="http://schemas.microsoft.com/office/powerpoint/2010/main" val="1227906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快速上手：搭建一个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Samba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搭建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启动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3.Windows</a:t>
            </a:r>
            <a:r>
              <a:rPr lang="zh-CN" altLang="en-US" b="0" i="0" u="none" strike="noStrike" baseline="0" smtClean="0">
                <a:latin typeface="Times New Roman"/>
              </a:rPr>
              <a:t>访问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共享资源</a:t>
            </a:r>
          </a:p>
        </p:txBody>
      </p:sp>
    </p:spTree>
    <p:extLst>
      <p:ext uri="{BB962C8B-B14F-4D97-AF65-F5344CB8AC3E}">
        <p14:creationId xmlns:p14="http://schemas.microsoft.com/office/powerpoint/2010/main" val="202210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25.2  Samba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基础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下面具体介绍和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服务器安装有关的详细信息，包括如何从源代码编译安装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服务器。如果读者的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服务器已经很好地运行起来了，也可以选择跳过本节。</a:t>
            </a:r>
          </a:p>
        </p:txBody>
      </p:sp>
    </p:spTree>
    <p:extLst>
      <p:ext uri="{BB962C8B-B14F-4D97-AF65-F5344CB8AC3E}">
        <p14:creationId xmlns:p14="http://schemas.microsoft.com/office/powerpoint/2010/main" val="2322218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从源代码安装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Samba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下载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源码包软件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</p:txBody>
      </p:sp>
    </p:spTree>
    <p:extLst>
      <p:ext uri="{BB962C8B-B14F-4D97-AF65-F5344CB8AC3E}">
        <p14:creationId xmlns:p14="http://schemas.microsoft.com/office/powerpoint/2010/main" val="284070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服务器的启动和关闭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启动和关闭服务器</a:t>
            </a:r>
          </a:p>
        </p:txBody>
      </p:sp>
    </p:spTree>
    <p:extLst>
      <p:ext uri="{BB962C8B-B14F-4D97-AF65-F5344CB8AC3E}">
        <p14:creationId xmlns:p14="http://schemas.microsoft.com/office/powerpoint/2010/main" val="125214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25.3  Samba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读者已经在“快速上手”环节体验了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的配置。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的配置文件看起来比较复杂，并且拥有一些功能重叠的关键字，在这方面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有点让人迷糊。但总体上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的配置并不困难。通过本节的学习，读者将学会如何配置一台实用和可靠的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服务器。</a:t>
            </a:r>
          </a:p>
        </p:txBody>
      </p:sp>
    </p:spTree>
    <p:extLst>
      <p:ext uri="{BB962C8B-B14F-4D97-AF65-F5344CB8AC3E}">
        <p14:creationId xmlns:p14="http://schemas.microsoft.com/office/powerpoint/2010/main" val="227349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关于配置文件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配置文件介绍</a:t>
            </a:r>
          </a:p>
        </p:txBody>
      </p:sp>
    </p:spTree>
    <p:extLst>
      <p:ext uri="{BB962C8B-B14F-4D97-AF65-F5344CB8AC3E}">
        <p14:creationId xmlns:p14="http://schemas.microsoft.com/office/powerpoint/2010/main" val="333811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25.3.2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设置全局域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设置配置文件中的全局部分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查看日志文件列表</a:t>
            </a:r>
          </a:p>
        </p:txBody>
      </p:sp>
    </p:spTree>
    <p:extLst>
      <p:ext uri="{BB962C8B-B14F-4D97-AF65-F5344CB8AC3E}">
        <p14:creationId xmlns:p14="http://schemas.microsoft.com/office/powerpoint/2010/main" val="150179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25.3.3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设置匿名共享资源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共享资源</a:t>
            </a:r>
          </a:p>
        </p:txBody>
      </p:sp>
    </p:spTree>
    <p:extLst>
      <p:ext uri="{BB962C8B-B14F-4D97-AF65-F5344CB8AC3E}">
        <p14:creationId xmlns:p14="http://schemas.microsoft.com/office/powerpoint/2010/main" val="416850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25.3.4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开启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Samba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用户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用户访问共享资源</a:t>
            </a:r>
          </a:p>
        </p:txBody>
      </p:sp>
    </p:spTree>
    <p:extLst>
      <p:ext uri="{BB962C8B-B14F-4D97-AF65-F5344CB8AC3E}">
        <p14:creationId xmlns:p14="http://schemas.microsoft.com/office/powerpoint/2010/main" val="3730332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25.3.5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配合用户权限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为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详细分配权限</a:t>
            </a:r>
          </a:p>
        </p:txBody>
      </p:sp>
    </p:spTree>
    <p:extLst>
      <p:ext uri="{BB962C8B-B14F-4D97-AF65-F5344CB8AC3E}">
        <p14:creationId xmlns:p14="http://schemas.microsoft.com/office/powerpoint/2010/main" val="368673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25.3.6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孤立用户的共享目录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为用户设置共享资源</a:t>
            </a:r>
          </a:p>
        </p:txBody>
      </p:sp>
    </p:spTree>
    <p:extLst>
      <p:ext uri="{BB962C8B-B14F-4D97-AF65-F5344CB8AC3E}">
        <p14:creationId xmlns:p14="http://schemas.microsoft.com/office/powerpoint/2010/main" val="2560620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25.3.7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设置用户访问自己的主目录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共享主目录</a:t>
            </a:r>
          </a:p>
        </p:txBody>
      </p:sp>
    </p:spTree>
    <p:extLst>
      <p:ext uri="{BB962C8B-B14F-4D97-AF65-F5344CB8AC3E}">
        <p14:creationId xmlns:p14="http://schemas.microsoft.com/office/powerpoint/2010/main" val="3603865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SWAT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管理工具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图形界面访问共享资源</a:t>
            </a:r>
          </a:p>
        </p:txBody>
      </p:sp>
    </p:spTree>
    <p:extLst>
      <p:ext uri="{BB962C8B-B14F-4D97-AF65-F5344CB8AC3E}">
        <p14:creationId xmlns:p14="http://schemas.microsoft.com/office/powerpoint/2010/main" val="93385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25.5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安全性方面的几点建议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为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服务器设置访问权限</a:t>
            </a:r>
          </a:p>
        </p:txBody>
      </p:sp>
    </p:spTree>
    <p:extLst>
      <p:ext uri="{BB962C8B-B14F-4D97-AF65-F5344CB8AC3E}">
        <p14:creationId xmlns:p14="http://schemas.microsoft.com/office/powerpoint/2010/main" val="4164504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311</Words>
  <Application>Microsoft Office PowerPoint</Application>
  <PresentationFormat>全屏显示(4:3)</PresentationFormat>
  <Paragraphs>34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波形</vt:lpstr>
      <vt:lpstr>第25章  Samba服务器</vt:lpstr>
      <vt:lpstr>25.1  快速上手：搭建一个Samba服务器</vt:lpstr>
      <vt:lpstr>25.2  Samba基础</vt:lpstr>
      <vt:lpstr>25.2.1  从源代码安装Samba服务器</vt:lpstr>
      <vt:lpstr>25.2.2  服务器的启动和关闭</vt:lpstr>
      <vt:lpstr>25.3  Samba配置</vt:lpstr>
      <vt:lpstr>25.3.1  关于配置文件</vt:lpstr>
      <vt:lpstr>25.3.2  设置全局域</vt:lpstr>
      <vt:lpstr>25.3.3  设置匿名共享资源</vt:lpstr>
      <vt:lpstr>25.3.4  开启Samba用户</vt:lpstr>
      <vt:lpstr>25.3.5  配合用户权限</vt:lpstr>
      <vt:lpstr>25.3.6  孤立用户的共享目录</vt:lpstr>
      <vt:lpstr>25.3.7  设置用户访问自己的主目录</vt:lpstr>
      <vt:lpstr>25.4  SWAT管理工具</vt:lpstr>
      <vt:lpstr>25.5  安全性方面的几点建议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第25章  Samba服务器</dc:title>
  <dc:creator>User</dc:creator>
  <cp:lastModifiedBy>User</cp:lastModifiedBy>
  <cp:revision>1</cp:revision>
  <dcterms:created xsi:type="dcterms:W3CDTF">2013-01-30T07:16:24Z</dcterms:created>
  <dcterms:modified xsi:type="dcterms:W3CDTF">2013-01-30T07:16:42Z</dcterms:modified>
</cp:coreProperties>
</file>
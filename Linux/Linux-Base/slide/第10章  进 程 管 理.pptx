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66" r:id="rId13"/>
    <p:sldId id="267" r:id="rId14"/>
    <p:sldId id="268" r:id="rId15"/>
    <p:sldId id="269" r:id="rId1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636" y="-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74F530-99EC-43D4-B424-8F6E1E0634C2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4D7D3-9E20-4392-BD42-DA126AAA1B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308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E7170-101C-4B4E-AC71-7D8DFD038CC5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FE2B5-6E5F-439A-8CDC-44C3F1A930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E7170-101C-4B4E-AC71-7D8DFD038CC5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FE2B5-6E5F-439A-8CDC-44C3F1A9307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E7170-101C-4B4E-AC71-7D8DFD038CC5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FE2B5-6E5F-439A-8CDC-44C3F1A930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E7170-101C-4B4E-AC71-7D8DFD038CC5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FE2B5-6E5F-439A-8CDC-44C3F1A9307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E7170-101C-4B4E-AC71-7D8DFD038CC5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FE2B5-6E5F-439A-8CDC-44C3F1A930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E7170-101C-4B4E-AC71-7D8DFD038CC5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FE2B5-6E5F-439A-8CDC-44C3F1A930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E7170-101C-4B4E-AC71-7D8DFD038CC5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FE2B5-6E5F-439A-8CDC-44C3F1A930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E7170-101C-4B4E-AC71-7D8DFD038CC5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FE2B5-6E5F-439A-8CDC-44C3F1A9307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E7170-101C-4B4E-AC71-7D8DFD038CC5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FE2B5-6E5F-439A-8CDC-44C3F1A9307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E7170-101C-4B4E-AC71-7D8DFD038CC5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FE2B5-6E5F-439A-8CDC-44C3F1A9307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E7170-101C-4B4E-AC71-7D8DFD038CC5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FE2B5-6E5F-439A-8CDC-44C3F1A93075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E7170-101C-4B4E-AC71-7D8DFD038CC5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EFE2B5-6E5F-439A-8CDC-44C3F1A930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2901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C96E7170-101C-4B4E-AC71-7D8DFD038CC5}" type="datetimeFigureOut">
              <a:rPr lang="zh-CN" altLang="en-US" smtClean="0"/>
              <a:t>2013/1/29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0CEFE2B5-6E5F-439A-8CDC-44C3F1A9307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第</a:t>
            </a:r>
            <a:r>
              <a:rPr lang="en-US" altLang="zh-CN" b="1" i="0" u="none" strike="noStrike" kern="1800" baseline="0" smtClean="0">
                <a:latin typeface="Times New Roman"/>
                <a:ea typeface="黑体"/>
              </a:rPr>
              <a:t>10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章  进 程 管 理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无论是系统管理员还是普通用户，监视系统进程的运行情况，并适时终止一些失控的进程是每天的例行事务（读者或许对</a:t>
            </a:r>
            <a:r>
              <a:rPr lang="en-US" altLang="zh-CN" b="0" i="0" u="none" strike="noStrike" baseline="0" smtClean="0">
                <a:latin typeface="Times New Roman"/>
              </a:rPr>
              <a:t>Windows</a:t>
            </a:r>
            <a:r>
              <a:rPr lang="zh-CN" altLang="en-US" b="0" i="0" u="none" strike="noStrike" baseline="0" smtClean="0">
                <a:latin typeface="Times New Roman"/>
              </a:rPr>
              <a:t>的任务管理器非常熟悉）。系统管理员可能还要兼顾到任务的重要程度，并相应调整进程的优先级策略。无论是哪一种情况，本章都会有所帮助。本章的任务将完全在</a:t>
            </a:r>
            <a:r>
              <a:rPr lang="en-US" altLang="zh-CN" b="0" i="0" u="none" strike="noStrike" baseline="0" smtClean="0">
                <a:latin typeface="Times New Roman"/>
              </a:rPr>
              <a:t>Shell</a:t>
            </a:r>
            <a:r>
              <a:rPr lang="zh-CN" altLang="en-US" b="0" i="0" u="none" strike="noStrike" baseline="0" smtClean="0">
                <a:latin typeface="Times New Roman"/>
              </a:rPr>
              <a:t>中完成。</a:t>
            </a:r>
          </a:p>
        </p:txBody>
      </p:sp>
    </p:spTree>
    <p:extLst>
      <p:ext uri="{BB962C8B-B14F-4D97-AF65-F5344CB8AC3E}">
        <p14:creationId xmlns:p14="http://schemas.microsoft.com/office/powerpoint/2010/main" val="3670755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10.1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快速上手：结束一个失控的程序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编写</a:t>
            </a:r>
            <a:r>
              <a:rPr lang="en-US" altLang="zh-CN" b="0" i="0" u="none" strike="noStrike" baseline="0" smtClean="0">
                <a:latin typeface="Times New Roman"/>
              </a:rPr>
              <a:t>Shell</a:t>
            </a:r>
            <a:r>
              <a:rPr lang="zh-CN" altLang="en-US" b="0" i="0" u="none" strike="noStrike" baseline="0" smtClean="0">
                <a:latin typeface="Times New Roman"/>
              </a:rPr>
              <a:t>脚本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结束进程</a:t>
            </a:r>
          </a:p>
        </p:txBody>
      </p:sp>
    </p:spTree>
    <p:extLst>
      <p:ext uri="{BB962C8B-B14F-4D97-AF65-F5344CB8AC3E}">
        <p14:creationId xmlns:p14="http://schemas.microsoft.com/office/powerpoint/2010/main" val="3295196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10.2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什么是进程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进程的概述</a:t>
            </a:r>
          </a:p>
        </p:txBody>
      </p:sp>
    </p:spTree>
    <p:extLst>
      <p:ext uri="{BB962C8B-B14F-4D97-AF65-F5344CB8AC3E}">
        <p14:creationId xmlns:p14="http://schemas.microsoft.com/office/powerpoint/2010/main" val="3115614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10.3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进程的</a:t>
            </a:r>
            <a:r>
              <a:rPr lang="zh-CN" altLang="en-US" b="0" i="0" u="none" strike="noStrike" kern="1800" baseline="0" smtClean="0">
                <a:latin typeface="Times New Roman"/>
                <a:ea typeface="宋体"/>
              </a:rPr>
              <a:t>属性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一个进程包含有多个属性参数。这些参数决定了进程被处理的先后顺序、能够访问的资源等。这些信息对于系统管理员和程序员都非常重要。下面讨论几个常用的参数，其中的一些参数，读者可能已经有所接触了。</a:t>
            </a:r>
          </a:p>
        </p:txBody>
      </p:sp>
    </p:spTree>
    <p:extLst>
      <p:ext uri="{BB962C8B-B14F-4D97-AF65-F5344CB8AC3E}">
        <p14:creationId xmlns:p14="http://schemas.microsoft.com/office/powerpoint/2010/main" val="420463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10.3.1  PID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：进程的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ID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号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进程的</a:t>
            </a:r>
            <a:r>
              <a:rPr lang="en-US" altLang="zh-CN" b="0" i="0" u="none" strike="noStrike" baseline="0" smtClean="0">
                <a:latin typeface="Times New Roman"/>
              </a:rPr>
              <a:t>ID</a:t>
            </a:r>
            <a:r>
              <a:rPr lang="zh-CN" altLang="en-US" b="0" i="0" u="none" strike="noStrike" baseline="0" smtClean="0">
                <a:latin typeface="Times New Roman"/>
              </a:rPr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1647455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10.3.2  PPID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：父进程的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PID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zh-CN" altLang="en-US" b="0" i="0" u="none" strike="noStrike" baseline="0" smtClean="0">
                <a:latin typeface="Times New Roman"/>
              </a:rPr>
              <a:t>父进程的</a:t>
            </a:r>
            <a:r>
              <a:rPr lang="en-US" altLang="zh-CN" b="0" i="0" u="none" strike="noStrike" baseline="0" smtClean="0">
                <a:latin typeface="Times New Roman"/>
              </a:rPr>
              <a:t>PID</a:t>
            </a:r>
            <a:r>
              <a:rPr lang="zh-CN" altLang="en-US" b="0" i="0" u="none" strike="noStrike" baseline="0" smtClean="0">
                <a:latin typeface="Times New Roman"/>
              </a:rPr>
              <a:t>号</a:t>
            </a:r>
          </a:p>
        </p:txBody>
      </p:sp>
    </p:spTree>
    <p:extLst>
      <p:ext uri="{BB962C8B-B14F-4D97-AF65-F5344CB8AC3E}">
        <p14:creationId xmlns:p14="http://schemas.microsoft.com/office/powerpoint/2010/main" val="2250684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10.3.3  UID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和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EUID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：真实和有效的用户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ID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1.UID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2.EUID</a:t>
            </a:r>
            <a:endParaRPr lang="zh-CN" altLang="en-US" b="0" i="0" u="none" strike="noStrike" baseline="0" smtClean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00607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10.3.4  GID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和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EGID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：真实和有效的组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ID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1.GID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2.EGID</a:t>
            </a:r>
            <a:endParaRPr lang="zh-CN" altLang="en-US" b="0" i="0" u="none" strike="noStrike" baseline="0" smtClean="0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35477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10.3.5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谦让度和优先级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</a:t>
            </a:r>
            <a:r>
              <a:rPr lang="zh-CN" altLang="en-US" b="0" i="0" u="none" strike="noStrike" baseline="0" smtClean="0">
                <a:latin typeface="Times New Roman"/>
              </a:rPr>
              <a:t>谦让度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</a:t>
            </a:r>
            <a:r>
              <a:rPr lang="zh-CN" altLang="en-US" b="0" i="0" u="none" strike="noStrike" baseline="0" smtClean="0">
                <a:latin typeface="Times New Roman"/>
              </a:rPr>
              <a:t>优先级</a:t>
            </a:r>
          </a:p>
        </p:txBody>
      </p:sp>
    </p:spTree>
    <p:extLst>
      <p:ext uri="{BB962C8B-B14F-4D97-AF65-F5344CB8AC3E}">
        <p14:creationId xmlns:p14="http://schemas.microsoft.com/office/powerpoint/2010/main" val="863808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dirty="0" smtClean="0">
                <a:latin typeface="Times New Roman"/>
                <a:ea typeface="黑体"/>
              </a:rPr>
              <a:t>10.4  </a:t>
            </a:r>
            <a:r>
              <a:rPr lang="zh-CN" altLang="en-US" b="0" i="0" u="none" strike="noStrike" kern="1800" baseline="0" dirty="0" smtClean="0">
                <a:latin typeface="Times New Roman"/>
                <a:ea typeface="黑体"/>
              </a:rPr>
              <a:t>监视进程：</a:t>
            </a:r>
            <a:r>
              <a:rPr lang="en-US" altLang="zh-CN" b="0" i="0" u="none" strike="noStrike" kern="1800" baseline="0" dirty="0" err="1" smtClean="0">
                <a:latin typeface="Times New Roman"/>
                <a:ea typeface="黑体"/>
              </a:rPr>
              <a:t>ps</a:t>
            </a:r>
            <a:r>
              <a:rPr lang="zh-CN" altLang="en-US" b="0" i="0" u="none" strike="noStrike" kern="1800" baseline="0" dirty="0" smtClean="0">
                <a:latin typeface="Times New Roman"/>
                <a:ea typeface="宋体"/>
              </a:rPr>
              <a:t>命令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ps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185941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10.5  </a:t>
            </a:r>
            <a:r>
              <a:rPr lang="zh-CN" altLang="en-US" dirty="0" smtClean="0"/>
              <a:t>即时跟踪进程信息：</a:t>
            </a:r>
            <a:r>
              <a:rPr lang="en-US" altLang="zh-CN" dirty="0" smtClean="0"/>
              <a:t>top</a:t>
            </a:r>
            <a:r>
              <a:rPr lang="zh-CN" altLang="en-US" dirty="0" smtClean="0"/>
              <a:t>命令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Top</a:t>
            </a:r>
            <a:r>
              <a:rPr lang="zh-CN" altLang="en-US" dirty="0" smtClean="0"/>
              <a:t>命令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2593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10.6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查看占用文件的进程：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lsof</a:t>
            </a:r>
            <a:r>
              <a:rPr lang="zh-CN" altLang="en-US" b="0" i="0" u="none" strike="noStrike" kern="1800" baseline="0" smtClean="0">
                <a:latin typeface="Times New Roman"/>
                <a:ea typeface="宋体"/>
              </a:rPr>
              <a:t> 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lsof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2093152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10.7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向进程发送信号：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kill </a:t>
            </a:r>
            <a:endParaRPr lang="zh-CN" altLang="en-US" b="0" i="0" u="none" strike="noStrike" kern="1800" baseline="0" smtClean="0">
              <a:latin typeface="Times New Roman"/>
              <a:ea typeface="黑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1.Kill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kill</a:t>
            </a:r>
            <a:r>
              <a:rPr lang="zh-CN" altLang="en-US" b="0" i="0" u="none" strike="noStrike" baseline="0" smtClean="0">
                <a:latin typeface="Times New Roman"/>
              </a:rPr>
              <a:t>命令的标准语法如下：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kill [-signal] </a:t>
            </a:r>
            <a:r>
              <a:rPr lang="en-US" altLang="zh-CN" b="0" i="1" u="none" strike="noStrike" baseline="0" smtClean="0">
                <a:latin typeface="Times New Roman"/>
              </a:rPr>
              <a:t>pid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2.Kill</a:t>
            </a:r>
            <a:r>
              <a:rPr lang="zh-CN" altLang="en-US" b="0" i="0" u="none" strike="noStrike" baseline="0" smtClean="0">
                <a:latin typeface="Times New Roman"/>
              </a:rPr>
              <a:t>不同类型的信号</a:t>
            </a:r>
          </a:p>
        </p:txBody>
      </p:sp>
    </p:spTree>
    <p:extLst>
      <p:ext uri="{BB962C8B-B14F-4D97-AF65-F5344CB8AC3E}">
        <p14:creationId xmlns:p14="http://schemas.microsoft.com/office/powerpoint/2010/main" val="8155717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10.8  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调整进程的谦让度：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nice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和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renice</a:t>
            </a:r>
            <a:endParaRPr lang="zh-CN" altLang="en-US" b="0" i="0" u="none" strike="noStrike" kern="1800" baseline="0" smtClean="0">
              <a:latin typeface="Times New Roman"/>
              <a:ea typeface="宋体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1.nice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2.renice</a:t>
            </a:r>
            <a:r>
              <a:rPr lang="zh-CN" altLang="en-US" b="0" i="0" u="none" strike="noStrike" baseline="0" smtClean="0">
                <a:latin typeface="Times New Roman"/>
              </a:rPr>
              <a:t>命令</a:t>
            </a:r>
          </a:p>
        </p:txBody>
      </p:sp>
    </p:spTree>
    <p:extLst>
      <p:ext uri="{BB962C8B-B14F-4D97-AF65-F5344CB8AC3E}">
        <p14:creationId xmlns:p14="http://schemas.microsoft.com/office/powerpoint/2010/main" val="17151553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10.9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  </a:t>
            </a:r>
            <a:r>
              <a:rPr lang="en-US" altLang="zh-CN" b="0" i="0" u="none" strike="noStrike" kern="1800" baseline="0" smtClean="0">
                <a:latin typeface="Times New Roman"/>
                <a:ea typeface="黑体"/>
              </a:rPr>
              <a:t>/PROC</a:t>
            </a:r>
            <a:r>
              <a:rPr lang="zh-CN" altLang="en-US" b="0" i="0" u="none" strike="noStrike" kern="1800" baseline="0" smtClean="0">
                <a:latin typeface="Times New Roman"/>
                <a:ea typeface="黑体"/>
              </a:rPr>
              <a:t>文件系统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US" altLang="zh-CN" b="0" i="0" u="none" strike="noStrike" baseline="0" smtClean="0">
                <a:latin typeface="Times New Roman"/>
              </a:rPr>
              <a:t>/PROC</a:t>
            </a:r>
            <a:r>
              <a:rPr lang="zh-CN" altLang="en-US" b="0" i="0" u="none" strike="noStrike" baseline="0" smtClean="0">
                <a:latin typeface="Times New Roman"/>
              </a:rPr>
              <a:t>文件系统</a:t>
            </a:r>
          </a:p>
        </p:txBody>
      </p:sp>
    </p:spTree>
    <p:extLst>
      <p:ext uri="{BB962C8B-B14F-4D97-AF65-F5344CB8AC3E}">
        <p14:creationId xmlns:p14="http://schemas.microsoft.com/office/powerpoint/2010/main" val="42036708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CCE8C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CE8C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90</TotalTime>
  <Words>311</Words>
  <Application>Microsoft Office PowerPoint</Application>
  <PresentationFormat>全屏显示(4:3)</PresentationFormat>
  <Paragraphs>38</Paragraphs>
  <Slides>15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6" baseType="lpstr">
      <vt:lpstr>波形</vt:lpstr>
      <vt:lpstr>第10章  进 程 管 理</vt:lpstr>
      <vt:lpstr>10.1  快速上手：结束一个失控的程序</vt:lpstr>
      <vt:lpstr>10.2  什么是进程</vt:lpstr>
      <vt:lpstr>10.3  进程的属性</vt:lpstr>
      <vt:lpstr>10.3.1  PID：进程的ID号</vt:lpstr>
      <vt:lpstr>10.3.2  PPID：父进程的PID</vt:lpstr>
      <vt:lpstr>10.3.3  UID和EUID：真实和有效的用户ID</vt:lpstr>
      <vt:lpstr>10.3.4  GID和EGID：真实和有效的组ID</vt:lpstr>
      <vt:lpstr>10.3.5  谦让度和优先级</vt:lpstr>
      <vt:lpstr>10.4  监视进程：ps命令</vt:lpstr>
      <vt:lpstr>10.5  即时跟踪进程信息：top命令</vt:lpstr>
      <vt:lpstr>10.6  查看占用文件的进程：lsof </vt:lpstr>
      <vt:lpstr>10.7  向进程发送信号：kill </vt:lpstr>
      <vt:lpstr>10.8  调整进程的谦让度：nice和renice</vt:lpstr>
      <vt:lpstr>10.9  /PROC文件系统</vt:lpstr>
    </vt:vector>
  </TitlesOfParts>
  <Company>China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第10章  进 程 管 理</dc:title>
  <dc:creator>User</dc:creator>
  <cp:lastModifiedBy>User</cp:lastModifiedBy>
  <cp:revision>2</cp:revision>
  <dcterms:created xsi:type="dcterms:W3CDTF">2013-01-29T03:35:19Z</dcterms:created>
  <dcterms:modified xsi:type="dcterms:W3CDTF">2013-01-29T05:05:23Z</dcterms:modified>
</cp:coreProperties>
</file>
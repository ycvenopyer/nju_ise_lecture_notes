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98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C8536ABA-C6BA-4EB4-BDBC-772D656BECC7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F684F9F4-EB8D-462B-975D-1A3C67FE73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22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服务器基础知识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在正式讨论各种服务器的配置之前，首先了解一些和服务器有关的基础知识。本章主要讨论两个基本的守护进程</a:t>
            </a:r>
            <a:r>
              <a:rPr lang="en-US" altLang="zh-CN" b="0" i="0" u="none" strike="noStrike" baseline="0" smtClean="0">
                <a:latin typeface="Times New Roman"/>
              </a:rPr>
              <a:t>init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inetd/xinetd</a:t>
            </a:r>
            <a:r>
              <a:rPr lang="zh-CN" altLang="en-US" b="0" i="0" u="none" strike="noStrike" baseline="0" smtClean="0">
                <a:latin typeface="Times New Roman"/>
              </a:rPr>
              <a:t>（严格来说，前者要比后者“基本”得多）。相对而言，本章的理论知识偏多，缺少相关经验的读者理解起来或许会有困难。作为建议，读者也可以选择跳过本章，首先实践几个服务器的配置，再回过来补这些“基础知识”。</a:t>
            </a:r>
          </a:p>
        </p:txBody>
      </p:sp>
    </p:spTree>
    <p:extLst>
      <p:ext uri="{BB962C8B-B14F-4D97-AF65-F5344CB8AC3E}">
        <p14:creationId xmlns:p14="http://schemas.microsoft.com/office/powerpoint/2010/main" val="77008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系 统 引 导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计算机的启动和关闭并不是表面上那么简单。从打开电源到操作系统准备就绪，普通用户并不知道计算机已经完成了一项多么巨大的工程。系统引导是一整套复杂的任务流程，系统管理员没有必要知道其中的每一个细节，但大致了解一些是有帮助的。</a:t>
            </a:r>
          </a:p>
        </p:txBody>
      </p:sp>
    </p:spTree>
    <p:extLst>
      <p:ext uri="{BB962C8B-B14F-4D97-AF65-F5344CB8AC3E}">
        <p14:creationId xmlns:p14="http://schemas.microsoft.com/office/powerpoint/2010/main" val="245599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22.1.1  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启动的基本步骤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加载并初始化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内核。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配置硬件设备。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内核创建自发进程。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4.</a:t>
            </a:r>
            <a:r>
              <a:rPr lang="zh-CN" altLang="en-US" b="0" i="0" u="none" strike="noStrike" baseline="0" smtClean="0">
                <a:latin typeface="Times New Roman"/>
              </a:rPr>
              <a:t>由用户决定是否进入手工引导模式。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5.</a:t>
            </a:r>
            <a:r>
              <a:rPr lang="zh-CN" altLang="en-US" b="0" i="0" u="none" strike="noStrike" baseline="0" smtClean="0">
                <a:latin typeface="Times New Roman"/>
              </a:rPr>
              <a:t>（由</a:t>
            </a:r>
            <a:r>
              <a:rPr lang="en-US" altLang="zh-CN" b="0" i="0" u="none" strike="noStrike" baseline="0" smtClean="0">
                <a:latin typeface="Times New Roman"/>
              </a:rPr>
              <a:t>init</a:t>
            </a:r>
            <a:r>
              <a:rPr lang="zh-CN" altLang="en-US" b="0" i="0" u="none" strike="noStrike" baseline="0" smtClean="0">
                <a:latin typeface="Times New Roman"/>
              </a:rPr>
              <a:t>进程）执行系统启动脚本。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6.</a:t>
            </a:r>
            <a:r>
              <a:rPr lang="zh-CN" altLang="en-US" b="0" i="0" u="none" strike="noStrike" baseline="0" smtClean="0">
                <a:latin typeface="Times New Roman"/>
              </a:rPr>
              <a:t>进入多用户模式。</a:t>
            </a:r>
          </a:p>
        </p:txBody>
      </p:sp>
    </p:spTree>
    <p:extLst>
      <p:ext uri="{BB962C8B-B14F-4D97-AF65-F5344CB8AC3E}">
        <p14:creationId xmlns:p14="http://schemas.microsoft.com/office/powerpoint/2010/main" val="2048193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22.1.2  init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和运行级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479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22.1.3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服务器启动脚本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服务器启动脚本</a:t>
            </a:r>
          </a:p>
        </p:txBody>
      </p:sp>
    </p:spTree>
    <p:extLst>
      <p:ext uri="{BB962C8B-B14F-4D97-AF65-F5344CB8AC3E}">
        <p14:creationId xmlns:p14="http://schemas.microsoft.com/office/powerpoint/2010/main" val="2180206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22.1.4  Ubuntu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Debian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init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801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管理守护进程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本节开始介绍和服务器管理有关的另一个（应该是两个）重要的进程</a:t>
            </a:r>
            <a:r>
              <a:rPr lang="en-US" altLang="zh-CN" b="0" i="0" u="none" strike="noStrike" baseline="0" smtClean="0">
                <a:latin typeface="Times New Roman"/>
              </a:rPr>
              <a:t>inetd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xinetd</a:t>
            </a:r>
            <a:r>
              <a:rPr lang="zh-CN" altLang="en-US" b="0" i="0" u="none" strike="noStrike" baseline="0" smtClean="0">
                <a:latin typeface="Times New Roman"/>
              </a:rPr>
              <a:t>。读者将会接触一些和服务器有关的内容，包括守护进程的概念和服务器的运行方式。最后讨论如何配置</a:t>
            </a:r>
            <a:r>
              <a:rPr lang="en-US" altLang="zh-CN" b="0" i="0" u="none" strike="noStrike" baseline="0" smtClean="0">
                <a:latin typeface="Times New Roman"/>
              </a:rPr>
              <a:t>inetd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xinetd</a:t>
            </a:r>
            <a:r>
              <a:rPr lang="zh-CN" altLang="en-US" b="0" i="0" u="none" strike="noStrike" baseline="0" smtClean="0">
                <a:latin typeface="Times New Roman"/>
              </a:rPr>
              <a:t>，在后面几章的服务器配置中还会举例讲解这部分的内容。</a:t>
            </a:r>
          </a:p>
        </p:txBody>
      </p:sp>
    </p:spTree>
    <p:extLst>
      <p:ext uri="{BB962C8B-B14F-4D97-AF65-F5344CB8AC3E}">
        <p14:creationId xmlns:p14="http://schemas.microsoft.com/office/powerpoint/2010/main" val="721025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什么是守护进程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守护进程概述</a:t>
            </a:r>
          </a:p>
        </p:txBody>
      </p:sp>
    </p:spTree>
    <p:extLst>
      <p:ext uri="{BB962C8B-B14F-4D97-AF65-F5344CB8AC3E}">
        <p14:creationId xmlns:p14="http://schemas.microsoft.com/office/powerpoint/2010/main" val="41955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22.2.2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服务器守护进程的运行方式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xinetd</a:t>
            </a:r>
            <a:r>
              <a:rPr lang="zh-CN" altLang="en-US" b="0" i="0" u="none" strike="noStrike" baseline="0" smtClean="0">
                <a:latin typeface="Times New Roman"/>
              </a:rPr>
              <a:t>有以下优点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（</a:t>
            </a:r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）更多的安全特性；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（</a:t>
            </a:r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）针对拒绝服务攻击的更好的解决方案；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（</a:t>
            </a:r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）更强大的日志管理功能；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（</a:t>
            </a:r>
            <a:r>
              <a:rPr lang="en-US" altLang="zh-CN" b="0" i="0" u="none" strike="noStrike" baseline="0" smtClean="0">
                <a:latin typeface="Times New Roman"/>
              </a:rPr>
              <a:t>4</a:t>
            </a:r>
            <a:r>
              <a:rPr lang="zh-CN" altLang="en-US" b="0" i="0" u="none" strike="noStrike" baseline="0" smtClean="0">
                <a:latin typeface="Times New Roman"/>
              </a:rPr>
              <a:t>）更灵活清晰的配置语法。</a:t>
            </a:r>
          </a:p>
        </p:txBody>
      </p:sp>
    </p:spTree>
    <p:extLst>
      <p:ext uri="{BB962C8B-B14F-4D97-AF65-F5344CB8AC3E}">
        <p14:creationId xmlns:p14="http://schemas.microsoft.com/office/powerpoint/2010/main" val="1190131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配置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xinetd 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519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22.2.4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举例：通过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xinetd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启动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SSH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启动服务</a:t>
            </a:r>
          </a:p>
        </p:txBody>
      </p:sp>
    </p:spTree>
    <p:extLst>
      <p:ext uri="{BB962C8B-B14F-4D97-AF65-F5344CB8AC3E}">
        <p14:creationId xmlns:p14="http://schemas.microsoft.com/office/powerpoint/2010/main" val="339985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22.2.5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配置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inetd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inetd</a:t>
            </a:r>
            <a:r>
              <a:rPr lang="zh-CN" altLang="en-US" b="0" i="0" u="none" strike="noStrike" baseline="0" smtClean="0">
                <a:latin typeface="Times New Roman"/>
              </a:rPr>
              <a:t>配置文件</a:t>
            </a:r>
            <a:r>
              <a:rPr lang="en-US" altLang="zh-CN" b="0" i="0" u="none" strike="noStrike" baseline="0" smtClean="0">
                <a:latin typeface="Times New Roman"/>
              </a:rPr>
              <a:t>/etc/inetd.conf</a:t>
            </a:r>
            <a:r>
              <a:rPr lang="zh-CN" altLang="en-US" b="0" i="0" u="none" strike="noStrike" baseline="0" smtClean="0">
                <a:latin typeface="Times New Roman"/>
              </a:rPr>
              <a:t>介绍</a:t>
            </a:r>
          </a:p>
        </p:txBody>
      </p:sp>
    </p:spTree>
    <p:extLst>
      <p:ext uri="{BB962C8B-B14F-4D97-AF65-F5344CB8AC3E}">
        <p14:creationId xmlns:p14="http://schemas.microsoft.com/office/powerpoint/2010/main" val="2449367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397</Words>
  <Application>Microsoft Office PowerPoint</Application>
  <PresentationFormat>全屏显示(4:3)</PresentationFormat>
  <Paragraphs>30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波形</vt:lpstr>
      <vt:lpstr>第22章  服务器基础知识</vt:lpstr>
      <vt:lpstr>22.1  系 统 引 导</vt:lpstr>
      <vt:lpstr>22.1.1  Linux启动的基本步骤</vt:lpstr>
      <vt:lpstr>22.1.2  init和运行级</vt:lpstr>
      <vt:lpstr>22.1.3  服务器启动脚本</vt:lpstr>
      <vt:lpstr>22.1.4  Ubuntu和Debian的init配置</vt:lpstr>
      <vt:lpstr>22.2  管理守护进程</vt:lpstr>
      <vt:lpstr>22.2.1  什么是守护进程</vt:lpstr>
      <vt:lpstr>22.2.2  服务器守护进程的运行方式</vt:lpstr>
      <vt:lpstr>22.2.3  配置xinetd </vt:lpstr>
      <vt:lpstr>22.2.4  举例：通过xinetd启动SSH服务</vt:lpstr>
      <vt:lpstr>22.2.5  配置inetd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第22章  服务器基础知识</dc:title>
  <dc:creator>User</dc:creator>
  <cp:lastModifiedBy>User</cp:lastModifiedBy>
  <cp:revision>1</cp:revision>
  <dcterms:created xsi:type="dcterms:W3CDTF">2013-01-30T06:14:43Z</dcterms:created>
  <dcterms:modified xsi:type="dcterms:W3CDTF">2013-01-30T06:15:03Z</dcterms:modified>
</cp:coreProperties>
</file>
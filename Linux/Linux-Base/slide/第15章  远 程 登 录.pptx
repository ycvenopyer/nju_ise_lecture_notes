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63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42A5-716A-4980-8DCB-02E735856123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5B4C-230D-49C2-8CB8-4A3BA06904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42A5-716A-4980-8DCB-02E735856123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5B4C-230D-49C2-8CB8-4A3BA069049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42A5-716A-4980-8DCB-02E735856123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5B4C-230D-49C2-8CB8-4A3BA06904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42A5-716A-4980-8DCB-02E735856123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5B4C-230D-49C2-8CB8-4A3BA069049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42A5-716A-4980-8DCB-02E735856123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5B4C-230D-49C2-8CB8-4A3BA06904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42A5-716A-4980-8DCB-02E735856123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5B4C-230D-49C2-8CB8-4A3BA06904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42A5-716A-4980-8DCB-02E735856123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5B4C-230D-49C2-8CB8-4A3BA06904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42A5-716A-4980-8DCB-02E735856123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5B4C-230D-49C2-8CB8-4A3BA069049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42A5-716A-4980-8DCB-02E735856123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5B4C-230D-49C2-8CB8-4A3BA069049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42A5-716A-4980-8DCB-02E735856123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5B4C-230D-49C2-8CB8-4A3BA06904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42A5-716A-4980-8DCB-02E735856123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5B4C-230D-49C2-8CB8-4A3BA0690499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B42A5-716A-4980-8DCB-02E735856123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5B4C-230D-49C2-8CB8-4A3BA0690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663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22DB42A5-716A-4980-8DCB-02E735856123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DD515B4C-230D-49C2-8CB8-4A3BA069049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第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15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章  远 程 登 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服务器是一些大家伙，需要专门的机房来存放。一些企业有自己的服务器机房，而更多的选择是把这些方盒子交给服务器托管商保管。无论是哪一种情况，没有一个网络管理员会选择把机房作为自己的办公室</a:t>
            </a:r>
            <a:r>
              <a:rPr lang="en-US" altLang="zh-CN" b="0" i="0" u="none" strike="noStrike" baseline="0" smtClean="0">
                <a:latin typeface="Times New Roman"/>
              </a:rPr>
              <a:t>——</a:t>
            </a:r>
            <a:r>
              <a:rPr lang="zh-CN" altLang="en-US" b="0" i="0" u="none" strike="noStrike" baseline="0" smtClean="0">
                <a:latin typeface="Times New Roman"/>
              </a:rPr>
              <a:t>那里应该是机器们的地盘。为此，管理员们总是使用“远程登录”的方式管理服务器。一个流行的说法是，最优秀的网络管理员应该让公司里的其他人不认识他。坐在自己的</a:t>
            </a:r>
            <a:r>
              <a:rPr lang="en-US" altLang="zh-CN" b="0" i="0" u="none" strike="noStrike" baseline="0" smtClean="0">
                <a:latin typeface="Times New Roman"/>
              </a:rPr>
              <a:t>PC</a:t>
            </a:r>
            <a:r>
              <a:rPr lang="zh-CN" altLang="en-US" b="0" i="0" u="none" strike="noStrike" baseline="0" smtClean="0">
                <a:latin typeface="Times New Roman"/>
              </a:rPr>
              <a:t>前，让远隔千里的服务器永远稳定地运行</a:t>
            </a:r>
            <a:r>
              <a:rPr lang="en-US" altLang="zh-CN" b="0" i="0" u="none" strike="noStrike" baseline="0" smtClean="0">
                <a:latin typeface="Times New Roman"/>
              </a:rPr>
              <a:t>——</a:t>
            </a:r>
            <a:r>
              <a:rPr lang="zh-CN" altLang="en-US" b="0" i="0" u="none" strike="noStrike" baseline="0" smtClean="0">
                <a:latin typeface="Times New Roman"/>
              </a:rPr>
              <a:t>这是每一个网络管理员的梦想和使命。</a:t>
            </a:r>
          </a:p>
        </p:txBody>
      </p:sp>
    </p:spTree>
    <p:extLst>
      <p:ext uri="{BB962C8B-B14F-4D97-AF65-F5344CB8AC3E}">
        <p14:creationId xmlns:p14="http://schemas.microsoft.com/office/powerpoint/2010/main" val="1156498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15.1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快速上手：</a:t>
            </a:r>
            <a:r>
              <a:rPr lang="zh-CN" altLang="en-US" b="0" i="0" u="none" strike="noStrike" kern="1800" baseline="0" smtClean="0">
                <a:latin typeface="宋体"/>
                <a:ea typeface="宋体"/>
              </a:rPr>
              <a:t>关于搭建实验环境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本章主要是介绍如何使用客户端程序登录到远程服务器的，不过这首先需要有一台“远程服务器”才行。如果读者学习了本章后不能亲自动手，那么阅读本身就只是浪费时间了。因此本章的“快速上手”环节会有点特别</a:t>
            </a:r>
            <a:r>
              <a:rPr lang="en-US" altLang="zh-CN" b="0" i="0" u="none" strike="noStrike" baseline="0" smtClean="0">
                <a:latin typeface="Times New Roman"/>
              </a:rPr>
              <a:t>——</a:t>
            </a:r>
            <a:r>
              <a:rPr lang="zh-CN" altLang="en-US" b="0" i="0" u="none" strike="noStrike" baseline="0" smtClean="0">
                <a:latin typeface="Times New Roman"/>
              </a:rPr>
              <a:t>首先介绍如何搭建一个实验环境。尽管这意味着现在就要开始配置服务器了。但不必紧张，考虑到读者的实际情况，这里的“服务器配置”不会比安装软件复杂多少。当然，读者可以选择先跳过本节，等到需要的时候再回来。</a:t>
            </a:r>
          </a:p>
        </p:txBody>
      </p:sp>
    </p:spTree>
    <p:extLst>
      <p:ext uri="{BB962C8B-B14F-4D97-AF65-F5344CB8AC3E}">
        <p14:creationId xmlns:p14="http://schemas.microsoft.com/office/powerpoint/2010/main" val="3145687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15.1.1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物理网络还是虚拟机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网络连接的选择</a:t>
            </a:r>
          </a:p>
        </p:txBody>
      </p:sp>
    </p:spTree>
    <p:extLst>
      <p:ext uri="{BB962C8B-B14F-4D97-AF65-F5344CB8AC3E}">
        <p14:creationId xmlns:p14="http://schemas.microsoft.com/office/powerpoint/2010/main" val="358416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15.1.2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安装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OpenSSH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安装</a:t>
            </a:r>
            <a:r>
              <a:rPr lang="en-US" altLang="zh-CN" b="0" i="0" u="none" strike="noStrike" baseline="0" smtClean="0">
                <a:latin typeface="Times New Roman"/>
              </a:rPr>
              <a:t>OpenSSH</a:t>
            </a:r>
            <a:r>
              <a:rPr lang="zh-CN" altLang="en-US" b="0" i="0" u="none" strike="noStrike" baseline="0" smtClean="0">
                <a:latin typeface="Times New Roman"/>
              </a:rPr>
              <a:t>服务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启动</a:t>
            </a:r>
            <a:r>
              <a:rPr lang="en-US" altLang="zh-CN" b="0" i="0" u="none" strike="noStrike" baseline="0" smtClean="0">
                <a:latin typeface="Times New Roman"/>
              </a:rPr>
              <a:t>OpenSSH</a:t>
            </a:r>
            <a:r>
              <a:rPr lang="zh-CN" altLang="en-US" b="0" i="0" u="none" strike="noStrike" baseline="0" smtClean="0">
                <a:latin typeface="Times New Roman"/>
              </a:rPr>
              <a:t>服务</a:t>
            </a:r>
          </a:p>
        </p:txBody>
      </p:sp>
    </p:spTree>
    <p:extLst>
      <p:ext uri="{BB962C8B-B14F-4D97-AF65-F5344CB8AC3E}">
        <p14:creationId xmlns:p14="http://schemas.microsoft.com/office/powerpoint/2010/main" val="2438484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15.1.3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安装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vnc4server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安装</a:t>
            </a:r>
            <a:r>
              <a:rPr lang="en-US" altLang="zh-CN" b="0" i="0" u="none" strike="noStrike" baseline="0" smtClean="0">
                <a:latin typeface="Times New Roman"/>
              </a:rPr>
              <a:t>vnc4server</a:t>
            </a:r>
            <a:r>
              <a:rPr lang="zh-CN" altLang="en-US" b="0" i="0" u="none" strike="noStrike" baseline="0" smtClean="0">
                <a:latin typeface="Times New Roman"/>
              </a:rPr>
              <a:t>软件</a:t>
            </a:r>
          </a:p>
        </p:txBody>
      </p:sp>
    </p:spTree>
    <p:extLst>
      <p:ext uri="{BB962C8B-B14F-4D97-AF65-F5344CB8AC3E}">
        <p14:creationId xmlns:p14="http://schemas.microsoft.com/office/powerpoint/2010/main" val="3187754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15.1.4  SUSE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的防火墙设置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打开防火墙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设置防火墙</a:t>
            </a:r>
          </a:p>
        </p:txBody>
      </p:sp>
    </p:spTree>
    <p:extLst>
      <p:ext uri="{BB962C8B-B14F-4D97-AF65-F5344CB8AC3E}">
        <p14:creationId xmlns:p14="http://schemas.microsoft.com/office/powerpoint/2010/main" val="3904116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15.2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登录另一台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Linux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服务器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作为一款服务器操作系统，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充分考虑了远程登录的问题。无论是从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、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还是其他一些操作系统登录到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都是非常方便的。支持多个用户同时登录对于服务器而言非常重要</a:t>
            </a:r>
            <a:r>
              <a:rPr lang="en-US" altLang="zh-CN" b="0" i="0" u="none" strike="noStrike" baseline="0" smtClean="0">
                <a:latin typeface="Times New Roman"/>
              </a:rPr>
              <a:t>——</a:t>
            </a:r>
            <a:r>
              <a:rPr lang="zh-CN" altLang="en-US" b="0" i="0" u="none" strike="noStrike" baseline="0" smtClean="0">
                <a:latin typeface="Times New Roman"/>
              </a:rPr>
              <a:t>这正是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擅长的。</a:t>
            </a:r>
          </a:p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有多种不同的协议可供选择，但</a:t>
            </a:r>
            <a:r>
              <a:rPr lang="en-US" altLang="zh-CN" b="0" i="0" u="none" strike="noStrike" baseline="0" smtClean="0">
                <a:latin typeface="Times New Roman"/>
              </a:rPr>
              <a:t>SSH</a:t>
            </a:r>
            <a:r>
              <a:rPr lang="zh-CN" altLang="en-US" b="0" i="0" u="none" strike="noStrike" baseline="0" smtClean="0">
                <a:latin typeface="Times New Roman"/>
              </a:rPr>
              <a:t>也许是其中“最好”的。这种协议提供了安全可靠的远程连接方式，</a:t>
            </a:r>
            <a:r>
              <a:rPr lang="en-US" altLang="zh-CN" b="0" i="0" u="none" strike="noStrike" baseline="0" smtClean="0">
                <a:latin typeface="Times New Roman"/>
              </a:rPr>
              <a:t>SSH</a:t>
            </a:r>
            <a:r>
              <a:rPr lang="zh-CN" altLang="en-US" b="0" i="0" u="none" strike="noStrike" baseline="0" smtClean="0">
                <a:latin typeface="Times New Roman"/>
              </a:rPr>
              <a:t>将贯穿于本节的讨论中。</a:t>
            </a:r>
          </a:p>
        </p:txBody>
      </p:sp>
    </p:spTree>
    <p:extLst>
      <p:ext uri="{BB962C8B-B14F-4D97-AF65-F5344CB8AC3E}">
        <p14:creationId xmlns:p14="http://schemas.microsoft.com/office/powerpoint/2010/main" val="4201722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15.2.1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安全的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Shell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SSH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使用</a:t>
            </a:r>
            <a:r>
              <a:rPr lang="en-US" altLang="zh-CN" b="0" i="0" u="none" strike="noStrike" baseline="0" smtClean="0">
                <a:latin typeface="Times New Roman"/>
              </a:rPr>
              <a:t>ssh</a:t>
            </a:r>
            <a:r>
              <a:rPr lang="zh-CN" altLang="en-US" b="0" i="0" u="none" strike="noStrike" baseline="0" smtClean="0">
                <a:latin typeface="Times New Roman"/>
              </a:rPr>
              <a:t>命令远程登录到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服务器</a:t>
            </a:r>
          </a:p>
        </p:txBody>
      </p:sp>
    </p:spTree>
    <p:extLst>
      <p:ext uri="{BB962C8B-B14F-4D97-AF65-F5344CB8AC3E}">
        <p14:creationId xmlns:p14="http://schemas.microsoft.com/office/powerpoint/2010/main" val="2490046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15.2.2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登录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X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窗口系统：图形化的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VNC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使用</a:t>
            </a:r>
            <a:r>
              <a:rPr lang="en-US" altLang="zh-CN" b="0" i="0" u="none" strike="noStrike" baseline="0" smtClean="0">
                <a:latin typeface="Times New Roman"/>
              </a:rPr>
              <a:t>VNC</a:t>
            </a:r>
            <a:r>
              <a:rPr lang="zh-CN" altLang="en-US" b="0" i="0" u="none" strike="noStrike" baseline="0" smtClean="0">
                <a:latin typeface="Times New Roman"/>
              </a:rPr>
              <a:t>客户端远程登录服务器</a:t>
            </a:r>
          </a:p>
        </p:txBody>
      </p:sp>
    </p:spTree>
    <p:extLst>
      <p:ext uri="{BB962C8B-B14F-4D97-AF65-F5344CB8AC3E}">
        <p14:creationId xmlns:p14="http://schemas.microsoft.com/office/powerpoint/2010/main" val="3752683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15.2.3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我想从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Windows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登录这台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Linux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</a:t>
            </a:r>
            <a:r>
              <a:rPr lang="zh-CN" altLang="en-US" b="0" i="0" u="none" strike="noStrike" baseline="0" smtClean="0">
                <a:latin typeface="Times New Roman"/>
              </a:rPr>
              <a:t>使用</a:t>
            </a:r>
            <a:r>
              <a:rPr lang="en-US" altLang="zh-CN" b="0" i="0" u="none" strike="noStrike" baseline="0" smtClean="0">
                <a:latin typeface="Times New Roman"/>
              </a:rPr>
              <a:t>PuTTY</a:t>
            </a:r>
            <a:r>
              <a:rPr lang="zh-CN" altLang="en-US" b="0" i="0" u="none" strike="noStrike" baseline="0" smtClean="0">
                <a:latin typeface="Times New Roman"/>
              </a:rPr>
              <a:t>软件登录到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使用</a:t>
            </a:r>
            <a:r>
              <a:rPr lang="en-US" altLang="zh-CN" b="0" i="0" u="none" strike="noStrike" baseline="0" smtClean="0">
                <a:latin typeface="Times New Roman"/>
              </a:rPr>
              <a:t>VNC</a:t>
            </a:r>
            <a:r>
              <a:rPr lang="zh-CN" altLang="en-US" b="0" i="0" u="none" strike="noStrike" baseline="0" smtClean="0">
                <a:latin typeface="Times New Roman"/>
              </a:rPr>
              <a:t>软件登录到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endParaRPr lang="zh-CN" altLang="en-US" b="0" i="0" u="none" strike="noStrike" baseline="0" smtClean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33674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15.3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登录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Windows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服务器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开启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服务器的远程登录功能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安装</a:t>
            </a:r>
            <a:r>
              <a:rPr lang="en-US" altLang="zh-CN" b="0" i="0" u="none" strike="noStrike" baseline="0" smtClean="0">
                <a:latin typeface="Times New Roman"/>
              </a:rPr>
              <a:t>rdesktop</a:t>
            </a:r>
            <a:r>
              <a:rPr lang="zh-CN" altLang="en-US" b="0" i="0" u="none" strike="noStrike" baseline="0" smtClean="0">
                <a:latin typeface="Times New Roman"/>
              </a:rPr>
              <a:t>软件并安装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3.</a:t>
            </a:r>
            <a:r>
              <a:rPr lang="zh-CN" altLang="en-US" b="0" i="0" u="none" strike="noStrike" baseline="0" smtClean="0">
                <a:latin typeface="Times New Roman"/>
              </a:rPr>
              <a:t>登录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服务器</a:t>
            </a:r>
          </a:p>
        </p:txBody>
      </p:sp>
    </p:spTree>
    <p:extLst>
      <p:ext uri="{BB962C8B-B14F-4D97-AF65-F5344CB8AC3E}">
        <p14:creationId xmlns:p14="http://schemas.microsoft.com/office/powerpoint/2010/main" val="1213256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15.4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为什么不使用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telnet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telnet</a:t>
            </a:r>
            <a:r>
              <a:rPr lang="zh-CN" altLang="en-US" b="0" i="0" u="none" strike="noStrike" baseline="0" smtClean="0">
                <a:latin typeface="Times New Roman"/>
              </a:rPr>
              <a:t>远程登录不安全</a:t>
            </a:r>
          </a:p>
        </p:txBody>
      </p:sp>
    </p:spTree>
    <p:extLst>
      <p:ext uri="{BB962C8B-B14F-4D97-AF65-F5344CB8AC3E}">
        <p14:creationId xmlns:p14="http://schemas.microsoft.com/office/powerpoint/2010/main" val="2865189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15.5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进阶：使用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SSH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密钥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读者已经了解到如何使用</a:t>
            </a:r>
            <a:r>
              <a:rPr lang="en-US" altLang="zh-CN" b="0" i="0" u="none" strike="noStrike" baseline="0" smtClean="0">
                <a:latin typeface="Times New Roman"/>
              </a:rPr>
              <a:t>SSH</a:t>
            </a:r>
            <a:r>
              <a:rPr lang="zh-CN" altLang="en-US" b="0" i="0" u="none" strike="noStrike" baseline="0" smtClean="0">
                <a:latin typeface="Times New Roman"/>
              </a:rPr>
              <a:t>连接远程主机。</a:t>
            </a:r>
            <a:r>
              <a:rPr lang="en-US" altLang="zh-CN" b="0" i="0" u="none" strike="noStrike" baseline="0" smtClean="0">
                <a:latin typeface="Times New Roman"/>
              </a:rPr>
              <a:t>SSH</a:t>
            </a:r>
            <a:r>
              <a:rPr lang="zh-CN" altLang="en-US" b="0" i="0" u="none" strike="noStrike" baseline="0" smtClean="0">
                <a:latin typeface="Times New Roman"/>
              </a:rPr>
              <a:t>利用加密算法来保证信息传输的安全性，在已经接触到的例子中，用户必须在远程主机上拥有一个账号，并提供口令。</a:t>
            </a:r>
            <a:r>
              <a:rPr lang="en-US" altLang="zh-CN" b="0" i="0" u="none" strike="noStrike" baseline="0" smtClean="0">
                <a:latin typeface="Times New Roman"/>
              </a:rPr>
              <a:t>SSH</a:t>
            </a:r>
            <a:r>
              <a:rPr lang="zh-CN" altLang="en-US" b="0" i="0" u="none" strike="noStrike" baseline="0" smtClean="0">
                <a:latin typeface="Times New Roman"/>
              </a:rPr>
              <a:t>也提供了另外一些验证用户身份的方式</a:t>
            </a:r>
            <a:r>
              <a:rPr lang="en-US" altLang="zh-CN" b="0" i="0" u="none" strike="noStrike" baseline="0" smtClean="0">
                <a:latin typeface="Times New Roman"/>
              </a:rPr>
              <a:t>——</a:t>
            </a:r>
            <a:r>
              <a:rPr lang="zh-CN" altLang="en-US" b="0" i="0" u="none" strike="noStrike" baseline="0" smtClean="0">
                <a:latin typeface="Times New Roman"/>
              </a:rPr>
              <a:t>密钥对是其中的一种，也可能是最安全的一种。</a:t>
            </a:r>
          </a:p>
        </p:txBody>
      </p:sp>
    </p:spTree>
    <p:extLst>
      <p:ext uri="{BB962C8B-B14F-4D97-AF65-F5344CB8AC3E}">
        <p14:creationId xmlns:p14="http://schemas.microsoft.com/office/powerpoint/2010/main" val="3607138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15.5.1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为什么要使用密钥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使用密钥的重要性</a:t>
            </a:r>
          </a:p>
        </p:txBody>
      </p:sp>
    </p:spTree>
    <p:extLst>
      <p:ext uri="{BB962C8B-B14F-4D97-AF65-F5344CB8AC3E}">
        <p14:creationId xmlns:p14="http://schemas.microsoft.com/office/powerpoint/2010/main" val="1757031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15.5.2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生成密钥对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使用</a:t>
            </a:r>
            <a:r>
              <a:rPr lang="en-US" altLang="zh-CN" b="0" i="0" u="none" strike="noStrike" baseline="0" smtClean="0">
                <a:latin typeface="Times New Roman"/>
              </a:rPr>
              <a:t>ssh-keygen</a:t>
            </a:r>
            <a:r>
              <a:rPr lang="zh-CN" altLang="en-US" b="0" i="0" u="none" strike="noStrike" baseline="0" smtClean="0">
                <a:latin typeface="Times New Roman"/>
              </a:rPr>
              <a:t>生成密钥对</a:t>
            </a:r>
          </a:p>
        </p:txBody>
      </p:sp>
    </p:spTree>
    <p:extLst>
      <p:ext uri="{BB962C8B-B14F-4D97-AF65-F5344CB8AC3E}">
        <p14:creationId xmlns:p14="http://schemas.microsoft.com/office/powerpoint/2010/main" val="3269853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15.5.3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复制公有密钥至远程主机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复制公有密钥至远程主机</a:t>
            </a:r>
          </a:p>
        </p:txBody>
      </p:sp>
    </p:spTree>
    <p:extLst>
      <p:ext uri="{BB962C8B-B14F-4D97-AF65-F5344CB8AC3E}">
        <p14:creationId xmlns:p14="http://schemas.microsoft.com/office/powerpoint/2010/main" val="29395669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15.5.4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测试配置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再次使用</a:t>
            </a:r>
            <a:r>
              <a:rPr lang="en-US" altLang="zh-CN" b="0" i="0" u="none" strike="noStrike" baseline="0" smtClean="0">
                <a:latin typeface="Times New Roman"/>
              </a:rPr>
              <a:t>ssh</a:t>
            </a:r>
            <a:r>
              <a:rPr lang="zh-CN" altLang="en-US" b="0" i="0" u="none" strike="noStrike" baseline="0" smtClean="0">
                <a:latin typeface="Times New Roman"/>
              </a:rPr>
              <a:t>登录服务器不用输入密码</a:t>
            </a:r>
          </a:p>
        </p:txBody>
      </p:sp>
    </p:spTree>
    <p:extLst>
      <p:ext uri="{BB962C8B-B14F-4D97-AF65-F5344CB8AC3E}">
        <p14:creationId xmlns:p14="http://schemas.microsoft.com/office/powerpoint/2010/main" val="312544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15.5.5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密钥的安全性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妥善保管</a:t>
            </a:r>
            <a:r>
              <a:rPr lang="en-US" altLang="zh-CN" b="0" i="0" u="none" strike="noStrike" baseline="0" smtClean="0">
                <a:latin typeface="Times New Roman"/>
              </a:rPr>
              <a:t>SSH</a:t>
            </a:r>
            <a:r>
              <a:rPr lang="zh-CN" altLang="en-US" b="0" i="0" u="none" strike="noStrike" baseline="0" smtClean="0">
                <a:latin typeface="Times New Roman"/>
              </a:rPr>
              <a:t>口令</a:t>
            </a:r>
          </a:p>
        </p:txBody>
      </p:sp>
    </p:spTree>
    <p:extLst>
      <p:ext uri="{BB962C8B-B14F-4D97-AF65-F5344CB8AC3E}">
        <p14:creationId xmlns:p14="http://schemas.microsoft.com/office/powerpoint/2010/main" val="12449419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CCE8C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601</Words>
  <Application>Microsoft Office PowerPoint</Application>
  <PresentationFormat>全屏显示(4:3)</PresentationFormat>
  <Paragraphs>42</Paragraphs>
  <Slides>18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19" baseType="lpstr">
      <vt:lpstr>波形</vt:lpstr>
      <vt:lpstr>第15章  远 程 登 录</vt:lpstr>
      <vt:lpstr>15.1  快速上手：关于搭建实验环境</vt:lpstr>
      <vt:lpstr>15.1.1  物理网络还是虚拟机</vt:lpstr>
      <vt:lpstr>15.1.2  安装OpenSSH</vt:lpstr>
      <vt:lpstr>15.1.3  安装vnc4server</vt:lpstr>
      <vt:lpstr>15.1.4  SUSE的防火墙设置</vt:lpstr>
      <vt:lpstr>15.2  登录另一台Linux服务器</vt:lpstr>
      <vt:lpstr>15.2.1  安全的Shell：SSH</vt:lpstr>
      <vt:lpstr>15.2.2  登录X窗口系统：图形化的VNC</vt:lpstr>
      <vt:lpstr>15.2.3  我想从Windows登录这台Linux</vt:lpstr>
      <vt:lpstr>15.3  登录Windows服务器</vt:lpstr>
      <vt:lpstr>15.4  为什么不使用telnet</vt:lpstr>
      <vt:lpstr>15.5  进阶：使用SSH密钥</vt:lpstr>
      <vt:lpstr>15.5.1  为什么要使用密钥</vt:lpstr>
      <vt:lpstr>15.5.2  生成密钥对</vt:lpstr>
      <vt:lpstr>15.5.3  复制公有密钥至远程主机</vt:lpstr>
      <vt:lpstr>15.5.4  测试配置</vt:lpstr>
      <vt:lpstr>15.5.5  密钥的安全性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第15章  远 程 登 录</dc:title>
  <dc:creator>User</dc:creator>
  <cp:lastModifiedBy>User</cp:lastModifiedBy>
  <cp:revision>1</cp:revision>
  <dcterms:created xsi:type="dcterms:W3CDTF">2013-01-29T06:54:11Z</dcterms:created>
  <dcterms:modified xsi:type="dcterms:W3CDTF">2013-01-29T06:54:30Z</dcterms:modified>
</cp:coreProperties>
</file>
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10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49E98A65-CD9F-41BF-8E32-FAB43E547A7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F3AD4045-6C22-42BB-950B-0AF54CD8CB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16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多  媒  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多媒体应用是计算机领域中最为活跃的分支之一，丰富的人机交互方式吸引了大量眼球。如今，多媒体工具已经成为人们生活中不可或缺的一部分，随着各类音频、视频等多媒体内容在互联网上流行，在可以预见的未来，多媒体技术仍将是计算机发展中长盛不衰的热点。本章将介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下的多媒体应用，包括音频、视频的播放，以及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下一些游戏的安装使用。这里的讲解将以</a:t>
            </a:r>
            <a:r>
              <a:rPr lang="en-US" altLang="zh-CN" b="0" i="0" u="none" strike="noStrike" baseline="0" smtClean="0">
                <a:latin typeface="Times New Roman"/>
              </a:rPr>
              <a:t>Gnome</a:t>
            </a:r>
            <a:r>
              <a:rPr lang="zh-CN" altLang="en-US" b="0" i="0" u="none" strike="noStrike" baseline="0" smtClean="0">
                <a:latin typeface="Times New Roman"/>
              </a:rPr>
              <a:t>上的工具为主，出于完整性的考虑，</a:t>
            </a:r>
            <a:r>
              <a:rPr lang="en-US" altLang="zh-CN" b="0" i="0" u="none" strike="noStrike" baseline="0" smtClean="0">
                <a:latin typeface="Times New Roman"/>
              </a:rPr>
              <a:t>KDE</a:t>
            </a:r>
            <a:r>
              <a:rPr lang="zh-CN" altLang="en-US" b="0" i="0" u="none" strike="noStrike" baseline="0" smtClean="0">
                <a:latin typeface="Times New Roman"/>
              </a:rPr>
              <a:t>上的多媒体工具也会有所涉及。</a:t>
            </a:r>
          </a:p>
        </p:txBody>
      </p:sp>
    </p:spTree>
    <p:extLst>
      <p:ext uri="{BB962C8B-B14F-4D97-AF65-F5344CB8AC3E}">
        <p14:creationId xmlns:p14="http://schemas.microsoft.com/office/powerpoint/2010/main" val="351573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关 于 声 卡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设置声音</a:t>
            </a:r>
          </a:p>
        </p:txBody>
      </p:sp>
    </p:spTree>
    <p:extLst>
      <p:ext uri="{BB962C8B-B14F-4D97-AF65-F5344CB8AC3E}">
        <p14:creationId xmlns:p14="http://schemas.microsoft.com/office/powerpoint/2010/main" val="351079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播放器软件概述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1.xine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2.MPlayer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</p:txBody>
      </p:sp>
    </p:spTree>
    <p:extLst>
      <p:ext uri="{BB962C8B-B14F-4D97-AF65-F5344CB8AC3E}">
        <p14:creationId xmlns:p14="http://schemas.microsoft.com/office/powerpoint/2010/main" val="205874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播 放 音 频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中播放音乐文件已经有了很多工具，绝大多数都使用</a:t>
            </a:r>
            <a:r>
              <a:rPr lang="en-US" altLang="zh-CN" b="0" i="0" u="none" strike="noStrike" baseline="0" smtClean="0">
                <a:latin typeface="Times New Roman"/>
              </a:rPr>
              <a:t>xine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gstreamer</a:t>
            </a:r>
            <a:r>
              <a:rPr lang="zh-CN" altLang="en-US" b="0" i="0" u="none" strike="noStrike" baseline="0" smtClean="0">
                <a:latin typeface="Times New Roman"/>
              </a:rPr>
              <a:t>作为后台播放引擎。</a:t>
            </a:r>
            <a:r>
              <a:rPr lang="en-US" altLang="zh-CN" b="0" i="0" u="none" strike="noStrike" baseline="0" smtClean="0">
                <a:latin typeface="Times New Roman"/>
              </a:rPr>
              <a:t>totem-xine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amarok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kaffeine</a:t>
            </a:r>
            <a:r>
              <a:rPr lang="zh-CN" altLang="en-US" b="0" i="0" u="none" strike="noStrike" baseline="0" smtClean="0">
                <a:latin typeface="Times New Roman"/>
              </a:rPr>
              <a:t>等使用</a:t>
            </a:r>
            <a:r>
              <a:rPr lang="en-US" altLang="zh-CN" b="0" i="0" u="none" strike="noStrike" baseline="0" smtClean="0">
                <a:latin typeface="Times New Roman"/>
              </a:rPr>
              <a:t>xine</a:t>
            </a:r>
            <a:r>
              <a:rPr lang="zh-CN" altLang="en-US" b="0" i="0" u="none" strike="noStrike" baseline="0" smtClean="0">
                <a:latin typeface="Times New Roman"/>
              </a:rPr>
              <a:t>；而</a:t>
            </a:r>
            <a:r>
              <a:rPr lang="en-US" altLang="zh-CN" b="0" i="0" u="none" strike="noStrike" baseline="0" smtClean="0">
                <a:latin typeface="Times New Roman"/>
              </a:rPr>
              <a:t>Rhythmbox</a:t>
            </a:r>
            <a:r>
              <a:rPr lang="zh-CN" altLang="en-US" b="0" i="0" u="none" strike="noStrike" baseline="0" smtClean="0">
                <a:latin typeface="Times New Roman"/>
              </a:rPr>
              <a:t>等</a:t>
            </a:r>
            <a:r>
              <a:rPr lang="en-US" altLang="zh-CN" b="0" i="0" u="none" strike="noStrike" baseline="0" smtClean="0">
                <a:latin typeface="Times New Roman"/>
              </a:rPr>
              <a:t>Gnome</a:t>
            </a:r>
            <a:r>
              <a:rPr lang="zh-CN" altLang="en-US" b="0" i="0" u="none" strike="noStrike" baseline="0" smtClean="0">
                <a:latin typeface="Times New Roman"/>
              </a:rPr>
              <a:t>上的播放器通常选择</a:t>
            </a:r>
            <a:r>
              <a:rPr lang="en-US" altLang="zh-CN" b="0" i="0" u="none" strike="noStrike" baseline="0" smtClean="0">
                <a:latin typeface="Times New Roman"/>
              </a:rPr>
              <a:t>gstreamer</a:t>
            </a:r>
            <a:r>
              <a:rPr lang="zh-CN" altLang="en-US" b="0" i="0" u="none" strike="noStrike" baseline="0" smtClean="0">
                <a:latin typeface="Times New Roman"/>
              </a:rPr>
              <a:t>。本节将分别选择</a:t>
            </a:r>
            <a:r>
              <a:rPr lang="en-US" altLang="zh-CN" b="0" i="0" u="none" strike="noStrike" baseline="0" smtClean="0">
                <a:latin typeface="Times New Roman"/>
              </a:rPr>
              <a:t>Gnome</a:t>
            </a:r>
            <a:r>
              <a:rPr lang="zh-CN" altLang="en-US" b="0" i="0" u="none" strike="noStrike" baseline="0" smtClean="0">
                <a:latin typeface="Times New Roman"/>
              </a:rPr>
              <a:t>下的</a:t>
            </a:r>
            <a:r>
              <a:rPr lang="en-US" altLang="zh-CN" b="0" i="0" u="none" strike="noStrike" baseline="0" smtClean="0">
                <a:latin typeface="Times New Roman"/>
              </a:rPr>
              <a:t>Rhythmbox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KDE</a:t>
            </a:r>
            <a:r>
              <a:rPr lang="zh-CN" altLang="en-US" b="0" i="0" u="none" strike="noStrike" baseline="0" smtClean="0">
                <a:latin typeface="Times New Roman"/>
              </a:rPr>
              <a:t>下的</a:t>
            </a:r>
            <a:r>
              <a:rPr lang="en-US" altLang="zh-CN" b="0" i="0" u="none" strike="noStrike" baseline="0" smtClean="0">
                <a:latin typeface="Times New Roman"/>
              </a:rPr>
              <a:t>amarok</a:t>
            </a:r>
            <a:r>
              <a:rPr lang="zh-CN" altLang="en-US" b="0" i="0" u="none" strike="noStrike" baseline="0" smtClean="0">
                <a:latin typeface="Times New Roman"/>
              </a:rPr>
              <a:t>作为主要的介绍对象，其他前端播放器的使用方法基本类似。</a:t>
            </a:r>
          </a:p>
        </p:txBody>
      </p:sp>
    </p:spTree>
    <p:extLst>
      <p:ext uri="{BB962C8B-B14F-4D97-AF65-F5344CB8AC3E}">
        <p14:creationId xmlns:p14="http://schemas.microsoft.com/office/powerpoint/2010/main" val="1453934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播放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Rhythmbox</a:t>
            </a:r>
            <a:r>
              <a:rPr lang="zh-CN" altLang="en-US" b="0" i="0" u="none" strike="noStrike" baseline="0" smtClean="0">
                <a:latin typeface="Times New Roman"/>
              </a:rPr>
              <a:t>中播放音乐</a:t>
            </a:r>
            <a:r>
              <a:rPr lang="en-US" altLang="zh-CN" b="0" i="0" u="none" strike="noStrike" baseline="0" smtClean="0">
                <a:latin typeface="Times New Roman"/>
              </a:rPr>
              <a:t>CD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amarok</a:t>
            </a:r>
            <a:r>
              <a:rPr lang="zh-CN" altLang="en-US" b="0" i="0" u="none" strike="noStrike" baseline="0" smtClean="0">
                <a:latin typeface="Times New Roman"/>
              </a:rPr>
              <a:t>中播放音乐</a:t>
            </a:r>
            <a:r>
              <a:rPr lang="en-US" altLang="zh-CN" b="0" i="0" u="none" strike="noStrike" baseline="0" smtClean="0">
                <a:latin typeface="Times New Roman"/>
              </a:rPr>
              <a:t>CD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Rhythmbox</a:t>
            </a:r>
            <a:r>
              <a:rPr lang="zh-CN" altLang="en-US" b="0" i="0" u="none" strike="noStrike" baseline="0" smtClean="0">
                <a:latin typeface="Times New Roman"/>
              </a:rPr>
              <a:t>抓轨</a:t>
            </a:r>
          </a:p>
        </p:txBody>
      </p:sp>
    </p:spTree>
    <p:extLst>
      <p:ext uri="{BB962C8B-B14F-4D97-AF65-F5344CB8AC3E}">
        <p14:creationId xmlns:p14="http://schemas.microsoft.com/office/powerpoint/2010/main" val="127903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播放数字音乐文件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相比较播放音乐</a:t>
            </a:r>
            <a:r>
              <a:rPr lang="en-US" altLang="zh-CN" b="0" i="0" u="none" strike="noStrike" baseline="0" smtClean="0">
                <a:latin typeface="Times New Roman"/>
              </a:rPr>
              <a:t>CD</a:t>
            </a:r>
            <a:r>
              <a:rPr lang="zh-CN" altLang="en-US" b="0" i="0" u="none" strike="noStrike" baseline="0" smtClean="0">
                <a:latin typeface="Times New Roman"/>
              </a:rPr>
              <a:t>而言，用户更多的是把音乐下载之后（先不管某些“免费下载”是否合理合法）放在硬盘上慢慢“享用”。本节将介绍使用播放器软件播放音乐文件的方法，在此之前首先关心一下和音频格式有关的主题。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．关于音频文件格式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．使用</a:t>
            </a:r>
            <a:r>
              <a:rPr lang="en-US" altLang="zh-CN" b="0" i="0" u="none" strike="noStrike" baseline="0" smtClean="0">
                <a:latin typeface="Times New Roman"/>
              </a:rPr>
              <a:t>Rhythmbox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．使用</a:t>
            </a:r>
            <a:r>
              <a:rPr lang="en-US" altLang="zh-CN" b="0" i="0" u="none" strike="noStrike" baseline="0" smtClean="0">
                <a:latin typeface="Times New Roman"/>
              </a:rPr>
              <a:t>amarok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911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播放视频：使用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MPlayer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1.MPlayer</a:t>
            </a:r>
            <a:r>
              <a:rPr lang="zh-CN" altLang="en-US" b="0" i="0" u="none" strike="noStrike" baseline="0" smtClean="0">
                <a:latin typeface="Times New Roman"/>
              </a:rPr>
              <a:t>界面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 选择视频文件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 打开</a:t>
            </a:r>
            <a:r>
              <a:rPr lang="en-US" altLang="zh-CN" b="0" i="0" u="none" strike="noStrike" baseline="0" smtClean="0">
                <a:latin typeface="Times New Roman"/>
              </a:rPr>
              <a:t>MPlayer</a:t>
            </a:r>
            <a:r>
              <a:rPr lang="zh-CN" altLang="en-US" b="0" i="0" u="none" strike="noStrike" baseline="0" smtClean="0">
                <a:latin typeface="Times New Roman"/>
              </a:rPr>
              <a:t>播放列表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4.</a:t>
            </a:r>
            <a:r>
              <a:rPr lang="zh-CN" altLang="en-US" b="0" i="0" u="none" strike="noStrike" baseline="0" smtClean="0">
                <a:latin typeface="Times New Roman"/>
              </a:rPr>
              <a:t> 把文件添加在</a:t>
            </a:r>
            <a:r>
              <a:rPr lang="en-US" altLang="zh-CN" b="0" i="0" u="none" strike="noStrike" baseline="0" smtClean="0">
                <a:latin typeface="Times New Roman"/>
              </a:rPr>
              <a:t>MPlayer</a:t>
            </a:r>
            <a:r>
              <a:rPr lang="zh-CN" altLang="en-US" b="0" i="0" u="none" strike="noStrike" baseline="0" smtClean="0">
                <a:latin typeface="Times New Roman"/>
              </a:rPr>
              <a:t>播放列表</a:t>
            </a:r>
          </a:p>
        </p:txBody>
      </p:sp>
    </p:spTree>
    <p:extLst>
      <p:ext uri="{BB962C8B-B14F-4D97-AF65-F5344CB8AC3E}">
        <p14:creationId xmlns:p14="http://schemas.microsoft.com/office/powerpoint/2010/main" val="287073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中的游戏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的确不是游戏发烧友们的理想平台。不过，不管是程序员、管理员、黑客还是打算起诉微软的“普通用户”，总得在工作之余给自己找些乐子。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中有不少用来打发时间的游戏，本节将简单地介绍其中的几个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仅仅用来满足读者的好奇心而已。不玩游戏的朋友和专业玩家都可以直接跳过本节。</a:t>
            </a:r>
          </a:p>
        </p:txBody>
      </p:sp>
    </p:spTree>
    <p:extLst>
      <p:ext uri="{BB962C8B-B14F-4D97-AF65-F5344CB8AC3E}">
        <p14:creationId xmlns:p14="http://schemas.microsoft.com/office/powerpoint/2010/main" val="3708446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16.5.1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发行版自带的游戏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空当接龙游戏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数独游戏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对对碰游戏</a:t>
            </a:r>
          </a:p>
        </p:txBody>
      </p:sp>
    </p:spTree>
    <p:extLst>
      <p:ext uri="{BB962C8B-B14F-4D97-AF65-F5344CB8AC3E}">
        <p14:creationId xmlns:p14="http://schemas.microsoft.com/office/powerpoint/2010/main" val="340594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16.5.2  Internet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上的游戏资源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模拟飞行</a:t>
            </a:r>
            <a:r>
              <a:rPr lang="en-US" altLang="zh-CN" b="0" i="0" u="none" strike="noStrike" baseline="0" smtClean="0">
                <a:latin typeface="Times New Roman"/>
              </a:rPr>
              <a:t>FlightGear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2.Battle for Wesnoth</a:t>
            </a:r>
            <a:r>
              <a:rPr lang="zh-CN" altLang="en-US" b="0" i="0" u="none" strike="noStrike" baseline="0" smtClean="0">
                <a:latin typeface="Times New Roman"/>
              </a:rPr>
              <a:t>游戏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3.Bos Wars</a:t>
            </a:r>
            <a:r>
              <a:rPr lang="zh-CN" altLang="en-US" b="0" i="0" u="none" strike="noStrike" baseline="0" smtClean="0">
                <a:latin typeface="Times New Roman"/>
              </a:rPr>
              <a:t>游戏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4.</a:t>
            </a:r>
            <a:r>
              <a:rPr lang="zh-CN" altLang="en-US" b="0" i="0" u="none" strike="noStrike" baseline="0" smtClean="0">
                <a:latin typeface="Times New Roman"/>
              </a:rPr>
              <a:t>台球游戏</a:t>
            </a:r>
            <a:r>
              <a:rPr lang="en-US" altLang="zh-CN" b="0" i="0" u="none" strike="noStrike" baseline="0" smtClean="0">
                <a:latin typeface="Times New Roman"/>
              </a:rPr>
              <a:t>Foobillard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1347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470</Words>
  <Application>Microsoft Office PowerPoint</Application>
  <PresentationFormat>全屏显示(4:3)</PresentationFormat>
  <Paragraphs>34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波形</vt:lpstr>
      <vt:lpstr>第16章  多  媒  体</vt:lpstr>
      <vt:lpstr>16.1  关 于 声 卡</vt:lpstr>
      <vt:lpstr>16.2  播放器软件概述</vt:lpstr>
      <vt:lpstr>16.3  播 放 音 频</vt:lpstr>
      <vt:lpstr>16.3.1  播放CD</vt:lpstr>
      <vt:lpstr>16.3.2  播放数字音乐文件</vt:lpstr>
      <vt:lpstr>16.4  播放视频：使用MPlayer</vt:lpstr>
      <vt:lpstr>16.5  Linux中的游戏</vt:lpstr>
      <vt:lpstr>16.5.1  发行版自带的游戏</vt:lpstr>
      <vt:lpstr>16.5.2  Internet上的游戏资源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第16章  多  媒  体</dc:title>
  <dc:creator>User</dc:creator>
  <cp:lastModifiedBy>User</cp:lastModifiedBy>
  <cp:revision>1</cp:revision>
  <dcterms:created xsi:type="dcterms:W3CDTF">2013-01-29T07:21:32Z</dcterms:created>
  <dcterms:modified xsi:type="dcterms:W3CDTF">2013-01-29T07:21:51Z</dcterms:modified>
</cp:coreProperties>
</file>
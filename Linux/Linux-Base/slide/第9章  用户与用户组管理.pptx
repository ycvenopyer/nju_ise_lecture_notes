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83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B584116-8740-43B6-B06C-DF5D87E51E0A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F5058ED-B604-46A7-B67D-E92652713D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9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用户与用户组管理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本章介绍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上用户和用户组的管理。作为一种多用户的操作系统，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可以允许多个用户同时登录到系统上，并响应每一个用户的请求。对于系统管理员而言，一个非常重要的工作就是对用户账户进行管理。这些工作包括添加和删除用户、分配用户主目录、限制用户的权限等。接下来将逐一讨论这些方面。</a:t>
            </a:r>
          </a:p>
        </p:txBody>
      </p:sp>
    </p:spTree>
    <p:extLst>
      <p:ext uri="{BB962C8B-B14F-4D97-AF65-F5344CB8AC3E}">
        <p14:creationId xmlns:p14="http://schemas.microsoft.com/office/powerpoint/2010/main" val="366463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用户与用户组基础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用户概述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组概述</a:t>
            </a:r>
          </a:p>
        </p:txBody>
      </p:sp>
    </p:spTree>
    <p:extLst>
      <p:ext uri="{BB962C8B-B14F-4D97-AF65-F5344CB8AC3E}">
        <p14:creationId xmlns:p14="http://schemas.microsoft.com/office/powerpoint/2010/main" val="150645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快速上手：为朋友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John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添加账户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rtl="0">
              <a:buNone/>
            </a:pPr>
            <a:r>
              <a:rPr lang="zh-CN" altLang="en-US" dirty="0" smtClean="0">
                <a:latin typeface="Times New Roman"/>
              </a:rPr>
              <a:t>为朋友</a:t>
            </a:r>
            <a:r>
              <a:rPr lang="en-US" altLang="zh-CN" dirty="0" smtClean="0">
                <a:latin typeface="Times New Roman"/>
              </a:rPr>
              <a:t>John</a:t>
            </a:r>
            <a:r>
              <a:rPr lang="zh-CN" altLang="en-US" dirty="0" smtClean="0">
                <a:latin typeface="Times New Roman"/>
              </a:rPr>
              <a:t>添加账户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9513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添 加 用 户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添加用户是系统管理的例行工作，在“快速上手”环节，读者已经实践了添加用户的基本步骤。接下来将详细讨论</a:t>
            </a:r>
            <a:r>
              <a:rPr lang="en-US" altLang="zh-CN" b="0" i="0" u="none" strike="noStrike" baseline="0" smtClean="0">
                <a:latin typeface="Times New Roman"/>
              </a:rPr>
              <a:t>useradd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groupadd</a:t>
            </a:r>
            <a:r>
              <a:rPr lang="zh-CN" altLang="en-US" b="0" i="0" u="none" strike="noStrike" baseline="0" smtClean="0">
                <a:latin typeface="Times New Roman"/>
              </a:rPr>
              <a:t>命令的各个常用选项，以及如何使用图形化的用户管理工具。最后介绍如何追踪用户状态。</a:t>
            </a:r>
          </a:p>
        </p:txBody>
      </p:sp>
    </p:spTree>
    <p:extLst>
      <p:ext uri="{BB962C8B-B14F-4D97-AF65-F5344CB8AC3E}">
        <p14:creationId xmlns:p14="http://schemas.microsoft.com/office/powerpoint/2010/main" val="116122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使用命令行工具：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useradd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groupadd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1.useradd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2.groupadd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8408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使用图形化的管理工具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图形界面创建用户</a:t>
            </a:r>
          </a:p>
        </p:txBody>
      </p:sp>
    </p:spTree>
    <p:extLst>
      <p:ext uri="{BB962C8B-B14F-4D97-AF65-F5344CB8AC3E}">
        <p14:creationId xmlns:p14="http://schemas.microsoft.com/office/powerpoint/2010/main" val="3020500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9.3.3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记录用户操作：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history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查看历史记录</a:t>
            </a:r>
          </a:p>
        </p:txBody>
      </p:sp>
    </p:spTree>
    <p:extLst>
      <p:ext uri="{BB962C8B-B14F-4D97-AF65-F5344CB8AC3E}">
        <p14:creationId xmlns:p14="http://schemas.microsoft.com/office/powerpoint/2010/main" val="9112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9.3.4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直接编辑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passwd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shadow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1.passwd</a:t>
            </a:r>
            <a:r>
              <a:rPr lang="zh-CN" altLang="en-US" b="0" i="0" u="none" strike="noStrike" baseline="0" smtClean="0">
                <a:latin typeface="Times New Roman"/>
              </a:rPr>
              <a:t>文件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2.shadow</a:t>
            </a:r>
            <a:r>
              <a:rPr lang="zh-CN" altLang="en-US" b="0" i="0" u="none" strike="noStrike" baseline="0" smtClean="0">
                <a:latin typeface="Times New Roman"/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1555422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删除用户：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userdel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userdel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308748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管理用户账号：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usermod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usermod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04707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9.6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查看用户信息：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id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id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201179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9.7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用户间切换：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su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su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226822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9.8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受限的特权：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sudo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sudo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084714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9.9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进阶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/etc/passwd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本节简要介绍</a:t>
            </a:r>
            <a:r>
              <a:rPr lang="en-US" altLang="zh-CN" b="0" i="0" u="none" strike="noStrike" baseline="0" smtClean="0">
                <a:latin typeface="Times New Roman"/>
              </a:rPr>
              <a:t>/etc/passwd</a:t>
            </a:r>
            <a:r>
              <a:rPr lang="zh-CN" altLang="en-US" b="0" i="0" u="none" strike="noStrike" baseline="0" smtClean="0">
                <a:latin typeface="Times New Roman"/>
              </a:rPr>
              <a:t>文件，这是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中用于存储用户信息的文件。在早期的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中，</a:t>
            </a:r>
            <a:r>
              <a:rPr lang="en-US" altLang="zh-CN" b="0" i="0" u="none" strike="noStrike" baseline="0" smtClean="0">
                <a:latin typeface="Times New Roman"/>
              </a:rPr>
              <a:t>/etc/passwd</a:t>
            </a:r>
            <a:r>
              <a:rPr lang="zh-CN" altLang="en-US" b="0" i="0" u="none" strike="noStrike" baseline="0" smtClean="0">
                <a:latin typeface="Times New Roman"/>
              </a:rPr>
              <a:t>是管理用户的唯一场所，包括用户口令在内的所有信息都记录在这个文件中。出于安全性考虑，现在用户口令已经转而保存在</a:t>
            </a:r>
            <a:r>
              <a:rPr lang="en-US" altLang="zh-CN" b="0" i="0" u="none" strike="noStrike" baseline="0" smtClean="0">
                <a:latin typeface="Times New Roman"/>
              </a:rPr>
              <a:t>/etc/shadow</a:t>
            </a:r>
            <a:r>
              <a:rPr lang="zh-CN" altLang="en-US" b="0" i="0" u="none" strike="noStrike" baseline="0" smtClean="0">
                <a:latin typeface="Times New Roman"/>
              </a:rPr>
              <a:t>中了，这个文件将在</a:t>
            </a:r>
            <a:r>
              <a:rPr lang="en-US" altLang="zh-CN" b="0" i="0" u="none" strike="noStrike" baseline="0" smtClean="0">
                <a:latin typeface="Times New Roman"/>
              </a:rPr>
              <a:t>9.10</a:t>
            </a:r>
            <a:r>
              <a:rPr lang="zh-CN" altLang="en-US" b="0" i="0" u="none" strike="noStrike" baseline="0" smtClean="0">
                <a:latin typeface="Times New Roman"/>
              </a:rPr>
              <a:t>节讨论。</a:t>
            </a:r>
          </a:p>
        </p:txBody>
      </p:sp>
    </p:spTree>
    <p:extLst>
      <p:ext uri="{BB962C8B-B14F-4D97-AF65-F5344CB8AC3E}">
        <p14:creationId xmlns:p14="http://schemas.microsoft.com/office/powerpoint/2010/main" val="2889010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9.9.1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/etc/passwd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文件概览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/etc/passwd</a:t>
            </a:r>
            <a:r>
              <a:rPr lang="zh-CN" altLang="en-US" b="0" i="0" u="none" strike="noStrike" baseline="0" smtClean="0">
                <a:latin typeface="Times New Roman"/>
              </a:rPr>
              <a:t>文件概述</a:t>
            </a:r>
          </a:p>
        </p:txBody>
      </p:sp>
    </p:spTree>
    <p:extLst>
      <p:ext uri="{BB962C8B-B14F-4D97-AF65-F5344CB8AC3E}">
        <p14:creationId xmlns:p14="http://schemas.microsoft.com/office/powerpoint/2010/main" val="1609490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9.9.2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加密的口令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口令的加密算法</a:t>
            </a:r>
          </a:p>
        </p:txBody>
      </p:sp>
    </p:spTree>
    <p:extLst>
      <p:ext uri="{BB962C8B-B14F-4D97-AF65-F5344CB8AC3E}">
        <p14:creationId xmlns:p14="http://schemas.microsoft.com/office/powerpoint/2010/main" val="2747889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9.9.3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UID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用户的</a:t>
            </a:r>
            <a:r>
              <a:rPr lang="en-US" altLang="zh-CN" b="0" i="0" u="none" strike="noStrike" baseline="0" smtClean="0">
                <a:latin typeface="Times New Roman"/>
              </a:rPr>
              <a:t>UID</a:t>
            </a:r>
            <a:r>
              <a:rPr lang="zh-CN" altLang="en-US" b="0" i="0" u="none" strike="noStrike" baseline="0" smtClean="0">
                <a:latin typeface="Times New Roman"/>
              </a:rPr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397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9.9.4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GID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用户的</a:t>
            </a:r>
            <a:r>
              <a:rPr lang="en-US" altLang="zh-CN" b="0" i="0" u="none" strike="noStrike" baseline="0" smtClean="0">
                <a:latin typeface="Times New Roman"/>
              </a:rPr>
              <a:t>GID</a:t>
            </a:r>
            <a:r>
              <a:rPr lang="zh-CN" altLang="en-US" b="0" i="0" u="none" strike="noStrike" baseline="0" smtClean="0">
                <a:latin typeface="Times New Roman"/>
              </a:rPr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790851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9.10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进阶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/etc/shadow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/etc/shadow</a:t>
            </a:r>
            <a:r>
              <a:rPr lang="zh-CN" altLang="en-US" b="0" i="0" u="none" strike="noStrike" baseline="0" smtClean="0">
                <a:latin typeface="Times New Roman"/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1061624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9.11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进阶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/etc/group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/etc/group</a:t>
            </a:r>
            <a:r>
              <a:rPr lang="zh-CN" altLang="en-US" b="0" i="0" u="none" strike="noStrike" baseline="0" smtClean="0">
                <a:latin typeface="Times New Roman"/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39383307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</TotalTime>
  <Words>386</Words>
  <Application>Microsoft Office PowerPoint</Application>
  <PresentationFormat>全屏显示(4:3)</PresentationFormat>
  <Paragraphs>43</Paragraphs>
  <Slides>20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波形</vt:lpstr>
      <vt:lpstr>第9章  用户与用户组管理</vt:lpstr>
      <vt:lpstr>9.1  用户与用户组基础</vt:lpstr>
      <vt:lpstr>9.2  快速上手：为朋友John添加账户</vt:lpstr>
      <vt:lpstr>9.3  添 加 用 户</vt:lpstr>
      <vt:lpstr>9.3.1  使用命令行工具：useradd和groupadd</vt:lpstr>
      <vt:lpstr>9.3.2  使用图形化的管理工具</vt:lpstr>
      <vt:lpstr>9.3.3  记录用户操作：history</vt:lpstr>
      <vt:lpstr>9.3.4  直接编辑passwd和shadow文件</vt:lpstr>
      <vt:lpstr>9.4  删除用户：userdel</vt:lpstr>
      <vt:lpstr>9.5  管理用户账号：usermod</vt:lpstr>
      <vt:lpstr>9.6  查看用户信息：id</vt:lpstr>
      <vt:lpstr>9.7  用户间切换：su</vt:lpstr>
      <vt:lpstr>9.8  受限的特权：sudo</vt:lpstr>
      <vt:lpstr>9.9  进阶1：/etc/passwd文件</vt:lpstr>
      <vt:lpstr>9.9.1  /etc/passwd文件概览</vt:lpstr>
      <vt:lpstr>9.9.2  加密的口令</vt:lpstr>
      <vt:lpstr>9.9.3  UID号</vt:lpstr>
      <vt:lpstr>9.9.4  GID号</vt:lpstr>
      <vt:lpstr>9.10  进阶2：/etc/shadow文件</vt:lpstr>
      <vt:lpstr>9.11  进阶3：/etc/group文件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 用户与用户组管理</dc:title>
  <dc:creator>User</dc:creator>
  <cp:lastModifiedBy>User</cp:lastModifiedBy>
  <cp:revision>1</cp:revision>
  <dcterms:created xsi:type="dcterms:W3CDTF">2013-01-29T03:09:21Z</dcterms:created>
  <dcterms:modified xsi:type="dcterms:W3CDTF">2013-01-29T03:11:02Z</dcterms:modified>
</cp:coreProperties>
</file>
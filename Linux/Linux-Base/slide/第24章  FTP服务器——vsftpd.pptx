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636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7F262-2D9D-48C5-9559-757CA06B0A9D}" type="datetimeFigureOut">
              <a:rPr lang="zh-CN" altLang="en-US" smtClean="0"/>
              <a:t>2013/1/30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D4D92-A671-4836-998F-88325A2AE47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7F262-2D9D-48C5-9559-757CA06B0A9D}" type="datetimeFigureOut">
              <a:rPr lang="zh-CN" altLang="en-US" smtClean="0"/>
              <a:t>2013/1/30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D4D92-A671-4836-998F-88325A2AE47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7F262-2D9D-48C5-9559-757CA06B0A9D}" type="datetimeFigureOut">
              <a:rPr lang="zh-CN" altLang="en-US" smtClean="0"/>
              <a:t>2013/1/30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D4D92-A671-4836-998F-88325A2AE47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7F262-2D9D-48C5-9559-757CA06B0A9D}" type="datetimeFigureOut">
              <a:rPr lang="zh-CN" altLang="en-US" smtClean="0"/>
              <a:t>2013/1/30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D4D92-A671-4836-998F-88325A2AE47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7F262-2D9D-48C5-9559-757CA06B0A9D}" type="datetimeFigureOut">
              <a:rPr lang="zh-CN" altLang="en-US" smtClean="0"/>
              <a:t>2013/1/30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D4D92-A671-4836-998F-88325A2AE47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7F262-2D9D-48C5-9559-757CA06B0A9D}" type="datetimeFigureOut">
              <a:rPr lang="zh-CN" altLang="en-US" smtClean="0"/>
              <a:t>2013/1/30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D4D92-A671-4836-998F-88325A2AE47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7F262-2D9D-48C5-9559-757CA06B0A9D}" type="datetimeFigureOut">
              <a:rPr lang="zh-CN" altLang="en-US" smtClean="0"/>
              <a:t>2013/1/30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D4D92-A671-4836-998F-88325A2AE47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7F262-2D9D-48C5-9559-757CA06B0A9D}" type="datetimeFigureOut">
              <a:rPr lang="zh-CN" altLang="en-US" smtClean="0"/>
              <a:t>2013/1/30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D4D92-A671-4836-998F-88325A2AE47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7F262-2D9D-48C5-9559-757CA06B0A9D}" type="datetimeFigureOut">
              <a:rPr lang="zh-CN" altLang="en-US" smtClean="0"/>
              <a:t>2013/1/30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D4D92-A671-4836-998F-88325A2AE47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7F262-2D9D-48C5-9559-757CA06B0A9D}" type="datetimeFigureOut">
              <a:rPr lang="zh-CN" altLang="en-US" smtClean="0"/>
              <a:t>2013/1/30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D4D92-A671-4836-998F-88325A2AE47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7F262-2D9D-48C5-9559-757CA06B0A9D}" type="datetimeFigureOut">
              <a:rPr lang="zh-CN" altLang="en-US" smtClean="0"/>
              <a:t>2013/1/30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D4D92-A671-4836-998F-88325A2AE473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7F262-2D9D-48C5-9559-757CA06B0A9D}" type="datetimeFigureOut">
              <a:rPr lang="zh-CN" altLang="en-US" smtClean="0"/>
              <a:t>2013/1/30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D4D92-A671-4836-998F-88325A2AE4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79072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B287F262-2D9D-48C5-9559-757CA06B0A9D}" type="datetimeFigureOut">
              <a:rPr lang="zh-CN" altLang="en-US" smtClean="0"/>
              <a:t>2013/1/30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039D4D92-A671-4836-998F-88325A2AE47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第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24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章  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FTP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服务器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——</a:t>
            </a:r>
            <a:r>
              <a:rPr lang="en-US" altLang="zh-CN" b="0" i="0" u="none" strike="noStrike" kern="1800" baseline="0" smtClean="0">
                <a:latin typeface="Times New Roman"/>
                <a:ea typeface="宋体"/>
              </a:rPr>
              <a:t>vs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ftp</a:t>
            </a:r>
            <a:r>
              <a:rPr lang="en-US" altLang="zh-CN" b="0" i="0" u="none" strike="noStrike" kern="1800" baseline="0" smtClean="0">
                <a:latin typeface="Times New Roman"/>
                <a:ea typeface="宋体"/>
              </a:rPr>
              <a:t>d</a:t>
            </a:r>
            <a:endParaRPr lang="zh-CN" altLang="en-US" b="0" i="0" u="none" strike="noStrike" kern="1800" baseline="0" smtClean="0">
              <a:latin typeface="Times New Roman"/>
              <a:ea typeface="黑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FTP</a:t>
            </a:r>
            <a:r>
              <a:rPr lang="zh-CN" altLang="en-US" b="0" i="0" u="none" strike="noStrike" baseline="0" smtClean="0">
                <a:latin typeface="Times New Roman"/>
              </a:rPr>
              <a:t>是互联网上最古老的应用之一，被用来提供文件的上传和下载服务。在</a:t>
            </a:r>
            <a:r>
              <a:rPr lang="en-US" altLang="zh-CN" b="0" i="0" u="none" strike="noStrike" baseline="0" smtClean="0">
                <a:latin typeface="Times New Roman"/>
              </a:rPr>
              <a:t>HTTP</a:t>
            </a:r>
            <a:r>
              <a:rPr lang="zh-CN" altLang="en-US" b="0" i="0" u="none" strike="noStrike" baseline="0" smtClean="0">
                <a:latin typeface="Times New Roman"/>
              </a:rPr>
              <a:t>协议大行其道的今天，</a:t>
            </a:r>
            <a:r>
              <a:rPr lang="en-US" altLang="zh-CN" b="0" i="0" u="none" strike="noStrike" baseline="0" smtClean="0">
                <a:latin typeface="Times New Roman"/>
              </a:rPr>
              <a:t>FTP</a:t>
            </a:r>
            <a:r>
              <a:rPr lang="zh-CN" altLang="en-US" b="0" i="0" u="none" strike="noStrike" baseline="0" smtClean="0">
                <a:latin typeface="Times New Roman"/>
              </a:rPr>
              <a:t>正越来越边缘化。但在很多情况下，</a:t>
            </a:r>
            <a:r>
              <a:rPr lang="en-US" altLang="zh-CN" b="0" i="0" u="none" strike="noStrike" baseline="0" smtClean="0">
                <a:latin typeface="Times New Roman"/>
              </a:rPr>
              <a:t>FTP</a:t>
            </a:r>
            <a:r>
              <a:rPr lang="zh-CN" altLang="en-US" b="0" i="0" u="none" strike="noStrike" baseline="0" smtClean="0">
                <a:latin typeface="Times New Roman"/>
              </a:rPr>
              <a:t>仍然是提供文件服务最快速有效的手段。</a:t>
            </a:r>
          </a:p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什么事情都要考虑安全性，对</a:t>
            </a:r>
            <a:r>
              <a:rPr lang="en-US" altLang="zh-CN" b="0" i="0" u="none" strike="noStrike" baseline="0" smtClean="0">
                <a:latin typeface="Times New Roman"/>
              </a:rPr>
              <a:t>FTP</a:t>
            </a:r>
            <a:r>
              <a:rPr lang="zh-CN" altLang="en-US" b="0" i="0" u="none" strike="noStrike" baseline="0" smtClean="0">
                <a:latin typeface="Times New Roman"/>
              </a:rPr>
              <a:t>尤其如此。本章选用</a:t>
            </a:r>
            <a:r>
              <a:rPr lang="en-US" altLang="zh-CN" b="0" i="0" u="none" strike="noStrike" baseline="0" smtClean="0">
                <a:latin typeface="Times New Roman"/>
              </a:rPr>
              <a:t>vsftpd</a:t>
            </a:r>
            <a:r>
              <a:rPr lang="zh-CN" altLang="en-US" b="0" i="0" u="none" strike="noStrike" baseline="0" smtClean="0">
                <a:latin typeface="Times New Roman"/>
              </a:rPr>
              <a:t>搭建</a:t>
            </a:r>
            <a:r>
              <a:rPr lang="en-US" altLang="zh-CN" b="0" i="0" u="none" strike="noStrike" baseline="0" smtClean="0">
                <a:latin typeface="Times New Roman"/>
              </a:rPr>
              <a:t>FTP</a:t>
            </a:r>
            <a:r>
              <a:rPr lang="zh-CN" altLang="en-US" b="0" i="0" u="none" strike="noStrike" baseline="0" smtClean="0">
                <a:latin typeface="Times New Roman"/>
              </a:rPr>
              <a:t>服务器，这款服务器软件的名字就能给人安全感：</a:t>
            </a:r>
            <a:r>
              <a:rPr lang="en-US" altLang="zh-CN" b="0" i="0" u="none" strike="noStrike" baseline="0" smtClean="0">
                <a:latin typeface="Times New Roman"/>
              </a:rPr>
              <a:t>Very Secure FTP</a:t>
            </a:r>
            <a:r>
              <a:rPr lang="zh-CN" altLang="en-US" b="0" i="0" u="none" strike="noStrike" baseline="0" smtClean="0">
                <a:latin typeface="Times New Roman"/>
              </a:rPr>
              <a:t> </a:t>
            </a:r>
            <a:r>
              <a:rPr lang="en-US" altLang="zh-CN" b="0" i="0" u="none" strike="noStrike" baseline="0" smtClean="0">
                <a:latin typeface="Times New Roman"/>
              </a:rPr>
              <a:t>Daemon</a:t>
            </a:r>
            <a:r>
              <a:rPr lang="zh-CN" altLang="en-US" b="0" i="0" u="none" strike="noStrike" baseline="0" smtClean="0">
                <a:latin typeface="Times New Roman"/>
              </a:rPr>
              <a:t>（非常安全的</a:t>
            </a:r>
            <a:r>
              <a:rPr lang="en-US" altLang="zh-CN" b="0" i="0" u="none" strike="noStrike" baseline="0" smtClean="0">
                <a:latin typeface="Times New Roman"/>
              </a:rPr>
              <a:t>FTP</a:t>
            </a:r>
            <a:r>
              <a:rPr lang="zh-CN" altLang="en-US" b="0" i="0" u="none" strike="noStrike" baseline="0" smtClean="0">
                <a:latin typeface="Times New Roman"/>
              </a:rPr>
              <a:t>守护进程）。</a:t>
            </a:r>
            <a:r>
              <a:rPr lang="en-US" altLang="zh-CN" b="0" i="0" u="none" strike="noStrike" baseline="0" smtClean="0">
                <a:latin typeface="Times New Roman"/>
              </a:rPr>
              <a:t>vsftpd</a:t>
            </a:r>
            <a:r>
              <a:rPr lang="zh-CN" altLang="en-US" b="0" i="0" u="none" strike="noStrike" baseline="0" smtClean="0">
                <a:latin typeface="Times New Roman"/>
              </a:rPr>
              <a:t>的功能较少（这个“缺点”说起来有点勉强），但的确更安全一些。</a:t>
            </a:r>
          </a:p>
        </p:txBody>
      </p:sp>
    </p:spTree>
    <p:extLst>
      <p:ext uri="{BB962C8B-B14F-4D97-AF65-F5344CB8AC3E}">
        <p14:creationId xmlns:p14="http://schemas.microsoft.com/office/powerpoint/2010/main" val="4174667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24.1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快速上手：搭建一个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FTP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服务器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本节帮助读者快速搭建一个匿名</a:t>
            </a:r>
            <a:r>
              <a:rPr lang="en-US" altLang="zh-CN" b="0" i="0" u="none" strike="noStrike" baseline="0" smtClean="0">
                <a:latin typeface="Times New Roman"/>
              </a:rPr>
              <a:t>FTP</a:t>
            </a:r>
            <a:r>
              <a:rPr lang="zh-CN" altLang="en-US" b="0" i="0" u="none" strike="noStrike" baseline="0" smtClean="0">
                <a:latin typeface="Times New Roman"/>
              </a:rPr>
              <a:t>服务器。这种“不需要”登录的</a:t>
            </a:r>
            <a:r>
              <a:rPr lang="en-US" altLang="zh-CN" b="0" i="0" u="none" strike="noStrike" baseline="0" smtClean="0">
                <a:latin typeface="Times New Roman"/>
              </a:rPr>
              <a:t>FTP</a:t>
            </a:r>
            <a:r>
              <a:rPr lang="zh-CN" altLang="en-US" b="0" i="0" u="none" strike="noStrike" baseline="0" smtClean="0">
                <a:latin typeface="Times New Roman"/>
              </a:rPr>
              <a:t>应用是目前互联网上最普遍的使用</a:t>
            </a:r>
            <a:r>
              <a:rPr lang="en-US" altLang="zh-CN" b="0" i="0" u="none" strike="noStrike" baseline="0" smtClean="0">
                <a:latin typeface="Times New Roman"/>
              </a:rPr>
              <a:t>FTP</a:t>
            </a:r>
            <a:r>
              <a:rPr lang="zh-CN" altLang="en-US" b="0" i="0" u="none" strike="noStrike" baseline="0" smtClean="0">
                <a:latin typeface="Times New Roman"/>
              </a:rPr>
              <a:t>的方式（它甚至可能成为</a:t>
            </a:r>
            <a:r>
              <a:rPr lang="en-US" altLang="zh-CN" b="0" i="0" u="none" strike="noStrike" baseline="0" smtClean="0">
                <a:latin typeface="Times New Roman"/>
              </a:rPr>
              <a:t>FTP</a:t>
            </a:r>
            <a:r>
              <a:rPr lang="zh-CN" altLang="en-US" b="0" i="0" u="none" strike="noStrike" baseline="0" smtClean="0">
                <a:latin typeface="Times New Roman"/>
              </a:rPr>
              <a:t>最后一块“阵地”）。后面的几节还会讨论一些更复杂的服务器配置方式。</a:t>
            </a:r>
          </a:p>
        </p:txBody>
      </p:sp>
    </p:spTree>
    <p:extLst>
      <p:ext uri="{BB962C8B-B14F-4D97-AF65-F5344CB8AC3E}">
        <p14:creationId xmlns:p14="http://schemas.microsoft.com/office/powerpoint/2010/main" val="14263662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24.1.1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安装并登录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FTP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服务器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1.</a:t>
            </a:r>
            <a:r>
              <a:rPr lang="zh-CN" altLang="en-US" b="0" i="0" u="none" strike="noStrike" baseline="0" smtClean="0">
                <a:latin typeface="Times New Roman"/>
              </a:rPr>
              <a:t>安装</a:t>
            </a:r>
            <a:r>
              <a:rPr lang="en-US" altLang="zh-CN" b="0" i="0" u="none" strike="noStrike" baseline="0" smtClean="0">
                <a:latin typeface="Times New Roman"/>
              </a:rPr>
              <a:t>FTP</a:t>
            </a:r>
            <a:r>
              <a:rPr lang="zh-CN" altLang="en-US" b="0" i="0" u="none" strike="noStrike" baseline="0" smtClean="0">
                <a:latin typeface="Times New Roman"/>
              </a:rPr>
              <a:t>服务器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2.</a:t>
            </a:r>
            <a:r>
              <a:rPr lang="zh-CN" altLang="en-US" b="0" i="0" u="none" strike="noStrike" baseline="0" smtClean="0">
                <a:latin typeface="Times New Roman"/>
              </a:rPr>
              <a:t>登录</a:t>
            </a:r>
            <a:r>
              <a:rPr lang="en-US" altLang="zh-CN" b="0" i="0" u="none" strike="noStrike" baseline="0" smtClean="0">
                <a:latin typeface="Times New Roman"/>
              </a:rPr>
              <a:t>FTP</a:t>
            </a:r>
            <a:r>
              <a:rPr lang="zh-CN" altLang="en-US" b="0" i="0" u="none" strike="noStrike" baseline="0" smtClean="0">
                <a:latin typeface="Times New Roman"/>
              </a:rPr>
              <a:t>服务器</a:t>
            </a:r>
          </a:p>
        </p:txBody>
      </p:sp>
    </p:spTree>
    <p:extLst>
      <p:ext uri="{BB962C8B-B14F-4D97-AF65-F5344CB8AC3E}">
        <p14:creationId xmlns:p14="http://schemas.microsoft.com/office/powerpoint/2010/main" val="9422475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24.1.2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匿名用户的目录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在</a:t>
            </a:r>
            <a:r>
              <a:rPr lang="en-US" altLang="zh-CN" b="0" i="0" u="none" strike="noStrike" baseline="0" smtClean="0">
                <a:latin typeface="Times New Roman"/>
              </a:rPr>
              <a:t>/home/ftp</a:t>
            </a:r>
            <a:r>
              <a:rPr lang="zh-CN" altLang="en-US" b="0" i="0" u="none" strike="noStrike" baseline="0" smtClean="0">
                <a:latin typeface="Times New Roman"/>
              </a:rPr>
              <a:t>目录下创建文件</a:t>
            </a:r>
          </a:p>
        </p:txBody>
      </p:sp>
    </p:spTree>
    <p:extLst>
      <p:ext uri="{BB962C8B-B14F-4D97-AF65-F5344CB8AC3E}">
        <p14:creationId xmlns:p14="http://schemas.microsoft.com/office/powerpoint/2010/main" val="2555228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24.2  vsftpd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基础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通过“快速上手”环节，读者已经大致了解了</a:t>
            </a:r>
            <a:r>
              <a:rPr lang="en-US" altLang="zh-CN" b="0" i="0" u="none" strike="noStrike" baseline="0" smtClean="0">
                <a:latin typeface="Times New Roman"/>
              </a:rPr>
              <a:t>vsftpd</a:t>
            </a:r>
            <a:r>
              <a:rPr lang="zh-CN" altLang="en-US" b="0" i="0" u="none" strike="noStrike" baseline="0" smtClean="0">
                <a:latin typeface="Times New Roman"/>
              </a:rPr>
              <a:t>服务器架设的大致过程。本节将详细讨论</a:t>
            </a:r>
            <a:r>
              <a:rPr lang="en-US" altLang="zh-CN" b="0" i="0" u="none" strike="noStrike" baseline="0" smtClean="0">
                <a:latin typeface="Times New Roman"/>
              </a:rPr>
              <a:t>vsftpd</a:t>
            </a:r>
            <a:r>
              <a:rPr lang="zh-CN" altLang="en-US" b="0" i="0" u="none" strike="noStrike" baseline="0" smtClean="0">
                <a:latin typeface="Times New Roman"/>
              </a:rPr>
              <a:t>服务器基本应用的各个细节。从</a:t>
            </a:r>
            <a:r>
              <a:rPr lang="en-US" altLang="zh-CN" b="0" i="0" u="none" strike="noStrike" baseline="0" smtClean="0">
                <a:latin typeface="Times New Roman"/>
              </a:rPr>
              <a:t>FTP</a:t>
            </a:r>
            <a:r>
              <a:rPr lang="zh-CN" altLang="en-US" b="0" i="0" u="none" strike="noStrike" baseline="0" smtClean="0">
                <a:latin typeface="Times New Roman"/>
              </a:rPr>
              <a:t>的基本原理开始，帮助读者逐步掌握架设</a:t>
            </a:r>
            <a:r>
              <a:rPr lang="en-US" altLang="zh-CN" b="0" i="0" u="none" strike="noStrike" baseline="0" smtClean="0">
                <a:latin typeface="Times New Roman"/>
              </a:rPr>
              <a:t>FTP</a:t>
            </a:r>
            <a:r>
              <a:rPr lang="zh-CN" altLang="en-US" b="0" i="0" u="none" strike="noStrike" baseline="0" smtClean="0">
                <a:latin typeface="Times New Roman"/>
              </a:rPr>
              <a:t>服务器的基础知识。</a:t>
            </a:r>
          </a:p>
        </p:txBody>
      </p:sp>
    </p:spTree>
    <p:extLst>
      <p:ext uri="{BB962C8B-B14F-4D97-AF65-F5344CB8AC3E}">
        <p14:creationId xmlns:p14="http://schemas.microsoft.com/office/powerpoint/2010/main" val="22595385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24.2.1  FTP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的工作原理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1.</a:t>
            </a:r>
            <a:r>
              <a:rPr lang="zh-CN" altLang="en-US" b="0" i="0" u="none" strike="noStrike" baseline="0" smtClean="0">
                <a:latin typeface="Times New Roman"/>
              </a:rPr>
              <a:t>主动连接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2.</a:t>
            </a:r>
            <a:r>
              <a:rPr lang="zh-CN" altLang="en-US" b="0" i="0" u="none" strike="noStrike" baseline="0" smtClean="0">
                <a:latin typeface="Times New Roman"/>
              </a:rPr>
              <a:t>被动连接</a:t>
            </a:r>
          </a:p>
        </p:txBody>
      </p:sp>
    </p:spTree>
    <p:extLst>
      <p:ext uri="{BB962C8B-B14F-4D97-AF65-F5344CB8AC3E}">
        <p14:creationId xmlns:p14="http://schemas.microsoft.com/office/powerpoint/2010/main" val="12693690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24.2.2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  从源代码编译安装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vsftpd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服务器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1.</a:t>
            </a:r>
            <a:r>
              <a:rPr lang="zh-CN" altLang="en-US" b="0" i="0" u="none" strike="noStrike" baseline="0" smtClean="0">
                <a:latin typeface="Times New Roman"/>
              </a:rPr>
              <a:t>下载</a:t>
            </a:r>
            <a:r>
              <a:rPr lang="en-US" altLang="zh-CN" b="0" i="0" u="none" strike="noStrike" baseline="0" smtClean="0">
                <a:latin typeface="Times New Roman"/>
              </a:rPr>
              <a:t>vsftpd</a:t>
            </a:r>
            <a:r>
              <a:rPr lang="zh-CN" altLang="en-US" b="0" i="0" u="none" strike="noStrike" baseline="0" smtClean="0">
                <a:latin typeface="Times New Roman"/>
              </a:rPr>
              <a:t>源码包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2.</a:t>
            </a:r>
            <a:r>
              <a:rPr lang="zh-CN" altLang="en-US" b="0" i="0" u="none" strike="noStrike" baseline="0" smtClean="0">
                <a:latin typeface="Times New Roman"/>
              </a:rPr>
              <a:t>安装</a:t>
            </a:r>
            <a:r>
              <a:rPr lang="en-US" altLang="zh-CN" b="0" i="0" u="none" strike="noStrike" baseline="0" smtClean="0">
                <a:latin typeface="Times New Roman"/>
              </a:rPr>
              <a:t>vsftpd</a:t>
            </a:r>
            <a:r>
              <a:rPr lang="zh-CN" altLang="en-US" b="0" i="0" u="none" strike="noStrike" baseline="0" smtClean="0">
                <a:latin typeface="Times New Roman"/>
              </a:rPr>
              <a:t>软件</a:t>
            </a:r>
          </a:p>
        </p:txBody>
      </p:sp>
    </p:spTree>
    <p:extLst>
      <p:ext uri="{BB962C8B-B14F-4D97-AF65-F5344CB8AC3E}">
        <p14:creationId xmlns:p14="http://schemas.microsoft.com/office/powerpoint/2010/main" val="36944155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24.2.3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服务器的启动和关闭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1.</a:t>
            </a:r>
            <a:r>
              <a:rPr lang="zh-CN" altLang="en-US" b="0" i="0" u="none" strike="noStrike" baseline="0" smtClean="0">
                <a:latin typeface="Times New Roman"/>
              </a:rPr>
              <a:t>启动和关闭服务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2.</a:t>
            </a:r>
            <a:r>
              <a:rPr lang="zh-CN" altLang="en-US" b="0" i="0" u="none" strike="noStrike" baseline="0" smtClean="0">
                <a:latin typeface="Times New Roman"/>
              </a:rPr>
              <a:t>查看监听端口</a:t>
            </a:r>
          </a:p>
        </p:txBody>
      </p:sp>
    </p:spTree>
    <p:extLst>
      <p:ext uri="{BB962C8B-B14F-4D97-AF65-F5344CB8AC3E}">
        <p14:creationId xmlns:p14="http://schemas.microsoft.com/office/powerpoint/2010/main" val="8859236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24.3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  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vsftpd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用户设置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vsftpd</a:t>
            </a:r>
            <a:r>
              <a:rPr lang="zh-CN" altLang="en-US" b="0" i="0" u="none" strike="noStrike" baseline="0" smtClean="0">
                <a:latin typeface="Times New Roman"/>
              </a:rPr>
              <a:t>主要使用一个被称作</a:t>
            </a:r>
            <a:r>
              <a:rPr lang="en-US" altLang="zh-CN" b="0" i="0" u="none" strike="noStrike" baseline="0" smtClean="0">
                <a:latin typeface="Times New Roman"/>
              </a:rPr>
              <a:t>vsftpd.conf</a:t>
            </a:r>
            <a:r>
              <a:rPr lang="zh-CN" altLang="en-US" b="0" i="0" u="none" strike="noStrike" baseline="0" smtClean="0">
                <a:latin typeface="Times New Roman"/>
              </a:rPr>
              <a:t>的文件进行相关配置，偶尔也会用到其他的文件。</a:t>
            </a:r>
            <a:r>
              <a:rPr lang="en-US" altLang="zh-CN" b="0" i="0" u="none" strike="noStrike" baseline="0" smtClean="0">
                <a:latin typeface="Times New Roman"/>
              </a:rPr>
              <a:t>FTP</a:t>
            </a:r>
            <a:r>
              <a:rPr lang="zh-CN" altLang="en-US" b="0" i="0" u="none" strike="noStrike" baseline="0" smtClean="0">
                <a:latin typeface="Times New Roman"/>
              </a:rPr>
              <a:t>的配置相对简单，因为确实没有太多的功能需要实现。本节将主要介绍匿名用户和本地用户的配置，虚拟用户设置将在</a:t>
            </a:r>
            <a:r>
              <a:rPr lang="en-US" altLang="zh-CN" b="0" i="0" u="none" strike="noStrike" baseline="0" smtClean="0">
                <a:latin typeface="Times New Roman"/>
              </a:rPr>
              <a:t>23.4</a:t>
            </a:r>
            <a:r>
              <a:rPr lang="zh-CN" altLang="en-US" b="0" i="0" u="none" strike="noStrike" baseline="0" smtClean="0">
                <a:latin typeface="Times New Roman"/>
              </a:rPr>
              <a:t>节讨论。</a:t>
            </a:r>
          </a:p>
        </p:txBody>
      </p:sp>
    </p:spTree>
    <p:extLst>
      <p:ext uri="{BB962C8B-B14F-4D97-AF65-F5344CB8AC3E}">
        <p14:creationId xmlns:p14="http://schemas.microsoft.com/office/powerpoint/2010/main" val="11074903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24.3.1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设置匿名用户登录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设置匿名用户登录</a:t>
            </a:r>
          </a:p>
        </p:txBody>
      </p:sp>
    </p:spTree>
    <p:extLst>
      <p:ext uri="{BB962C8B-B14F-4D97-AF65-F5344CB8AC3E}">
        <p14:creationId xmlns:p14="http://schemas.microsoft.com/office/powerpoint/2010/main" val="23199537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24.3.2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  设置本地用户登录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设置本地用户登录</a:t>
            </a:r>
          </a:p>
        </p:txBody>
      </p:sp>
    </p:spTree>
    <p:extLst>
      <p:ext uri="{BB962C8B-B14F-4D97-AF65-F5344CB8AC3E}">
        <p14:creationId xmlns:p14="http://schemas.microsoft.com/office/powerpoint/2010/main" val="26165483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24.3.3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  限制用户在本地目录中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禁锢本地目录</a:t>
            </a:r>
          </a:p>
        </p:txBody>
      </p:sp>
    </p:spTree>
    <p:extLst>
      <p:ext uri="{BB962C8B-B14F-4D97-AF65-F5344CB8AC3E}">
        <p14:creationId xmlns:p14="http://schemas.microsoft.com/office/powerpoint/2010/main" val="33158355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24.4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  更好的选择：使用虚拟用户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虚拟用户基于这样一种实现方式，所有非匿名用户的均被视为访客（</a:t>
            </a:r>
            <a:r>
              <a:rPr lang="en-US" altLang="zh-CN" b="0" i="0" u="none" strike="noStrike" baseline="0" smtClean="0">
                <a:latin typeface="Times New Roman"/>
              </a:rPr>
              <a:t>guest</a:t>
            </a:r>
            <a:r>
              <a:rPr lang="zh-CN" altLang="en-US" b="0" i="0" u="none" strike="noStrike" baseline="0" smtClean="0">
                <a:latin typeface="Times New Roman"/>
              </a:rPr>
              <a:t>），并被映射为一个特定的用户。由</a:t>
            </a:r>
            <a:r>
              <a:rPr lang="en-US" altLang="zh-CN" b="0" i="0" u="none" strike="noStrike" baseline="0" smtClean="0">
                <a:latin typeface="Times New Roman"/>
              </a:rPr>
              <a:t>guest_username</a:t>
            </a:r>
            <a:r>
              <a:rPr lang="zh-CN" altLang="en-US" b="0" i="0" u="none" strike="noStrike" baseline="0" smtClean="0">
                <a:latin typeface="Times New Roman"/>
              </a:rPr>
              <a:t>选项指定。读者将会看到，从</a:t>
            </a:r>
            <a:r>
              <a:rPr lang="en-US" altLang="zh-CN" b="0" i="0" u="none" strike="noStrike" baseline="0" smtClean="0">
                <a:latin typeface="Times New Roman"/>
              </a:rPr>
              <a:t>FTP</a:t>
            </a:r>
            <a:r>
              <a:rPr lang="zh-CN" altLang="en-US" b="0" i="0" u="none" strike="noStrike" baseline="0" smtClean="0">
                <a:latin typeface="Times New Roman"/>
              </a:rPr>
              <a:t>登录进来的用户甚至不必拥有系统意义上的“账户”，</a:t>
            </a:r>
            <a:r>
              <a:rPr lang="en-US" altLang="zh-CN" b="0" i="0" u="none" strike="noStrike" baseline="0" smtClean="0">
                <a:latin typeface="Times New Roman"/>
              </a:rPr>
              <a:t>vsftpd</a:t>
            </a:r>
            <a:r>
              <a:rPr lang="zh-CN" altLang="en-US" b="0" i="0" u="none" strike="noStrike" baseline="0" smtClean="0">
                <a:latin typeface="Times New Roman"/>
              </a:rPr>
              <a:t>使用数据库来管理用户信息。管理员可以为每一个用户设置主目录，并赋予相应的权限。虚拟用户非常适合那些需要为不同用户提供</a:t>
            </a:r>
            <a:r>
              <a:rPr lang="en-US" altLang="zh-CN" b="0" i="0" u="none" strike="noStrike" baseline="0" smtClean="0">
                <a:latin typeface="Times New Roman"/>
              </a:rPr>
              <a:t>FTP</a:t>
            </a:r>
            <a:r>
              <a:rPr lang="zh-CN" altLang="en-US" b="0" i="0" u="none" strike="noStrike" baseline="0" smtClean="0">
                <a:latin typeface="Times New Roman"/>
              </a:rPr>
              <a:t>空间的站点。</a:t>
            </a:r>
            <a:r>
              <a:rPr lang="en-US" altLang="zh-CN" b="0" i="0" u="none" strike="noStrike" baseline="0" smtClean="0">
                <a:latin typeface="Times New Roman"/>
              </a:rPr>
              <a:t>Web</a:t>
            </a:r>
            <a:r>
              <a:rPr lang="zh-CN" altLang="en-US" b="0" i="0" u="none" strike="noStrike" baseline="0" smtClean="0">
                <a:latin typeface="Times New Roman"/>
              </a:rPr>
              <a:t>主机托管常常采用这样的方法。用户在本地编辑好网页，然后通过</a:t>
            </a:r>
            <a:r>
              <a:rPr lang="en-US" altLang="zh-CN" b="0" i="0" u="none" strike="noStrike" baseline="0" smtClean="0">
                <a:latin typeface="Times New Roman"/>
              </a:rPr>
              <a:t>FTP</a:t>
            </a:r>
            <a:r>
              <a:rPr lang="zh-CN" altLang="en-US" b="0" i="0" u="none" strike="noStrike" baseline="0" smtClean="0">
                <a:latin typeface="Times New Roman"/>
              </a:rPr>
              <a:t>上传到服务器上</a:t>
            </a:r>
            <a:r>
              <a:rPr lang="en-US" altLang="zh-CN" b="0" i="0" u="none" strike="noStrike" baseline="0" smtClean="0">
                <a:latin typeface="Times New Roman"/>
              </a:rPr>
              <a:t>——</a:t>
            </a:r>
            <a:r>
              <a:rPr lang="zh-CN" altLang="en-US" b="0" i="0" u="none" strike="noStrike" baseline="0" smtClean="0">
                <a:latin typeface="Times New Roman"/>
              </a:rPr>
              <a:t>首先要通过虚拟用户身份验证。</a:t>
            </a:r>
          </a:p>
        </p:txBody>
      </p:sp>
    </p:spTree>
    <p:extLst>
      <p:ext uri="{BB962C8B-B14F-4D97-AF65-F5344CB8AC3E}">
        <p14:creationId xmlns:p14="http://schemas.microsoft.com/office/powerpoint/2010/main" val="11138339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24.4.1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为用户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jcsmith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和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culva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开放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FTP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：一步步地指导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1.</a:t>
            </a:r>
            <a:r>
              <a:rPr lang="zh-CN" altLang="en-US" b="0" i="0" u="none" strike="noStrike" baseline="0" smtClean="0">
                <a:latin typeface="Times New Roman"/>
              </a:rPr>
              <a:t>创建虚拟用户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2.</a:t>
            </a:r>
            <a:r>
              <a:rPr lang="zh-CN" altLang="en-US" b="0" i="0" u="none" strike="noStrike" baseline="0" smtClean="0">
                <a:latin typeface="Times New Roman"/>
              </a:rPr>
              <a:t>为虚拟用户添加权限</a:t>
            </a:r>
          </a:p>
        </p:txBody>
      </p:sp>
    </p:spTree>
    <p:extLst>
      <p:ext uri="{BB962C8B-B14F-4D97-AF65-F5344CB8AC3E}">
        <p14:creationId xmlns:p14="http://schemas.microsoft.com/office/powerpoint/2010/main" val="9501264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24.4.2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  创建虚拟用户的数据库文件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1.</a:t>
            </a:r>
            <a:r>
              <a:rPr lang="zh-CN" altLang="en-US" b="0" i="0" u="none" strike="noStrike" baseline="0" smtClean="0">
                <a:latin typeface="Times New Roman"/>
              </a:rPr>
              <a:t>安装</a:t>
            </a:r>
            <a:r>
              <a:rPr lang="en-US" altLang="zh-CN" b="0" i="0" u="none" strike="noStrike" baseline="0" smtClean="0">
                <a:latin typeface="Times New Roman"/>
              </a:rPr>
              <a:t>db4.6-util</a:t>
            </a:r>
            <a:r>
              <a:rPr lang="zh-CN" altLang="en-US" b="0" i="0" u="none" strike="noStrike" baseline="0" smtClean="0">
                <a:latin typeface="Times New Roman"/>
              </a:rPr>
              <a:t>软件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2.</a:t>
            </a:r>
            <a:r>
              <a:rPr lang="zh-CN" altLang="en-US" b="0" i="0" u="none" strike="noStrike" baseline="0" smtClean="0">
                <a:latin typeface="Times New Roman"/>
              </a:rPr>
              <a:t>创建数据库文件</a:t>
            </a:r>
          </a:p>
        </p:txBody>
      </p:sp>
    </p:spTree>
    <p:extLst>
      <p:ext uri="{BB962C8B-B14F-4D97-AF65-F5344CB8AC3E}">
        <p14:creationId xmlns:p14="http://schemas.microsoft.com/office/powerpoint/2010/main" val="13514364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24.4.3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  配置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PAM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验证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配置</a:t>
            </a:r>
            <a:r>
              <a:rPr lang="en-US" altLang="zh-CN" b="0" i="0" u="none" strike="noStrike" baseline="0" smtClean="0">
                <a:latin typeface="Times New Roman"/>
              </a:rPr>
              <a:t>PAM</a:t>
            </a:r>
            <a:r>
              <a:rPr lang="zh-CN" altLang="en-US" b="0" i="0" u="none" strike="noStrike" baseline="0" smtClean="0">
                <a:latin typeface="Times New Roman"/>
              </a:rPr>
              <a:t>验证文件</a:t>
            </a:r>
          </a:p>
        </p:txBody>
      </p:sp>
    </p:spTree>
    <p:extLst>
      <p:ext uri="{BB962C8B-B14F-4D97-AF65-F5344CB8AC3E}">
        <p14:creationId xmlns:p14="http://schemas.microsoft.com/office/powerpoint/2010/main" val="5375883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24.4.4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  创建本地用户映射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创建本地用户映射，得到相应的权限</a:t>
            </a:r>
          </a:p>
        </p:txBody>
      </p:sp>
    </p:spTree>
    <p:extLst>
      <p:ext uri="{BB962C8B-B14F-4D97-AF65-F5344CB8AC3E}">
        <p14:creationId xmlns:p14="http://schemas.microsoft.com/office/powerpoint/2010/main" val="37795037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24.4.5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  设置用户目录和权限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为用户的家目录设置权限</a:t>
            </a:r>
          </a:p>
        </p:txBody>
      </p:sp>
    </p:spTree>
    <p:extLst>
      <p:ext uri="{BB962C8B-B14F-4D97-AF65-F5344CB8AC3E}">
        <p14:creationId xmlns:p14="http://schemas.microsoft.com/office/powerpoint/2010/main" val="28246412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24.4.6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  重新启动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vsftpd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服务器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重启</a:t>
            </a:r>
            <a:r>
              <a:rPr lang="en-US" altLang="zh-CN" b="0" i="0" u="none" strike="noStrike" baseline="0" smtClean="0">
                <a:latin typeface="Times New Roman"/>
              </a:rPr>
              <a:t>vsftpd</a:t>
            </a:r>
            <a:r>
              <a:rPr lang="zh-CN" altLang="en-US" b="0" i="0" u="none" strike="noStrike" baseline="0" smtClean="0">
                <a:latin typeface="Times New Roman"/>
              </a:rPr>
              <a:t>服务器</a:t>
            </a:r>
          </a:p>
        </p:txBody>
      </p:sp>
    </p:spTree>
    <p:extLst>
      <p:ext uri="{BB962C8B-B14F-4D97-AF65-F5344CB8AC3E}">
        <p14:creationId xmlns:p14="http://schemas.microsoft.com/office/powerpoint/2010/main" val="16502118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24.4.7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  总结虚拟用户原理：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PAM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验证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PAM</a:t>
            </a:r>
            <a:r>
              <a:rPr lang="zh-CN" altLang="en-US" b="0" i="0" u="none" strike="noStrike" baseline="0" smtClean="0">
                <a:latin typeface="Times New Roman"/>
              </a:rPr>
              <a:t>验证的应用</a:t>
            </a:r>
          </a:p>
        </p:txBody>
      </p:sp>
    </p:spTree>
    <p:extLst>
      <p:ext uri="{BB962C8B-B14F-4D97-AF65-F5344CB8AC3E}">
        <p14:creationId xmlns:p14="http://schemas.microsoft.com/office/powerpoint/2010/main" val="38339898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24.5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  杂    项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4394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24.6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  关于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FTP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的安全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FTP</a:t>
            </a:r>
            <a:r>
              <a:rPr lang="zh-CN" altLang="en-US" b="0" i="0" u="none" strike="noStrike" baseline="0" smtClean="0">
                <a:latin typeface="Times New Roman"/>
              </a:rPr>
              <a:t>安全问题</a:t>
            </a:r>
          </a:p>
        </p:txBody>
      </p:sp>
    </p:spTree>
    <p:extLst>
      <p:ext uri="{BB962C8B-B14F-4D97-AF65-F5344CB8AC3E}">
        <p14:creationId xmlns:p14="http://schemas.microsoft.com/office/powerpoint/2010/main" val="192943801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波形">
  <a:themeElements>
    <a:clrScheme name="波形">
      <a:dk1>
        <a:sysClr val="windowText" lastClr="000000"/>
      </a:dk1>
      <a:lt1>
        <a:sysClr val="window" lastClr="CCE8C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Waveform</Template>
  <TotalTime>0</TotalTime>
  <Words>648</Words>
  <Application>Microsoft Office PowerPoint</Application>
  <PresentationFormat>全屏显示(4:3)</PresentationFormat>
  <Paragraphs>50</Paragraphs>
  <Slides>22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3" baseType="lpstr">
      <vt:lpstr>波形</vt:lpstr>
      <vt:lpstr>第24章  FTP服务器——vsftpd</vt:lpstr>
      <vt:lpstr>24.1  快速上手：搭建一个FTP服务器</vt:lpstr>
      <vt:lpstr>24.1.1  安装并登录FTP服务器</vt:lpstr>
      <vt:lpstr>24.1.2  匿名用户的目录</vt:lpstr>
      <vt:lpstr>24.2  vsftpd基础</vt:lpstr>
      <vt:lpstr>24.2.1  FTP的工作原理</vt:lpstr>
      <vt:lpstr>24.2.2  从源代码编译安装vsftpd服务器</vt:lpstr>
      <vt:lpstr>24.2.3  服务器的启动和关闭</vt:lpstr>
      <vt:lpstr>24.3  vsftpd用户设置</vt:lpstr>
      <vt:lpstr>24.3.1  设置匿名用户登录</vt:lpstr>
      <vt:lpstr>24.3.2  设置本地用户登录</vt:lpstr>
      <vt:lpstr>24.3.3  限制用户在本地目录中</vt:lpstr>
      <vt:lpstr>24.4  更好的选择：使用虚拟用户</vt:lpstr>
      <vt:lpstr>24.4.1  为用户jcsmith和culva开放FTP：一步步地指导</vt:lpstr>
      <vt:lpstr>24.4.2  创建虚拟用户的数据库文件</vt:lpstr>
      <vt:lpstr>24.4.3  配置PAM验证</vt:lpstr>
      <vt:lpstr>24.4.4  创建本地用户映射</vt:lpstr>
      <vt:lpstr>24.4.5  设置用户目录和权限</vt:lpstr>
      <vt:lpstr>24.4.6  重新启动vsftpd服务器</vt:lpstr>
      <vt:lpstr>24.4.7  总结虚拟用户原理：PAM验证</vt:lpstr>
      <vt:lpstr>24.5  杂    项</vt:lpstr>
      <vt:lpstr>24.6  关于FTP的安全</vt:lpstr>
    </vt:vector>
  </TitlesOfParts>
  <Company>China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第24章  FTP服务器——vsftpd</dc:title>
  <dc:creator>User</dc:creator>
  <cp:lastModifiedBy>User</cp:lastModifiedBy>
  <cp:revision>1</cp:revision>
  <dcterms:created xsi:type="dcterms:W3CDTF">2013-01-30T06:46:28Z</dcterms:created>
  <dcterms:modified xsi:type="dcterms:W3CDTF">2013-01-30T06:46:54Z</dcterms:modified>
</cp:coreProperties>
</file>
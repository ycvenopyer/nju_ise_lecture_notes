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16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F453327-40A3-401F-8F38-F7424B031588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695192C-BC52-40BC-BDC9-99F9A9FF56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基本配置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安装完操作系统后，常常需要做一些基本配置，以满足自己的需求。随着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桌面的日趋成熟和人性化，这种所谓的“基本配置”已经越来越少了。本章选择了入门用户最常问到的一些问题，以便读者能够尽快上手。</a:t>
            </a:r>
          </a:p>
        </p:txBody>
      </p:sp>
    </p:spTree>
    <p:extLst>
      <p:ext uri="{BB962C8B-B14F-4D97-AF65-F5344CB8AC3E}">
        <p14:creationId xmlns:p14="http://schemas.microsoft.com/office/powerpoint/2010/main" val="117911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关于超级用户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root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之所以首先介绍</a:t>
            </a:r>
            <a:r>
              <a:rPr lang="en-US" altLang="zh-CN" b="0" i="0" u="none" strike="noStrike" baseline="0" smtClean="0">
                <a:latin typeface="Times New Roman"/>
              </a:rPr>
              <a:t>root</a:t>
            </a:r>
            <a:r>
              <a:rPr lang="zh-CN" altLang="en-US" b="0" i="0" u="none" strike="noStrike" baseline="0" smtClean="0">
                <a:latin typeface="Times New Roman"/>
              </a:rPr>
              <a:t>用户，是因为这个用户实在太重要了。所有的系统设置都需要使用</a:t>
            </a:r>
            <a:r>
              <a:rPr lang="en-US" altLang="zh-CN" b="0" i="0" u="none" strike="noStrike" baseline="0" smtClean="0">
                <a:latin typeface="Times New Roman"/>
              </a:rPr>
              <a:t>root</a:t>
            </a:r>
            <a:r>
              <a:rPr lang="zh-CN" altLang="en-US" b="0" i="0" u="none" strike="noStrike" baseline="0" smtClean="0">
                <a:latin typeface="Times New Roman"/>
              </a:rPr>
              <a:t>用户来完成。</a:t>
            </a:r>
            <a:r>
              <a:rPr lang="en-US" altLang="zh-CN" b="0" i="0" u="none" strike="noStrike" baseline="0" smtClean="0">
                <a:latin typeface="Times New Roman"/>
              </a:rPr>
              <a:t>root</a:t>
            </a:r>
            <a:r>
              <a:rPr lang="zh-CN" altLang="en-US" b="0" i="0" u="none" strike="noStrike" baseline="0" smtClean="0">
                <a:latin typeface="Times New Roman"/>
              </a:rPr>
              <a:t>从字面上解释是“根”的意思，所以超级用户也被称作根用户。从某种意义上它相当于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下的</a:t>
            </a:r>
            <a:r>
              <a:rPr lang="en-US" altLang="zh-CN" b="0" i="0" u="none" strike="noStrike" baseline="0" smtClean="0">
                <a:latin typeface="Times New Roman"/>
              </a:rPr>
              <a:t>Administrator</a:t>
            </a:r>
            <a:r>
              <a:rPr lang="zh-CN" altLang="en-US" b="0" i="0" u="none" strike="noStrike" baseline="0" smtClean="0">
                <a:latin typeface="Times New Roman"/>
              </a:rPr>
              <a:t>用户。</a:t>
            </a:r>
          </a:p>
        </p:txBody>
      </p:sp>
    </p:spTree>
    <p:extLst>
      <p:ext uri="{BB962C8B-B14F-4D97-AF65-F5344CB8AC3E}">
        <p14:creationId xmlns:p14="http://schemas.microsoft.com/office/powerpoint/2010/main" val="284212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3.1.1  root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可以做什么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1.root</a:t>
            </a:r>
            <a:r>
              <a:rPr lang="zh-CN" altLang="en-US" b="0" i="0" u="none" strike="noStrike" baseline="0" smtClean="0">
                <a:latin typeface="Times New Roman"/>
              </a:rPr>
              <a:t>可以做任何事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有些必须使用</a:t>
            </a:r>
            <a:r>
              <a:rPr lang="en-US" altLang="zh-CN" b="0" i="0" u="none" strike="noStrike" baseline="0" smtClean="0">
                <a:latin typeface="Times New Roman"/>
              </a:rPr>
              <a:t>root</a:t>
            </a:r>
            <a:r>
              <a:rPr lang="zh-CN" altLang="en-US" b="0" i="0" u="none" strike="noStrike" baseline="0" smtClean="0">
                <a:latin typeface="Times New Roman"/>
              </a:rPr>
              <a:t>用户操作</a:t>
            </a:r>
          </a:p>
        </p:txBody>
      </p:sp>
    </p:spTree>
    <p:extLst>
      <p:ext uri="{BB962C8B-B14F-4D97-AF65-F5344CB8AC3E}">
        <p14:creationId xmlns:p14="http://schemas.microsoft.com/office/powerpoint/2010/main" val="44640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避免灾难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妥善保管</a:t>
            </a:r>
            <a:r>
              <a:rPr lang="en-US" altLang="zh-CN" b="0" i="0" u="none" strike="noStrike" baseline="0" smtClean="0">
                <a:latin typeface="Times New Roman"/>
              </a:rPr>
              <a:t>root</a:t>
            </a:r>
            <a:r>
              <a:rPr lang="zh-CN" altLang="en-US" b="0" i="0" u="none" strike="noStrike" baseline="0" smtClean="0">
                <a:latin typeface="Times New Roman"/>
              </a:rPr>
              <a:t>用户密码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普通用户可以使用</a:t>
            </a:r>
            <a:r>
              <a:rPr lang="en-US" altLang="zh-CN" b="0" i="0" u="none" strike="noStrike" baseline="0" smtClean="0">
                <a:latin typeface="Times New Roman"/>
              </a:rPr>
              <a:t>sudo</a:t>
            </a:r>
            <a:r>
              <a:rPr lang="zh-CN" altLang="en-US" b="0" i="0" u="none" strike="noStrike" baseline="0" smtClean="0">
                <a:latin typeface="Times New Roman"/>
              </a:rPr>
              <a:t>提升自己的权限</a:t>
            </a:r>
          </a:p>
        </p:txBody>
      </p:sp>
    </p:spTree>
    <p:extLst>
      <p:ext uri="{BB962C8B-B14F-4D97-AF65-F5344CB8AC3E}">
        <p14:creationId xmlns:p14="http://schemas.microsoft.com/office/powerpoint/2010/main" val="346497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3.1.3  Debian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Ubuntu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root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用户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1.</a:t>
            </a:r>
            <a:r>
              <a:rPr lang="zh-CN" altLang="en-US" b="0" i="0" u="none" strike="noStrike" baseline="0" dirty="0" smtClean="0">
                <a:latin typeface="Times New Roman"/>
              </a:rPr>
              <a:t>普通用户在某种程度上充当了</a:t>
            </a:r>
            <a:r>
              <a:rPr lang="en-US" altLang="zh-CN" b="0" i="0" u="none" strike="noStrike" baseline="0" dirty="0" smtClean="0">
                <a:latin typeface="Times New Roman"/>
              </a:rPr>
              <a:t>root</a:t>
            </a:r>
            <a:r>
              <a:rPr lang="zh-CN" altLang="en-US" b="0" i="0" u="none" strike="noStrike" baseline="0" dirty="0" smtClean="0">
                <a:latin typeface="Times New Roman"/>
              </a:rPr>
              <a:t>用户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2</a:t>
            </a:r>
            <a:r>
              <a:rPr lang="en-US" altLang="zh-CN" dirty="0">
                <a:latin typeface="Times New Roman"/>
              </a:rPr>
              <a:t>.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sudo</a:t>
            </a:r>
            <a:r>
              <a:rPr lang="zh-CN" altLang="en-US" b="0" i="0" u="none" strike="noStrike" baseline="0" dirty="0" smtClean="0">
                <a:latin typeface="Times New Roman"/>
              </a:rPr>
              <a:t>命令提升为</a:t>
            </a:r>
            <a:r>
              <a:rPr lang="en-US" altLang="zh-CN" b="0" i="0" u="none" strike="noStrike" baseline="0" dirty="0" smtClean="0">
                <a:latin typeface="Times New Roman"/>
              </a:rPr>
              <a:t>root</a:t>
            </a:r>
            <a:r>
              <a:rPr lang="zh-CN" altLang="en-US" b="0" i="0" u="none" strike="noStrike" baseline="0" dirty="0" smtClean="0">
                <a:latin typeface="Times New Roman"/>
              </a:rPr>
              <a:t>用户</a:t>
            </a:r>
          </a:p>
        </p:txBody>
      </p:sp>
    </p:spTree>
    <p:extLst>
      <p:ext uri="{BB962C8B-B14F-4D97-AF65-F5344CB8AC3E}">
        <p14:creationId xmlns:p14="http://schemas.microsoft.com/office/powerpoint/2010/main" val="75168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依赖于发行版本的系统管理工具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latin typeface="Times New Roman"/>
              </a:rPr>
              <a:t>SUSE</a:t>
            </a:r>
            <a:r>
              <a:rPr lang="zh-CN" altLang="en-US" dirty="0" smtClean="0">
                <a:latin typeface="Times New Roman"/>
              </a:rPr>
              <a:t>的系统管理工具</a:t>
            </a:r>
            <a:r>
              <a:rPr lang="en-US" altLang="zh-CN" dirty="0" err="1" smtClean="0">
                <a:latin typeface="Times New Roman"/>
              </a:rPr>
              <a:t>YAST</a:t>
            </a:r>
            <a:endParaRPr lang="zh-CN" altLang="en-US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96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中 文 支 持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Times New Roman"/>
              </a:rPr>
              <a:t>语言支持界面</a:t>
            </a:r>
            <a:endParaRPr lang="en-US" altLang="zh-CN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69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关于硬件驱动程序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安装硬件驱动程序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7469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获 得 更 新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更新管理器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01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进阶：配置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Grub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本节继续讨论引导加载程序</a:t>
            </a:r>
            <a:r>
              <a:rPr lang="en-US" altLang="zh-CN" b="0" i="0" u="none" strike="noStrike" baseline="0" smtClean="0">
                <a:latin typeface="Times New Roman"/>
              </a:rPr>
              <a:t>Grub</a:t>
            </a:r>
            <a:r>
              <a:rPr lang="zh-CN" altLang="en-US" b="0" i="0" u="none" strike="noStrike" baseline="0" smtClean="0">
                <a:latin typeface="Times New Roman"/>
              </a:rPr>
              <a:t>。在第</a:t>
            </a:r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章的“进阶”部分已经介绍了如何修复被损坏的</a:t>
            </a:r>
            <a:r>
              <a:rPr lang="en-US" altLang="zh-CN" b="0" i="0" u="none" strike="noStrike" baseline="0" smtClean="0">
                <a:latin typeface="Times New Roman"/>
              </a:rPr>
              <a:t>Grub</a:t>
            </a:r>
            <a:r>
              <a:rPr lang="zh-CN" altLang="en-US" b="0" i="0" u="none" strike="noStrike" baseline="0" smtClean="0">
                <a:latin typeface="Times New Roman"/>
              </a:rPr>
              <a:t>，这里将更深入地讲解</a:t>
            </a:r>
            <a:r>
              <a:rPr lang="en-US" altLang="zh-CN" b="0" i="0" u="none" strike="noStrike" baseline="0" smtClean="0">
                <a:latin typeface="Times New Roman"/>
              </a:rPr>
              <a:t>Grub</a:t>
            </a:r>
            <a:r>
              <a:rPr lang="zh-CN" altLang="en-US" b="0" i="0" u="none" strike="noStrike" baseline="0" smtClean="0">
                <a:latin typeface="Times New Roman"/>
              </a:rPr>
              <a:t>的使用。当然所谓的“深入”是相对的，这个引导程序本身可以被拿出来写一本书，本节所涉及的只是一些皮毛而已。</a:t>
            </a:r>
          </a:p>
        </p:txBody>
      </p:sp>
    </p:spTree>
    <p:extLst>
      <p:ext uri="{BB962C8B-B14F-4D97-AF65-F5344CB8AC3E}">
        <p14:creationId xmlns:p14="http://schemas.microsoft.com/office/powerpoint/2010/main" val="355607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3.6.1  Grub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Times New Roman"/>
              </a:rPr>
              <a:t>编辑</a:t>
            </a:r>
            <a:r>
              <a:rPr lang="en-US" altLang="zh-CN" dirty="0" smtClean="0">
                <a:latin typeface="Times New Roman"/>
              </a:rPr>
              <a:t>Grub</a:t>
            </a:r>
            <a:r>
              <a:rPr lang="zh-CN" altLang="en-US" dirty="0" smtClean="0">
                <a:latin typeface="Times New Roman"/>
              </a:rPr>
              <a:t>的配置文件</a:t>
            </a:r>
            <a:endParaRPr lang="en-US" altLang="zh-CN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1342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3.6.2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Grub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命令行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Times New Roman"/>
              </a:rPr>
              <a:t>进入</a:t>
            </a:r>
            <a:r>
              <a:rPr lang="en-US" altLang="zh-CN" dirty="0" smtClean="0">
                <a:latin typeface="Times New Roman"/>
              </a:rPr>
              <a:t>Grub</a:t>
            </a:r>
            <a:r>
              <a:rPr lang="zh-CN" altLang="en-US" dirty="0" smtClean="0">
                <a:latin typeface="Times New Roman"/>
              </a:rPr>
              <a:t>命令行</a:t>
            </a:r>
            <a:r>
              <a:rPr lang="zh-CN" altLang="en-US" dirty="0">
                <a:latin typeface="Times New Roman"/>
              </a:rPr>
              <a:t>界面</a:t>
            </a:r>
            <a:endParaRPr lang="en-US" altLang="zh-CN" dirty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80927"/>
              </p:ext>
            </p:extLst>
          </p:nvPr>
        </p:nvGraphicFramePr>
        <p:xfrm>
          <a:off x="982671" y="3501008"/>
          <a:ext cx="7186596" cy="138093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180787"/>
                <a:gridCol w="4005809"/>
              </a:tblGrid>
              <a:tr h="197277">
                <a:tc>
                  <a:txBody>
                    <a:bodyPr/>
                    <a:lstStyle/>
                    <a:p>
                      <a:pPr indent="266700" algn="ctr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 dirty="0">
                          <a:effectLst/>
                        </a:rPr>
                        <a:t>命</a:t>
                      </a:r>
                      <a:r>
                        <a:rPr lang="en-US" sz="1000" dirty="0">
                          <a:effectLst/>
                        </a:rPr>
                        <a:t>    </a:t>
                      </a:r>
                      <a:r>
                        <a:rPr lang="zh-CN" sz="1000" dirty="0">
                          <a:effectLst/>
                        </a:rPr>
                        <a:t>令</a:t>
                      </a:r>
                      <a:endParaRPr lang="zh-CN" sz="1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>
                          <a:effectLst/>
                        </a:rPr>
                        <a:t>说</a:t>
                      </a:r>
                      <a:r>
                        <a:rPr lang="en-US" sz="1000">
                          <a:effectLst/>
                        </a:rPr>
                        <a:t>    </a:t>
                      </a:r>
                      <a:r>
                        <a:rPr lang="zh-CN" sz="1000">
                          <a:effectLst/>
                        </a:rPr>
                        <a:t>明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7277">
                <a:tc>
                  <a:txBody>
                    <a:bodyPr/>
                    <a:lstStyle/>
                    <a:p>
                      <a:pPr indent="9156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en-US" sz="1000">
                          <a:effectLst/>
                        </a:rPr>
                        <a:t>help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203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>
                          <a:effectLst/>
                        </a:rPr>
                        <a:t>显示帮助信息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7277">
                <a:tc>
                  <a:txBody>
                    <a:bodyPr/>
                    <a:lstStyle/>
                    <a:p>
                      <a:pPr indent="9156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en-US" sz="1000" dirty="0">
                          <a:effectLst/>
                        </a:rPr>
                        <a:t>reboot</a:t>
                      </a:r>
                      <a:endParaRPr lang="zh-CN" sz="1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203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>
                          <a:effectLst/>
                        </a:rPr>
                        <a:t>重新引导系统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7277">
                <a:tc>
                  <a:txBody>
                    <a:bodyPr/>
                    <a:lstStyle/>
                    <a:p>
                      <a:pPr indent="9156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en-US" sz="1000">
                          <a:effectLst/>
                        </a:rPr>
                        <a:t>root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203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>
                          <a:effectLst/>
                        </a:rPr>
                        <a:t>指定根分区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7277">
                <a:tc>
                  <a:txBody>
                    <a:bodyPr/>
                    <a:lstStyle/>
                    <a:p>
                      <a:pPr indent="9156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en-US" sz="1000">
                          <a:effectLst/>
                        </a:rPr>
                        <a:t>kernel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203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>
                          <a:effectLst/>
                        </a:rPr>
                        <a:t>指定内核所在的位置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7277">
                <a:tc>
                  <a:txBody>
                    <a:bodyPr/>
                    <a:lstStyle/>
                    <a:p>
                      <a:pPr indent="9156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en-US" sz="1000">
                          <a:effectLst/>
                        </a:rPr>
                        <a:t>find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203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>
                          <a:effectLst/>
                        </a:rPr>
                        <a:t>在所有可以安装的分区上寻找一个文件</a:t>
                      </a:r>
                      <a:endParaRPr lang="zh-CN" sz="10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7277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                       </a:t>
                      </a:r>
                      <a:r>
                        <a:rPr lang="en-US" sz="1000" baseline="0" dirty="0" smtClean="0">
                          <a:effectLst/>
                        </a:rPr>
                        <a:t> </a:t>
                      </a:r>
                      <a:r>
                        <a:rPr lang="en-US" sz="1000" dirty="0" smtClean="0">
                          <a:effectLst/>
                        </a:rPr>
                        <a:t>boot</a:t>
                      </a:r>
                      <a:endParaRPr lang="zh-CN" sz="1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20370" algn="just">
                        <a:lnSpc>
                          <a:spcPts val="1200"/>
                        </a:lnSpc>
                        <a:spcAft>
                          <a:spcPts val="100"/>
                        </a:spcAft>
                      </a:pPr>
                      <a:r>
                        <a:rPr lang="zh-CN" sz="1000" dirty="0">
                          <a:effectLst/>
                        </a:rPr>
                        <a:t>依照配置引导系统</a:t>
                      </a:r>
                      <a:endParaRPr lang="zh-CN" sz="1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3683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10</TotalTime>
  <Words>354</Words>
  <Application>Microsoft Office PowerPoint</Application>
  <PresentationFormat>全屏显示(4:3)</PresentationFormat>
  <Paragraphs>41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波形</vt:lpstr>
      <vt:lpstr>第3章  Linux基本配置</vt:lpstr>
      <vt:lpstr>3.1  关于超级用户root</vt:lpstr>
      <vt:lpstr>3.1.1  root可以做什么</vt:lpstr>
      <vt:lpstr>3.1.2  避免灾难</vt:lpstr>
      <vt:lpstr>3.1.3  Debian和Ubuntu的root用户</vt:lpstr>
      <vt:lpstr>3.2  依赖于发行版本的系统管理工具</vt:lpstr>
      <vt:lpstr>3.3  中 文 支 持</vt:lpstr>
      <vt:lpstr>3.4  关于硬件驱动程序</vt:lpstr>
      <vt:lpstr>3.5  获 得 更 新</vt:lpstr>
      <vt:lpstr>3.6  进阶：配置Grub</vt:lpstr>
      <vt:lpstr>3.6.1  Grub的配置文件</vt:lpstr>
      <vt:lpstr>3.6.2  使用Grub命令行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Linux基本配置</dc:title>
  <dc:creator>User</dc:creator>
  <cp:lastModifiedBy>User</cp:lastModifiedBy>
  <cp:revision>3</cp:revision>
  <dcterms:created xsi:type="dcterms:W3CDTF">2013-01-29T01:13:14Z</dcterms:created>
  <dcterms:modified xsi:type="dcterms:W3CDTF">2013-01-31T00:57:15Z</dcterms:modified>
</cp:coreProperties>
</file>
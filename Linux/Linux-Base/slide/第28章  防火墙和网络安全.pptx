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6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54405F-836C-4B95-804C-1695459DB062}"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54405F-836C-4B95-804C-1695459DB062}"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54405F-836C-4B95-804C-1695459DB062}"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C54405F-836C-4B95-804C-1695459DB062}"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54405F-836C-4B95-804C-1695459DB06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C54405F-836C-4B95-804C-1695459DB062}"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863BDF5-8F45-41B6-B34B-3C323E232797}" type="datetimeFigureOut">
              <a:rPr lang="zh-CN" altLang="en-US" smtClean="0"/>
              <a:t>2013/1/30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54405F-836C-4B95-804C-1695459DB062}" type="slidenum">
              <a:rPr lang="zh-CN" altLang="en-US" smtClean="0"/>
              <a:t>‹#›</a:t>
            </a:fld>
            <a:endParaRPr lang="zh-CN" altLang="en-US"/>
          </a:p>
        </p:txBody>
      </p:sp>
    </p:spTree>
    <p:extLst>
      <p:ext uri="{BB962C8B-B14F-4D97-AF65-F5344CB8AC3E}">
        <p14:creationId xmlns:p14="http://schemas.microsoft.com/office/powerpoint/2010/main" val="1834232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E863BDF5-8F45-41B6-B34B-3C323E232797}" type="datetimeFigureOut">
              <a:rPr lang="zh-CN" altLang="en-US" smtClean="0"/>
              <a:t>2013/1/30</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EC54405F-836C-4B95-804C-1695459DB062}"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Times New Roman"/>
                <a:ea typeface="黑体"/>
              </a:rPr>
              <a:t>第</a:t>
            </a:r>
            <a:r>
              <a:rPr lang="en-US" altLang="zh-CN" b="1" i="0" u="none" strike="noStrike" kern="1800" baseline="0" smtClean="0">
                <a:latin typeface="Times New Roman"/>
                <a:ea typeface="黑体"/>
              </a:rPr>
              <a:t>28</a:t>
            </a:r>
            <a:r>
              <a:rPr lang="zh-CN" altLang="en-US" b="0" i="0" u="none" strike="noStrike" kern="1800" baseline="0" smtClean="0">
                <a:latin typeface="Times New Roman"/>
                <a:ea typeface="黑体"/>
              </a:rPr>
              <a:t>章  防火墙和网络安全</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防火墙是网络安全的基本工具。通过在服务器和外部访客之间建立过滤机制，防火墙在网络层面上实现了安全防范。</a:t>
            </a:r>
            <a:r>
              <a:rPr lang="en-US" altLang="zh-CN" b="0" i="0" u="none" strike="noStrike" baseline="0" smtClean="0">
                <a:latin typeface="Times New Roman"/>
              </a:rPr>
              <a:t>Linux</a:t>
            </a:r>
            <a:r>
              <a:rPr lang="zh-CN" altLang="en-US" b="0" i="0" u="none" strike="noStrike" baseline="0" smtClean="0">
                <a:latin typeface="Times New Roman"/>
              </a:rPr>
              <a:t>的防火墙工具是</a:t>
            </a:r>
            <a:r>
              <a:rPr lang="en-US" altLang="zh-CN" b="0" i="0" u="none" strike="noStrike" baseline="0" smtClean="0">
                <a:latin typeface="Times New Roman"/>
              </a:rPr>
              <a:t>IP Tables</a:t>
            </a:r>
            <a:r>
              <a:rPr lang="zh-CN" altLang="en-US" b="0" i="0" u="none" strike="noStrike" baseline="0" smtClean="0">
                <a:latin typeface="Times New Roman"/>
              </a:rPr>
              <a:t>，这套防火墙系统甚至被作为很多其他专业网络设备的核心。本章还将介绍</a:t>
            </a:r>
            <a:r>
              <a:rPr lang="en-US" altLang="zh-CN" b="0" i="0" u="none" strike="noStrike" baseline="0" smtClean="0">
                <a:latin typeface="Times New Roman"/>
              </a:rPr>
              <a:t>Linux</a:t>
            </a:r>
            <a:r>
              <a:rPr lang="zh-CN" altLang="en-US" b="0" i="0" u="none" strike="noStrike" baseline="0" smtClean="0">
                <a:latin typeface="Times New Roman"/>
              </a:rPr>
              <a:t>下的网络安全工具，这些工具对于找出系统的安全问题非常有帮助。</a:t>
            </a:r>
          </a:p>
        </p:txBody>
      </p:sp>
    </p:spTree>
    <p:extLst>
      <p:ext uri="{BB962C8B-B14F-4D97-AF65-F5344CB8AC3E}">
        <p14:creationId xmlns:p14="http://schemas.microsoft.com/office/powerpoint/2010/main" val="166873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  Linux</a:t>
            </a:r>
            <a:r>
              <a:rPr lang="zh-CN" altLang="en-US" b="0" i="0" u="none" strike="noStrike" kern="1800" baseline="0" smtClean="0">
                <a:latin typeface="Times New Roman"/>
                <a:ea typeface="黑体"/>
              </a:rPr>
              <a:t>的防火墙</a:t>
            </a:r>
            <a:r>
              <a:rPr lang="en-US" altLang="zh-CN" b="0" i="0" u="none" strike="noStrike" kern="1800" baseline="0" smtClean="0">
                <a:latin typeface="Times New Roman"/>
                <a:ea typeface="宋体"/>
              </a:rPr>
              <a:t>——</a:t>
            </a:r>
            <a:r>
              <a:rPr lang="en-US" altLang="zh-CN" b="0" i="0" u="none" strike="noStrike" kern="1800" baseline="0" smtClean="0">
                <a:latin typeface="Times New Roman"/>
                <a:ea typeface="黑体"/>
              </a:rPr>
              <a:t>IP Tables</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IP Tables</a:t>
            </a:r>
            <a:r>
              <a:rPr lang="zh-CN" altLang="en-US" b="0" i="0" u="none" strike="noStrike" baseline="0" smtClean="0">
                <a:latin typeface="Times New Roman"/>
              </a:rPr>
              <a:t>已经集成在</a:t>
            </a:r>
            <a:r>
              <a:rPr lang="en-US" altLang="zh-CN" b="0" i="0" u="none" strike="noStrike" baseline="0" smtClean="0">
                <a:latin typeface="Times New Roman"/>
              </a:rPr>
              <a:t>Linux 2.4</a:t>
            </a:r>
            <a:r>
              <a:rPr lang="zh-CN" altLang="en-US" b="0" i="0" u="none" strike="noStrike" baseline="0" smtClean="0">
                <a:latin typeface="Times New Roman"/>
              </a:rPr>
              <a:t>及以上版本的内核中了，同</a:t>
            </a:r>
            <a:r>
              <a:rPr lang="en-US" altLang="zh-CN" b="0" i="0" u="none" strike="noStrike" baseline="0" smtClean="0">
                <a:latin typeface="Times New Roman"/>
              </a:rPr>
              <a:t>Windows</a:t>
            </a:r>
            <a:r>
              <a:rPr lang="zh-CN" altLang="en-US" b="0" i="0" u="none" strike="noStrike" baseline="0" smtClean="0">
                <a:latin typeface="Times New Roman"/>
              </a:rPr>
              <a:t>下的众多“傻瓜”防火墙不同的是，</a:t>
            </a:r>
            <a:r>
              <a:rPr lang="en-US" altLang="zh-CN" b="0" i="0" u="none" strike="noStrike" baseline="0" smtClean="0">
                <a:latin typeface="Times New Roman"/>
              </a:rPr>
              <a:t>IP Tables</a:t>
            </a:r>
            <a:r>
              <a:rPr lang="zh-CN" altLang="en-US" b="0" i="0" u="none" strike="noStrike" baseline="0" smtClean="0">
                <a:latin typeface="Times New Roman"/>
              </a:rPr>
              <a:t>需要用户自己定制相关规则。因此在正式开始之前，首先对其中一些概念作简单介绍。</a:t>
            </a:r>
          </a:p>
        </p:txBody>
      </p:sp>
    </p:spTree>
    <p:extLst>
      <p:ext uri="{BB962C8B-B14F-4D97-AF65-F5344CB8AC3E}">
        <p14:creationId xmlns:p14="http://schemas.microsoft.com/office/powerpoint/2010/main" val="129113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28.1.1  </a:t>
            </a:r>
            <a:r>
              <a:rPr lang="zh-CN" altLang="en-US" b="0" i="0" u="none" strike="noStrike" kern="1800" baseline="0" smtClean="0">
                <a:latin typeface="Times New Roman"/>
                <a:ea typeface="黑体"/>
              </a:rPr>
              <a:t>名字的来历</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防火墙的发展</a:t>
            </a:r>
          </a:p>
        </p:txBody>
      </p:sp>
    </p:spTree>
    <p:extLst>
      <p:ext uri="{BB962C8B-B14F-4D97-AF65-F5344CB8AC3E}">
        <p14:creationId xmlns:p14="http://schemas.microsoft.com/office/powerpoint/2010/main" val="3171191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28.1.2  </a:t>
            </a:r>
            <a:r>
              <a:rPr lang="zh-CN" altLang="en-US" b="0" i="0" u="none" strike="noStrike" kern="1800" baseline="0" smtClean="0">
                <a:latin typeface="Times New Roman"/>
                <a:ea typeface="黑体"/>
              </a:rPr>
              <a:t>初始化防火墙设置</a:t>
            </a:r>
          </a:p>
        </p:txBody>
      </p:sp>
      <p:sp>
        <p:nvSpPr>
          <p:cNvPr id="3" name="文本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2819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28.1.3  </a:t>
            </a:r>
            <a:r>
              <a:rPr lang="zh-CN" altLang="en-US" b="0" i="0" u="none" strike="noStrike" kern="1800" baseline="0" smtClean="0">
                <a:latin typeface="Times New Roman"/>
                <a:ea typeface="黑体"/>
              </a:rPr>
              <a:t>添加链规则</a:t>
            </a:r>
          </a:p>
        </p:txBody>
      </p:sp>
      <p:sp>
        <p:nvSpPr>
          <p:cNvPr id="3" name="文本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1941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28.1.4  </a:t>
            </a:r>
            <a:r>
              <a:rPr lang="zh-CN" altLang="en-US" b="0" i="0" u="none" strike="noStrike" kern="1800" baseline="0" smtClean="0">
                <a:latin typeface="Times New Roman"/>
                <a:ea typeface="黑体"/>
              </a:rPr>
              <a:t>删除链规则</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删除规则链</a:t>
            </a:r>
          </a:p>
        </p:txBody>
      </p:sp>
    </p:spTree>
    <p:extLst>
      <p:ext uri="{BB962C8B-B14F-4D97-AF65-F5344CB8AC3E}">
        <p14:creationId xmlns:p14="http://schemas.microsoft.com/office/powerpoint/2010/main" val="1392278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28.1.5</a:t>
            </a:r>
            <a:r>
              <a:rPr lang="zh-CN" altLang="en-US" b="0" i="0" u="none" strike="noStrike" kern="1800" baseline="0" smtClean="0">
                <a:latin typeface="Times New Roman"/>
                <a:ea typeface="黑体"/>
              </a:rPr>
              <a:t>  防火墙保险吗</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安全设置</a:t>
            </a:r>
          </a:p>
        </p:txBody>
      </p:sp>
    </p:spTree>
    <p:extLst>
      <p:ext uri="{BB962C8B-B14F-4D97-AF65-F5344CB8AC3E}">
        <p14:creationId xmlns:p14="http://schemas.microsoft.com/office/powerpoint/2010/main" val="15085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28.2  </a:t>
            </a:r>
            <a:r>
              <a:rPr lang="zh-CN" altLang="en-US" b="0" i="0" u="none" strike="noStrike" kern="1800" baseline="0" smtClean="0">
                <a:latin typeface="Times New Roman"/>
                <a:ea typeface="黑体"/>
              </a:rPr>
              <a:t>网络安全工具</a:t>
            </a: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形形色色的网络安全工具可以帮助管理员知道自己的系统存在哪些漏洞，当然也可以帮助黑客们。诸如端口扫描、口令猜解这样的工具究竟发挥怎样的作用，完全取决于是谁在使用。在这个意义上，人们总是陷入“以子之矛，攻子之盾”的循环。无论是否喜欢，始终要记住的一点是，管理员通过安全工具能够得到的，其他人也可以。</a:t>
            </a:r>
          </a:p>
        </p:txBody>
      </p:sp>
    </p:spTree>
    <p:extLst>
      <p:ext uri="{BB962C8B-B14F-4D97-AF65-F5344CB8AC3E}">
        <p14:creationId xmlns:p14="http://schemas.microsoft.com/office/powerpoint/2010/main" val="390866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28.2.1</a:t>
            </a:r>
            <a:r>
              <a:rPr lang="zh-CN" altLang="en-US" b="0" i="0" u="none" strike="noStrike" kern="1800" baseline="0" smtClean="0">
                <a:latin typeface="Times New Roman"/>
                <a:ea typeface="黑体"/>
              </a:rPr>
              <a:t>  扫描网络端口：</a:t>
            </a:r>
            <a:r>
              <a:rPr lang="en-US" altLang="zh-CN" b="0" i="0" u="none" strike="noStrike" kern="1800" baseline="0" smtClean="0">
                <a:latin typeface="Times New Roman"/>
                <a:ea typeface="黑体"/>
              </a:rPr>
              <a:t>nmap</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nmap</a:t>
            </a:r>
            <a:r>
              <a:rPr lang="zh-CN" altLang="en-US" b="0" i="0" u="none" strike="noStrike" baseline="0" smtClean="0">
                <a:latin typeface="Times New Roman"/>
              </a:rPr>
              <a:t>命令</a:t>
            </a:r>
          </a:p>
        </p:txBody>
      </p:sp>
    </p:spTree>
    <p:extLst>
      <p:ext uri="{BB962C8B-B14F-4D97-AF65-F5344CB8AC3E}">
        <p14:creationId xmlns:p14="http://schemas.microsoft.com/office/powerpoint/2010/main" val="57271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Times New Roman"/>
                <a:ea typeface="黑体"/>
              </a:rPr>
              <a:t>28.2.2</a:t>
            </a:r>
            <a:r>
              <a:rPr lang="zh-CN" altLang="en-US" b="0" i="0" u="none" strike="noStrike" kern="1800" baseline="0" smtClean="0">
                <a:latin typeface="Times New Roman"/>
                <a:ea typeface="黑体"/>
              </a:rPr>
              <a:t>  找出不安全的口令：</a:t>
            </a:r>
            <a:r>
              <a:rPr lang="en-US" altLang="zh-CN" b="0" i="0" u="none" strike="noStrike" kern="1800" baseline="0" smtClean="0">
                <a:latin typeface="Times New Roman"/>
                <a:ea typeface="黑体"/>
              </a:rPr>
              <a:t>John the Ripper</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1.</a:t>
            </a:r>
            <a:r>
              <a:rPr lang="zh-CN" altLang="en-US" b="0" i="0" u="none" strike="noStrike" baseline="0" smtClean="0">
                <a:latin typeface="Times New Roman"/>
              </a:rPr>
              <a:t>下载</a:t>
            </a:r>
            <a:r>
              <a:rPr lang="en-US" altLang="zh-CN" b="0" i="0" u="none" strike="noStrike" baseline="0" smtClean="0">
                <a:latin typeface="Times New Roman"/>
              </a:rPr>
              <a:t>John the Ripper</a:t>
            </a:r>
            <a:r>
              <a:rPr lang="zh-CN" altLang="en-US" b="0" i="0" u="none" strike="noStrike" baseline="0" smtClean="0">
                <a:latin typeface="Times New Roman"/>
              </a:rPr>
              <a:t>软件</a:t>
            </a:r>
          </a:p>
          <a:p>
            <a:pPr marR="0" lvl="0" rtl="0"/>
            <a:r>
              <a:rPr lang="en-US" altLang="zh-CN" b="0" i="0" u="none" strike="noStrike" baseline="0" smtClean="0">
                <a:latin typeface="Times New Roman"/>
              </a:rPr>
              <a:t>2.</a:t>
            </a:r>
            <a:r>
              <a:rPr lang="zh-CN" altLang="en-US" b="0" i="0" u="none" strike="noStrike" baseline="0" smtClean="0">
                <a:latin typeface="Times New Roman"/>
              </a:rPr>
              <a:t>安装软件</a:t>
            </a:r>
          </a:p>
        </p:txBody>
      </p:sp>
    </p:spTree>
    <p:extLst>
      <p:ext uri="{BB962C8B-B14F-4D97-AF65-F5344CB8AC3E}">
        <p14:creationId xmlns:p14="http://schemas.microsoft.com/office/powerpoint/2010/main" val="204278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Times New Roman"/>
                <a:ea typeface="黑体"/>
              </a:rPr>
              <a:t>28.3</a:t>
            </a:r>
            <a:r>
              <a:rPr lang="zh-CN" altLang="en-US" b="0" i="0" u="none" strike="noStrike" kern="1800" baseline="0" smtClean="0">
                <a:latin typeface="Times New Roman"/>
                <a:ea typeface="黑体"/>
              </a:rPr>
              <a:t>  主机访问控制：</a:t>
            </a:r>
            <a:r>
              <a:rPr lang="en-US" altLang="zh-CN" b="0" i="0" u="none" strike="noStrike" kern="1800" baseline="0" smtClean="0">
                <a:latin typeface="Times New Roman"/>
                <a:ea typeface="黑体"/>
              </a:rPr>
              <a:t>hosts_access</a:t>
            </a:r>
            <a:endParaRPr lang="zh-CN" altLang="en-US" b="0" i="0" u="none" strike="noStrike" kern="1800" baseline="0" smtClean="0">
              <a:latin typeface="Times New Roman"/>
              <a:ea typeface="黑体"/>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设置访问控制文件</a:t>
            </a:r>
          </a:p>
        </p:txBody>
      </p:sp>
    </p:spTree>
    <p:extLst>
      <p:ext uri="{BB962C8B-B14F-4D97-AF65-F5344CB8AC3E}">
        <p14:creationId xmlns:p14="http://schemas.microsoft.com/office/powerpoint/2010/main" val="32059883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CCE8C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291</Words>
  <Application>Microsoft Office PowerPoint</Application>
  <PresentationFormat>全屏显示(4:3)</PresentationFormat>
  <Paragraphs>21</Paragraphs>
  <Slides>11</Slides>
  <Notes>0</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波形</vt:lpstr>
      <vt:lpstr>第28章  防火墙和网络安全</vt:lpstr>
      <vt:lpstr>28.1  Linux的防火墙——IP Tables</vt:lpstr>
      <vt:lpstr>28.1.1  名字的来历</vt:lpstr>
      <vt:lpstr>28.1.2  初始化防火墙设置</vt:lpstr>
      <vt:lpstr>28.1.3  添加链规则</vt:lpstr>
      <vt:lpstr>28.1.4  删除链规则</vt:lpstr>
      <vt:lpstr>28.1.5  防火墙保险吗</vt:lpstr>
      <vt:lpstr>28.2  网络安全工具</vt:lpstr>
      <vt:lpstr>28.2.1  扫描网络端口：nmap</vt:lpstr>
      <vt:lpstr>28.2.2  找出不安全的口令：John the Ripper</vt:lpstr>
      <vt:lpstr>28.3  主机访问控制：hosts_access</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第28章  防火墙和网络安全</dc:title>
  <dc:creator>User</dc:creator>
  <cp:lastModifiedBy>User</cp:lastModifiedBy>
  <cp:revision>1</cp:revision>
  <dcterms:created xsi:type="dcterms:W3CDTF">2013-01-30T12:13:31Z</dcterms:created>
  <dcterms:modified xsi:type="dcterms:W3CDTF">2013-01-30T12:13:47Z</dcterms:modified>
</cp:coreProperties>
</file>
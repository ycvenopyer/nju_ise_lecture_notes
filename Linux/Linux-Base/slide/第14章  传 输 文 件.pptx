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746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E6C43DC-DC7A-417F-9E59-86487EFBE7F4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F3A4F50A-BB47-4311-BB69-FA8A72CF3D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传 输 文 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计算机早已过了那个需要用软盘共享文件的年代了。远隔千里的两台主机可以方便地通过网络传输数据，这也使得“网络硬盘”、“家庭办公”、“云计算”这些流行词汇成为可能。使用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可以很容易地通过网络共享文件，这种“共享”不仅发生在两台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主机之间，也可以是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，或者其他任何操作系统。本章只涉及如何使用已有的共享资源，至于配置服务器的相关信息，可以参考第</a:t>
            </a:r>
            <a:r>
              <a:rPr lang="en-US" altLang="zh-CN" b="0" i="0" u="none" strike="noStrike" baseline="0" smtClean="0">
                <a:latin typeface="Times New Roman"/>
              </a:rPr>
              <a:t>6</a:t>
            </a:r>
            <a:r>
              <a:rPr lang="zh-CN" altLang="en-US" b="0" i="0" u="none" strike="noStrike" baseline="0" smtClean="0">
                <a:latin typeface="Times New Roman"/>
              </a:rPr>
              <a:t>篇。</a:t>
            </a:r>
          </a:p>
        </p:txBody>
      </p:sp>
    </p:spTree>
    <p:extLst>
      <p:ext uri="{BB962C8B-B14F-4D97-AF65-F5344CB8AC3E}">
        <p14:creationId xmlns:p14="http://schemas.microsoft.com/office/powerpoint/2010/main" val="2564126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14.1  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间的网络硬盘：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目前只用于在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UNIX</a:t>
            </a:r>
            <a:r>
              <a:rPr lang="zh-CN" altLang="en-US" b="0" i="0" u="none" strike="noStrike" baseline="0" smtClean="0">
                <a:latin typeface="Times New Roman"/>
              </a:rPr>
              <a:t>主机间共享文件系统。通过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可以方便地将一台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（或者</a:t>
            </a:r>
            <a:r>
              <a:rPr lang="en-US" altLang="zh-CN" b="0" i="0" u="none" strike="noStrike" baseline="0" smtClean="0">
                <a:latin typeface="Times New Roman"/>
              </a:rPr>
              <a:t>UNIX</a:t>
            </a:r>
            <a:r>
              <a:rPr lang="zh-CN" altLang="en-US" b="0" i="0" u="none" strike="noStrike" baseline="0" smtClean="0">
                <a:latin typeface="Times New Roman"/>
              </a:rPr>
              <a:t>）主机上的文件系统挂载到本地。当然，这首先要求对方主机开启了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服务器，并对这个“共享”的文件系统做了相关的设置。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服务器的设置可以参考第</a:t>
            </a:r>
            <a:r>
              <a:rPr lang="en-US" altLang="zh-CN" b="0" i="0" u="none" strike="noStrike" baseline="0" smtClean="0">
                <a:latin typeface="Times New Roman"/>
              </a:rPr>
              <a:t>26</a:t>
            </a:r>
            <a:r>
              <a:rPr lang="zh-CN" altLang="en-US" b="0" i="0" u="none" strike="noStrike" baseline="0" smtClean="0">
                <a:latin typeface="Times New Roman"/>
              </a:rPr>
              <a:t>章。</a:t>
            </a:r>
          </a:p>
        </p:txBody>
      </p:sp>
    </p:spTree>
    <p:extLst>
      <p:ext uri="{BB962C8B-B14F-4D97-AF65-F5344CB8AC3E}">
        <p14:creationId xmlns:p14="http://schemas.microsoft.com/office/powerpoint/2010/main" val="319836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14.1.1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mount</a:t>
            </a:r>
            <a:r>
              <a:rPr lang="zh-CN" altLang="en-US" b="0" i="0" u="none" strike="noStrike" baseline="0" smtClean="0">
                <a:latin typeface="Times New Roman"/>
              </a:rPr>
              <a:t>命令安装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文件系统</a:t>
            </a:r>
          </a:p>
        </p:txBody>
      </p:sp>
    </p:spTree>
    <p:extLst>
      <p:ext uri="{BB962C8B-B14F-4D97-AF65-F5344CB8AC3E}">
        <p14:creationId xmlns:p14="http://schemas.microsoft.com/office/powerpoint/2010/main" val="3555245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卸载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umount</a:t>
            </a:r>
            <a:r>
              <a:rPr lang="zh-CN" altLang="en-US" b="0" i="0" u="none" strike="noStrike" baseline="0" smtClean="0">
                <a:latin typeface="Times New Roman"/>
              </a:rPr>
              <a:t>卸载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文件系统</a:t>
            </a:r>
          </a:p>
        </p:txBody>
      </p:sp>
    </p:spTree>
    <p:extLst>
      <p:ext uri="{BB962C8B-B14F-4D97-AF65-F5344CB8AC3E}">
        <p14:creationId xmlns:p14="http://schemas.microsoft.com/office/powerpoint/2010/main" val="133832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14.1.3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选择合适的安装选项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54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14.1.4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启动时自动安装远程文件系统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设置开机启动自动安装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文件系统</a:t>
            </a:r>
          </a:p>
        </p:txBody>
      </p:sp>
    </p:spTree>
    <p:extLst>
      <p:ext uri="{BB962C8B-B14F-4D97-AF65-F5344CB8AC3E}">
        <p14:creationId xmlns:p14="http://schemas.microsoft.com/office/powerpoint/2010/main" val="3195896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与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Windows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协作：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Samba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读者已经看到，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可以让另一台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主机上的文件系统看起来就像是在本地一样。但在实际的办公环境中，用户可能不得不要同大量的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主机打交道。让两台近在咫尺的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主机就这样装作不认识显然不是一个好主意。幸运的是，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可以帮助管理员摆脱这样的困扰。</a:t>
            </a:r>
          </a:p>
        </p:txBody>
      </p:sp>
    </p:spTree>
    <p:extLst>
      <p:ext uri="{BB962C8B-B14F-4D97-AF65-F5344CB8AC3E}">
        <p14:creationId xmlns:p14="http://schemas.microsoft.com/office/powerpoint/2010/main" val="155519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什么是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Samba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1.Samba</a:t>
            </a:r>
            <a:r>
              <a:rPr lang="zh-CN" altLang="en-US" b="0" i="0" u="none" strike="noStrike" baseline="0" smtClean="0">
                <a:latin typeface="Times New Roman"/>
              </a:rPr>
              <a:t>的发展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2.Samba</a:t>
            </a:r>
            <a:r>
              <a:rPr lang="zh-CN" altLang="en-US" b="0" i="0" u="none" strike="noStrike" baseline="0" smtClean="0">
                <a:latin typeface="Times New Roman"/>
              </a:rPr>
              <a:t>的作用</a:t>
            </a:r>
          </a:p>
        </p:txBody>
      </p:sp>
    </p:spTree>
    <p:extLst>
      <p:ext uri="{BB962C8B-B14F-4D97-AF65-F5344CB8AC3E}">
        <p14:creationId xmlns:p14="http://schemas.microsoft.com/office/powerpoint/2010/main" val="3109203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快速上手：访问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Windows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的共享文件夹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Nautilus</a:t>
            </a:r>
            <a:r>
              <a:rPr lang="zh-CN" altLang="en-US" b="0" i="0" u="none" strike="noStrike" baseline="0" smtClean="0">
                <a:latin typeface="Times New Roman"/>
              </a:rPr>
              <a:t>命令访问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的共享文件夹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访问共享资源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为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用户设置密码</a:t>
            </a:r>
          </a:p>
        </p:txBody>
      </p:sp>
    </p:spTree>
    <p:extLst>
      <p:ext uri="{BB962C8B-B14F-4D97-AF65-F5344CB8AC3E}">
        <p14:creationId xmlns:p14="http://schemas.microsoft.com/office/powerpoint/2010/main" val="367265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查看当前可用的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Samba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资源：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smbtree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nmblookup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1.smbtree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2.nmblookup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484614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14.2.4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下的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Samba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客户端：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smbclient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smbclient</a:t>
            </a:r>
            <a:r>
              <a:rPr lang="zh-CN" altLang="en-US" b="0" i="0" u="none" strike="noStrike" baseline="0" smtClean="0">
                <a:latin typeface="Times New Roman"/>
              </a:rPr>
              <a:t>登录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登录服务器常用的操作</a:t>
            </a:r>
          </a:p>
        </p:txBody>
      </p:sp>
    </p:spTree>
    <p:extLst>
      <p:ext uri="{BB962C8B-B14F-4D97-AF65-F5344CB8AC3E}">
        <p14:creationId xmlns:p14="http://schemas.microsoft.com/office/powerpoint/2010/main" val="1366593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14.2.5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挂载共享目录：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mount.cifs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挂载共享目录</a:t>
            </a:r>
          </a:p>
        </p:txBody>
      </p:sp>
    </p:spTree>
    <p:extLst>
      <p:ext uri="{BB962C8B-B14F-4D97-AF65-F5344CB8AC3E}">
        <p14:creationId xmlns:p14="http://schemas.microsoft.com/office/powerpoint/2010/main" val="4029036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作为文件下载协议仍然被广泛地使用。尽管为了实现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的功能已经有了更好的替代品。但人们依然对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情有独钟，一个原因或许在于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服务器配置简单，容易实现。本节介绍在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上连接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服务器的方法。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服务器的配置可以参考第</a:t>
            </a:r>
            <a:r>
              <a:rPr lang="en-US" altLang="zh-CN" b="0" i="0" u="none" strike="noStrike" baseline="0" smtClean="0">
                <a:latin typeface="Times New Roman"/>
              </a:rPr>
              <a:t>24</a:t>
            </a:r>
            <a:r>
              <a:rPr lang="zh-CN" altLang="en-US" b="0" i="0" u="none" strike="noStrike" baseline="0" smtClean="0">
                <a:latin typeface="Times New Roman"/>
              </a:rPr>
              <a:t>章。</a:t>
            </a:r>
          </a:p>
        </p:txBody>
      </p:sp>
    </p:spTree>
    <p:extLst>
      <p:ext uri="{BB962C8B-B14F-4D97-AF65-F5344CB8AC3E}">
        <p14:creationId xmlns:p14="http://schemas.microsoft.com/office/powerpoint/2010/main" val="1698893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14.3.1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Web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浏览器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Firefox</a:t>
            </a:r>
            <a:r>
              <a:rPr lang="zh-CN" altLang="en-US" b="0" i="0" u="none" strike="noStrike" baseline="0" smtClean="0">
                <a:latin typeface="Times New Roman"/>
              </a:rPr>
              <a:t>浏览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资源</a:t>
            </a:r>
          </a:p>
        </p:txBody>
      </p:sp>
    </p:spTree>
    <p:extLst>
      <p:ext uri="{BB962C8B-B14F-4D97-AF65-F5344CB8AC3E}">
        <p14:creationId xmlns:p14="http://schemas.microsoft.com/office/powerpoint/2010/main" val="2857784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14.3.2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图形客户端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下载并安装</a:t>
            </a:r>
            <a:r>
              <a:rPr lang="en-US" altLang="zh-CN" b="0" i="0" u="none" strike="noStrike" baseline="0" smtClean="0">
                <a:latin typeface="Times New Roman"/>
              </a:rPr>
              <a:t>FileZilla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打开</a:t>
            </a:r>
            <a:r>
              <a:rPr lang="en-US" altLang="zh-CN" b="0" i="0" u="none" strike="noStrike" baseline="0" smtClean="0">
                <a:latin typeface="Times New Roman"/>
              </a:rPr>
              <a:t>FileZilla</a:t>
            </a:r>
            <a:r>
              <a:rPr lang="zh-CN" altLang="en-US" b="0" i="0" u="none" strike="noStrike" baseline="0" smtClean="0">
                <a:latin typeface="Times New Roman"/>
              </a:rPr>
              <a:t>软件并连接到服务器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登录服务器后简单的操作</a:t>
            </a:r>
          </a:p>
        </p:txBody>
      </p:sp>
    </p:spTree>
    <p:extLst>
      <p:ext uri="{BB962C8B-B14F-4D97-AF65-F5344CB8AC3E}">
        <p14:creationId xmlns:p14="http://schemas.microsoft.com/office/powerpoint/2010/main" val="2453389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14.3.3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命令登录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服务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登录服务器后实现的操作</a:t>
            </a:r>
          </a:p>
        </p:txBody>
      </p:sp>
    </p:spTree>
    <p:extLst>
      <p:ext uri="{BB962C8B-B14F-4D97-AF65-F5344CB8AC3E}">
        <p14:creationId xmlns:p14="http://schemas.microsoft.com/office/powerpoint/2010/main" val="471313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基于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SSH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的文件传输：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scp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天性使人们倾向于把所有的东西都锁起来，包括周围那些四下奔走的比特包。在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的世界里，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无疑是首选的数据传输协议。这里介绍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家族的两款文件传输工具</a:t>
            </a:r>
            <a:r>
              <a:rPr lang="en-US" altLang="zh-CN" b="0" i="0" u="none" strike="noStrike" baseline="0" smtClean="0">
                <a:latin typeface="Times New Roman"/>
              </a:rPr>
              <a:t>sftp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scp</a:t>
            </a:r>
            <a:r>
              <a:rPr lang="zh-CN" altLang="en-US" b="0" i="0" u="none" strike="noStrike" baseline="0" smtClean="0">
                <a:latin typeface="Times New Roman"/>
              </a:rPr>
              <a:t>，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将在第</a:t>
            </a:r>
            <a:r>
              <a:rPr lang="en-US" altLang="zh-CN" b="0" i="0" u="none" strike="noStrike" baseline="0" smtClean="0">
                <a:latin typeface="Times New Roman"/>
              </a:rPr>
              <a:t>15</a:t>
            </a:r>
            <a:r>
              <a:rPr lang="zh-CN" altLang="en-US" b="0" i="0" u="none" strike="noStrike" baseline="0" smtClean="0">
                <a:latin typeface="Times New Roman"/>
              </a:rPr>
              <a:t>章详细讨论。</a:t>
            </a:r>
          </a:p>
        </p:txBody>
      </p:sp>
    </p:spTree>
    <p:extLst>
      <p:ext uri="{BB962C8B-B14F-4D97-AF65-F5344CB8AC3E}">
        <p14:creationId xmlns:p14="http://schemas.microsoft.com/office/powerpoint/2010/main" val="991100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14.4.1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安全的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sftp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sftp</a:t>
            </a:r>
            <a:r>
              <a:rPr lang="zh-CN" altLang="en-US" b="0" i="0" u="none" strike="noStrike" baseline="0" smtClean="0">
                <a:latin typeface="Times New Roman"/>
              </a:rPr>
              <a:t>实现文件传输</a:t>
            </a:r>
          </a:p>
        </p:txBody>
      </p:sp>
    </p:spTree>
    <p:extLst>
      <p:ext uri="{BB962C8B-B14F-4D97-AF65-F5344CB8AC3E}">
        <p14:creationId xmlns:p14="http://schemas.microsoft.com/office/powerpoint/2010/main" val="3855086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14.4.2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利用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SSH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通道复制文件：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scp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scp</a:t>
            </a:r>
            <a:r>
              <a:rPr lang="zh-CN" altLang="en-US" b="0" i="0" u="none" strike="noStrike" baseline="0" smtClean="0">
                <a:latin typeface="Times New Roman"/>
              </a:rPr>
              <a:t>实现远程复制文件</a:t>
            </a:r>
          </a:p>
        </p:txBody>
      </p:sp>
    </p:spTree>
    <p:extLst>
      <p:ext uri="{BB962C8B-B14F-4D97-AF65-F5344CB8AC3E}">
        <p14:creationId xmlns:p14="http://schemas.microsoft.com/office/powerpoint/2010/main" val="3928122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609</Words>
  <Application>Microsoft Office PowerPoint</Application>
  <PresentationFormat>全屏显示(4:3)</PresentationFormat>
  <Paragraphs>45</Paragraphs>
  <Slides>19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波形</vt:lpstr>
      <vt:lpstr>第14章  传 输 文 件</vt:lpstr>
      <vt:lpstr>14.1  Linux间的网络硬盘：NFS</vt:lpstr>
      <vt:lpstr>14.1.1  安装NFS文件系统</vt:lpstr>
      <vt:lpstr>14.1.2  卸载NFS文件系统</vt:lpstr>
      <vt:lpstr>14.1.3  选择合适的安装选项</vt:lpstr>
      <vt:lpstr>14.1.4  启动时自动安装远程文件系统</vt:lpstr>
      <vt:lpstr>14.2  与Windows协作：Samba</vt:lpstr>
      <vt:lpstr>14.2.1  什么是Samba</vt:lpstr>
      <vt:lpstr>14.2.2  快速上手：访问Windows的共享文件夹</vt:lpstr>
      <vt:lpstr>14.2.3  查看当前可用的Samba资源：smbtree和nmblookup</vt:lpstr>
      <vt:lpstr>14.2.4  Linux下的Samba客户端：smbclient</vt:lpstr>
      <vt:lpstr>14.2.5  挂载共享目录：mount.cifs</vt:lpstr>
      <vt:lpstr>14.3  使用FTP</vt:lpstr>
      <vt:lpstr>14.3.1  使用Web浏览器</vt:lpstr>
      <vt:lpstr>14.3.2  使用FTP图形客户端</vt:lpstr>
      <vt:lpstr>14.3.3  使用ftp命令</vt:lpstr>
      <vt:lpstr>14.4  基于SSH的文件传输：sftp和scp</vt:lpstr>
      <vt:lpstr>14.4.1  安全的FTP：sftp</vt:lpstr>
      <vt:lpstr>14.4.2  利用SSH通道复制文件：scp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第14章  传 输 文 件</dc:title>
  <dc:creator>User</dc:creator>
  <cp:lastModifiedBy>User</cp:lastModifiedBy>
  <cp:revision>1</cp:revision>
  <dcterms:created xsi:type="dcterms:W3CDTF">2013-01-29T06:23:51Z</dcterms:created>
  <dcterms:modified xsi:type="dcterms:W3CDTF">2013-01-29T06:24:20Z</dcterms:modified>
</cp:coreProperties>
</file>
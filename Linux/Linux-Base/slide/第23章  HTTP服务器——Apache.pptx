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548B-4F64-4293-A360-1820E9B8C8BA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B8D1-D96C-445B-821F-E3F5B9CB4A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548B-4F64-4293-A360-1820E9B8C8BA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B8D1-D96C-445B-821F-E3F5B9CB4AE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548B-4F64-4293-A360-1820E9B8C8BA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B8D1-D96C-445B-821F-E3F5B9CB4A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548B-4F64-4293-A360-1820E9B8C8BA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B8D1-D96C-445B-821F-E3F5B9CB4AE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548B-4F64-4293-A360-1820E9B8C8BA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B8D1-D96C-445B-821F-E3F5B9CB4A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548B-4F64-4293-A360-1820E9B8C8BA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B8D1-D96C-445B-821F-E3F5B9CB4A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548B-4F64-4293-A360-1820E9B8C8BA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B8D1-D96C-445B-821F-E3F5B9CB4A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548B-4F64-4293-A360-1820E9B8C8BA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B8D1-D96C-445B-821F-E3F5B9CB4AE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548B-4F64-4293-A360-1820E9B8C8BA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B8D1-D96C-445B-821F-E3F5B9CB4AE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548B-4F64-4293-A360-1820E9B8C8BA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B8D1-D96C-445B-821F-E3F5B9CB4A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548B-4F64-4293-A360-1820E9B8C8BA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B8D1-D96C-445B-821F-E3F5B9CB4AE2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4548B-4F64-4293-A360-1820E9B8C8BA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B8D1-D96C-445B-821F-E3F5B9CB4A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143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8E54548B-4F64-4293-A360-1820E9B8C8BA}" type="datetimeFigureOut">
              <a:rPr lang="zh-CN" altLang="en-US" smtClean="0"/>
              <a:t>2013/1/30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A9F2B8D1-D96C-445B-821F-E3F5B9CB4AE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HTTP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——Apache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WWW</a:t>
            </a:r>
            <a:r>
              <a:rPr lang="zh-CN" altLang="en-US" b="0" i="0" u="none" strike="noStrike" baseline="0" smtClean="0">
                <a:latin typeface="Times New Roman"/>
              </a:rPr>
              <a:t>（</a:t>
            </a:r>
            <a:r>
              <a:rPr lang="en-US" altLang="zh-CN" b="0" i="0" u="none" strike="noStrike" baseline="0" smtClean="0">
                <a:latin typeface="Times New Roman"/>
              </a:rPr>
              <a:t>World Wide Web</a:t>
            </a:r>
            <a:r>
              <a:rPr lang="zh-CN" altLang="en-US" b="0" i="0" u="none" strike="noStrike" baseline="0" smtClean="0">
                <a:latin typeface="Times New Roman"/>
              </a:rPr>
              <a:t>，万维网）的出现让互联网真正走进了普通人的生活，上网冲浪只是轻点鼠标这样简单。</a:t>
            </a:r>
            <a:r>
              <a:rPr lang="en-US" altLang="zh-CN" b="0" i="0" u="none" strike="noStrike" baseline="0" smtClean="0">
                <a:latin typeface="Times New Roman"/>
              </a:rPr>
              <a:t>HTTP</a:t>
            </a:r>
            <a:r>
              <a:rPr lang="zh-CN" altLang="en-US" b="0" i="0" u="none" strike="noStrike" baseline="0" smtClean="0">
                <a:latin typeface="Times New Roman"/>
              </a:rPr>
              <a:t>（超文本传输协议）是让</a:t>
            </a:r>
            <a:r>
              <a:rPr lang="en-US" altLang="zh-CN" b="0" i="0" u="none" strike="noStrike" baseline="0" smtClean="0">
                <a:latin typeface="Times New Roman"/>
              </a:rPr>
              <a:t>WWW</a:t>
            </a:r>
            <a:r>
              <a:rPr lang="zh-CN" altLang="en-US" b="0" i="0" u="none" strike="noStrike" baseline="0" smtClean="0">
                <a:latin typeface="Times New Roman"/>
              </a:rPr>
              <a:t>最终工作起来的协议，虽然有多种不用的</a:t>
            </a:r>
            <a:r>
              <a:rPr lang="en-US" altLang="zh-CN" b="0" i="0" u="none" strike="noStrike" baseline="0" smtClean="0">
                <a:latin typeface="Times New Roman"/>
              </a:rPr>
              <a:t>HTTP</a:t>
            </a:r>
            <a:r>
              <a:rPr lang="zh-CN" altLang="en-US" b="0" i="0" u="none" strike="noStrike" baseline="0" smtClean="0">
                <a:latin typeface="Times New Roman"/>
              </a:rPr>
              <a:t>服务器，但</a:t>
            </a:r>
            <a:r>
              <a:rPr lang="en-US" altLang="zh-CN" b="0" i="0" u="none" strike="noStrike" baseline="0" smtClean="0">
                <a:latin typeface="Times New Roman"/>
              </a:rPr>
              <a:t>Apache</a:t>
            </a:r>
            <a:r>
              <a:rPr lang="zh-CN" altLang="en-US" b="0" i="0" u="none" strike="noStrike" baseline="0" smtClean="0">
                <a:latin typeface="Times New Roman"/>
              </a:rPr>
              <a:t>或许是其中“最好”的。</a:t>
            </a:r>
            <a:r>
              <a:rPr lang="en-US" altLang="zh-CN" b="0" i="0" u="none" strike="noStrike" baseline="0" smtClean="0">
                <a:latin typeface="Times New Roman"/>
              </a:rPr>
              <a:t>Apache</a:t>
            </a:r>
            <a:r>
              <a:rPr lang="zh-CN" altLang="en-US" b="0" i="0" u="none" strike="noStrike" baseline="0" smtClean="0">
                <a:latin typeface="Times New Roman"/>
              </a:rPr>
              <a:t>这个开源软件已经占据了</a:t>
            </a:r>
            <a:r>
              <a:rPr lang="en-US" altLang="zh-CN" b="0" i="0" u="none" strike="noStrike" baseline="0" smtClean="0">
                <a:latin typeface="Times New Roman"/>
              </a:rPr>
              <a:t>HTTP</a:t>
            </a:r>
            <a:r>
              <a:rPr lang="zh-CN" altLang="en-US" b="0" i="0" u="none" strike="noStrike" baseline="0" smtClean="0">
                <a:latin typeface="Times New Roman"/>
              </a:rPr>
              <a:t>服务器市场超过</a:t>
            </a:r>
            <a:r>
              <a:rPr lang="en-US" altLang="zh-CN" b="0" i="0" u="none" strike="noStrike" baseline="0" smtClean="0">
                <a:latin typeface="Times New Roman"/>
              </a:rPr>
              <a:t>60%</a:t>
            </a:r>
            <a:r>
              <a:rPr lang="zh-CN" altLang="en-US" b="0" i="0" u="none" strike="noStrike" baseline="0" smtClean="0">
                <a:latin typeface="Times New Roman"/>
              </a:rPr>
              <a:t>的份额，并以其灵活性和高性能在业界享有盛誉。本章将带领读者实践</a:t>
            </a:r>
            <a:r>
              <a:rPr lang="en-US" altLang="zh-CN" b="0" i="0" u="none" strike="noStrike" baseline="0" smtClean="0">
                <a:latin typeface="Times New Roman"/>
              </a:rPr>
              <a:t>Apache</a:t>
            </a:r>
            <a:r>
              <a:rPr lang="zh-CN" altLang="en-US" b="0" i="0" u="none" strike="noStrike" baseline="0" smtClean="0">
                <a:latin typeface="Times New Roman"/>
              </a:rPr>
              <a:t>服务器的架设和一些高级应用。按照惯例，“快速上手”环节将帮助读者把这个服务器尽快启动起来。</a:t>
            </a:r>
          </a:p>
        </p:txBody>
      </p:sp>
    </p:spTree>
    <p:extLst>
      <p:ext uri="{BB962C8B-B14F-4D97-AF65-F5344CB8AC3E}">
        <p14:creationId xmlns:p14="http://schemas.microsoft.com/office/powerpoint/2010/main" val="2361925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23.1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快速上手：搭建一个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HTTP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确认服务器已经安装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连接服务器</a:t>
            </a:r>
          </a:p>
        </p:txBody>
      </p:sp>
    </p:spTree>
    <p:extLst>
      <p:ext uri="{BB962C8B-B14F-4D97-AF65-F5344CB8AC3E}">
        <p14:creationId xmlns:p14="http://schemas.microsoft.com/office/powerpoint/2010/main" val="1806922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23.2  Apache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基础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通过“快速上手”环节，读者已经大致了解了</a:t>
            </a:r>
            <a:r>
              <a:rPr lang="en-US" altLang="zh-CN" b="0" i="0" u="none" strike="noStrike" baseline="0" smtClean="0">
                <a:latin typeface="Times New Roman"/>
              </a:rPr>
              <a:t>Apache</a:t>
            </a:r>
            <a:r>
              <a:rPr lang="zh-CN" altLang="en-US" b="0" i="0" u="none" strike="noStrike" baseline="0" smtClean="0">
                <a:latin typeface="Times New Roman"/>
              </a:rPr>
              <a:t>服务器架设的基本过程。本节将详细讨论</a:t>
            </a:r>
            <a:r>
              <a:rPr lang="en-US" altLang="zh-CN" b="0" i="0" u="none" strike="noStrike" baseline="0" smtClean="0">
                <a:latin typeface="Times New Roman"/>
              </a:rPr>
              <a:t>Apache</a:t>
            </a:r>
            <a:r>
              <a:rPr lang="zh-CN" altLang="en-US" b="0" i="0" u="none" strike="noStrike" baseline="0" smtClean="0">
                <a:latin typeface="Times New Roman"/>
              </a:rPr>
              <a:t>服务器基本应用的各个细节。从</a:t>
            </a:r>
            <a:r>
              <a:rPr lang="en-US" altLang="zh-CN" b="0" i="0" u="none" strike="noStrike" baseline="0" smtClean="0">
                <a:latin typeface="Times New Roman"/>
              </a:rPr>
              <a:t>HTTP</a:t>
            </a:r>
            <a:r>
              <a:rPr lang="zh-CN" altLang="en-US" b="0" i="0" u="none" strike="noStrike" baseline="0" smtClean="0">
                <a:latin typeface="Times New Roman"/>
              </a:rPr>
              <a:t>的基本原理开始，帮助读者掌握架设</a:t>
            </a:r>
            <a:r>
              <a:rPr lang="en-US" altLang="zh-CN" b="0" i="0" u="none" strike="noStrike" baseline="0" smtClean="0">
                <a:latin typeface="Times New Roman"/>
              </a:rPr>
              <a:t>HTTP</a:t>
            </a:r>
            <a:r>
              <a:rPr lang="zh-CN" altLang="en-US" b="0" i="0" u="none" strike="noStrike" baseline="0" smtClean="0">
                <a:latin typeface="Times New Roman"/>
              </a:rPr>
              <a:t>服务器的基础知识。</a:t>
            </a:r>
          </a:p>
        </p:txBody>
      </p:sp>
    </p:spTree>
    <p:extLst>
      <p:ext uri="{BB962C8B-B14F-4D97-AF65-F5344CB8AC3E}">
        <p14:creationId xmlns:p14="http://schemas.microsoft.com/office/powerpoint/2010/main" val="3318272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23.2.1  HTTP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工作原理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HTTP</a:t>
            </a:r>
            <a:r>
              <a:rPr lang="zh-CN" altLang="en-US" b="0" i="0" u="none" strike="noStrike" baseline="0" smtClean="0">
                <a:latin typeface="Times New Roman"/>
              </a:rPr>
              <a:t>协议</a:t>
            </a:r>
          </a:p>
        </p:txBody>
      </p:sp>
    </p:spTree>
    <p:extLst>
      <p:ext uri="{BB962C8B-B14F-4D97-AF65-F5344CB8AC3E}">
        <p14:creationId xmlns:p14="http://schemas.microsoft.com/office/powerpoint/2010/main" val="3771411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23.2.2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获得并安装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Apache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下载</a:t>
            </a:r>
            <a:r>
              <a:rPr lang="en-US" altLang="zh-CN" b="0" i="0" u="none" strike="noStrike" baseline="0" smtClean="0">
                <a:latin typeface="Times New Roman"/>
              </a:rPr>
              <a:t>httpd</a:t>
            </a:r>
            <a:r>
              <a:rPr lang="zh-CN" altLang="en-US" b="0" i="0" u="none" strike="noStrike" baseline="0" smtClean="0">
                <a:latin typeface="Times New Roman"/>
              </a:rPr>
              <a:t>软件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安装</a:t>
            </a:r>
            <a:r>
              <a:rPr lang="en-US" altLang="zh-CN" b="0" i="0" u="none" strike="noStrike" baseline="0" smtClean="0">
                <a:latin typeface="Times New Roman"/>
              </a:rPr>
              <a:t>httpd</a:t>
            </a:r>
            <a:r>
              <a:rPr lang="zh-CN" altLang="en-US" b="0" i="0" u="none" strike="noStrike" baseline="0" smtClean="0">
                <a:latin typeface="Times New Roman"/>
              </a:rPr>
              <a:t>软件</a:t>
            </a:r>
          </a:p>
        </p:txBody>
      </p:sp>
    </p:spTree>
    <p:extLst>
      <p:ext uri="{BB962C8B-B14F-4D97-AF65-F5344CB8AC3E}">
        <p14:creationId xmlns:p14="http://schemas.microsoft.com/office/powerpoint/2010/main" val="342517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23.2.3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服务器的启动和关闭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启动和关闭</a:t>
            </a:r>
            <a:r>
              <a:rPr lang="en-US" altLang="zh-CN" b="0" i="0" u="none" strike="noStrike" baseline="0" smtClean="0">
                <a:latin typeface="Times New Roman"/>
              </a:rPr>
              <a:t>Apache</a:t>
            </a:r>
            <a:r>
              <a:rPr lang="zh-CN" altLang="en-US" b="0" i="0" u="none" strike="noStrike" baseline="0" smtClean="0">
                <a:latin typeface="Times New Roman"/>
              </a:rPr>
              <a:t>服务器</a:t>
            </a:r>
          </a:p>
        </p:txBody>
      </p:sp>
    </p:spTree>
    <p:extLst>
      <p:ext uri="{BB962C8B-B14F-4D97-AF65-F5344CB8AC3E}">
        <p14:creationId xmlns:p14="http://schemas.microsoft.com/office/powerpoint/2010/main" val="1371192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23.3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设置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Apache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服务器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完成</a:t>
            </a:r>
            <a:r>
              <a:rPr lang="en-US" altLang="zh-CN" b="0" i="0" u="none" strike="noStrike" baseline="0" smtClean="0">
                <a:latin typeface="Times New Roman"/>
              </a:rPr>
              <a:t>Apache</a:t>
            </a:r>
            <a:r>
              <a:rPr lang="zh-CN" altLang="en-US" b="0" i="0" u="none" strike="noStrike" baseline="0" smtClean="0">
                <a:latin typeface="Times New Roman"/>
              </a:rPr>
              <a:t>服务器的安装后，下一步就是配置了。尽管</a:t>
            </a:r>
            <a:r>
              <a:rPr lang="en-US" altLang="zh-CN" b="0" i="0" u="none" strike="noStrike" baseline="0" smtClean="0">
                <a:latin typeface="Times New Roman"/>
              </a:rPr>
              <a:t>Apache</a:t>
            </a:r>
            <a:r>
              <a:rPr lang="zh-CN" altLang="en-US" b="0" i="0" u="none" strike="noStrike" baseline="0" smtClean="0">
                <a:latin typeface="Times New Roman"/>
              </a:rPr>
              <a:t>默认的配置做得非常好，但对于某些高级应用而言，用户仍然需要手动定制。和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上的其他服务器程序一样，</a:t>
            </a:r>
            <a:r>
              <a:rPr lang="en-US" altLang="zh-CN" b="0" i="0" u="none" strike="noStrike" baseline="0" smtClean="0">
                <a:latin typeface="Times New Roman"/>
              </a:rPr>
              <a:t>Apache</a:t>
            </a:r>
            <a:r>
              <a:rPr lang="zh-CN" altLang="en-US" b="0" i="0" u="none" strike="noStrike" baseline="0" smtClean="0">
                <a:latin typeface="Times New Roman"/>
              </a:rPr>
              <a:t>使用文本文件来配置所有的功能选项。</a:t>
            </a:r>
          </a:p>
        </p:txBody>
      </p:sp>
    </p:spTree>
    <p:extLst>
      <p:ext uri="{BB962C8B-B14F-4D97-AF65-F5344CB8AC3E}">
        <p14:creationId xmlns:p14="http://schemas.microsoft.com/office/powerpoint/2010/main" val="2484837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23.3.1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配置文件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配置文件的位置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配置文件简单概述</a:t>
            </a:r>
          </a:p>
        </p:txBody>
      </p:sp>
    </p:spTree>
    <p:extLst>
      <p:ext uri="{BB962C8B-B14F-4D97-AF65-F5344CB8AC3E}">
        <p14:creationId xmlns:p14="http://schemas.microsoft.com/office/powerpoint/2010/main" val="2891749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23.3.2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使用日志文件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日志文件的位置</a:t>
            </a:r>
          </a:p>
        </p:txBody>
      </p:sp>
    </p:spTree>
    <p:extLst>
      <p:ext uri="{BB962C8B-B14F-4D97-AF65-F5344CB8AC3E}">
        <p14:creationId xmlns:p14="http://schemas.microsoft.com/office/powerpoint/2010/main" val="3038161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23.3.3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cgi 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Apache+cgi</a:t>
            </a:r>
            <a:r>
              <a:rPr lang="zh-CN" altLang="en-US" b="0" i="0" u="none" strike="noStrike" baseline="0" smtClean="0">
                <a:latin typeface="Times New Roman"/>
              </a:rPr>
              <a:t>的动态页面</a:t>
            </a:r>
          </a:p>
        </p:txBody>
      </p:sp>
    </p:spTree>
    <p:extLst>
      <p:ext uri="{BB962C8B-B14F-4D97-AF65-F5344CB8AC3E}">
        <p14:creationId xmlns:p14="http://schemas.microsoft.com/office/powerpoint/2010/main" val="1309025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23.4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PHP+MySQL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在业界</a:t>
            </a:r>
            <a:r>
              <a:rPr lang="en-US" altLang="zh-CN" b="0" i="0" u="none" strike="noStrike" baseline="0" smtClean="0">
                <a:latin typeface="Times New Roman"/>
              </a:rPr>
              <a:t>LAMP</a:t>
            </a:r>
            <a:r>
              <a:rPr lang="zh-CN" altLang="en-US" b="0" i="0" u="none" strike="noStrike" baseline="0" smtClean="0">
                <a:latin typeface="Times New Roman"/>
              </a:rPr>
              <a:t>是一个非常流行的词语，这</a:t>
            </a:r>
            <a:r>
              <a:rPr lang="en-US" altLang="zh-CN" b="0" i="0" u="none" strike="noStrike" baseline="0" smtClean="0">
                <a:latin typeface="Times New Roman"/>
              </a:rPr>
              <a:t>4</a:t>
            </a:r>
            <a:r>
              <a:rPr lang="zh-CN" altLang="en-US" b="0" i="0" u="none" strike="noStrike" baseline="0" smtClean="0">
                <a:latin typeface="Times New Roman"/>
              </a:rPr>
              <a:t>个大写字母分别代表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、</a:t>
            </a:r>
            <a:r>
              <a:rPr lang="en-US" altLang="zh-CN" b="0" i="0" u="none" strike="noStrike" baseline="0" smtClean="0">
                <a:latin typeface="Times New Roman"/>
              </a:rPr>
              <a:t>Apache</a:t>
            </a:r>
            <a:r>
              <a:rPr lang="zh-CN" altLang="en-US" b="0" i="0" u="none" strike="noStrike" baseline="0" smtClean="0">
                <a:latin typeface="Times New Roman"/>
              </a:rPr>
              <a:t>、</a:t>
            </a:r>
            <a:r>
              <a:rPr lang="en-US" altLang="zh-CN" b="0" i="0" u="none" strike="noStrike" baseline="0" smtClean="0">
                <a:latin typeface="Times New Roman"/>
              </a:rPr>
              <a:t>MySQL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PHP</a:t>
            </a:r>
            <a:r>
              <a:rPr lang="zh-CN" altLang="en-US" b="0" i="0" u="none" strike="noStrike" baseline="0" smtClean="0">
                <a:latin typeface="Times New Roman"/>
              </a:rPr>
              <a:t>。</a:t>
            </a:r>
            <a:r>
              <a:rPr lang="en-US" altLang="zh-CN" b="0" i="0" u="none" strike="noStrike" baseline="0" smtClean="0">
                <a:latin typeface="Times New Roman"/>
              </a:rPr>
              <a:t>LAMP</a:t>
            </a:r>
            <a:r>
              <a:rPr lang="zh-CN" altLang="en-US" b="0" i="0" u="none" strike="noStrike" baseline="0" smtClean="0">
                <a:latin typeface="Times New Roman"/>
              </a:rPr>
              <a:t>以其高效、灵活的特性已经成为中小型企业网站架设的首选。读者应该尽量使用发行版的软件包管理工具安装这</a:t>
            </a:r>
            <a:r>
              <a:rPr lang="en-US" altLang="zh-CN" b="0" i="0" u="none" strike="noStrike" baseline="0" smtClean="0">
                <a:latin typeface="Times New Roman"/>
              </a:rPr>
              <a:t>3</a:t>
            </a:r>
            <a:r>
              <a:rPr lang="zh-CN" altLang="en-US" b="0" i="0" u="none" strike="noStrike" baseline="0" smtClean="0">
                <a:latin typeface="Times New Roman"/>
              </a:rPr>
              <a:t>套软件，这样可以省去很多配置的麻烦。如果希望能获得一定挑战的话，那么不妨跟随本节从源代码编译</a:t>
            </a:r>
            <a:r>
              <a:rPr lang="en-US" altLang="zh-CN" b="0" i="0" u="none" strike="noStrike" baseline="0" smtClean="0">
                <a:latin typeface="Times New Roman"/>
              </a:rPr>
              <a:t>PHP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MySQL</a:t>
            </a:r>
            <a:r>
              <a:rPr lang="zh-CN" altLang="en-US" b="0" i="0" u="none" strike="noStrike" baseline="0" smtClean="0">
                <a:latin typeface="Times New Roman"/>
              </a:rPr>
              <a:t>。这样可以获得更大程度上的定制，对于了解其工作原理也有一定帮助。首先来看一下</a:t>
            </a:r>
            <a:r>
              <a:rPr lang="en-US" altLang="zh-CN" b="0" i="0" u="none" strike="noStrike" baseline="0" smtClean="0">
                <a:latin typeface="Times New Roman"/>
              </a:rPr>
              <a:t>PHP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MySQL</a:t>
            </a:r>
            <a:r>
              <a:rPr lang="zh-CN" altLang="en-US" b="0" i="0" u="none" strike="noStrike" baseline="0" smtClean="0">
                <a:latin typeface="Times New Roman"/>
              </a:rPr>
              <a:t>究竟是什么。</a:t>
            </a:r>
          </a:p>
        </p:txBody>
      </p:sp>
    </p:spTree>
    <p:extLst>
      <p:ext uri="{BB962C8B-B14F-4D97-AF65-F5344CB8AC3E}">
        <p14:creationId xmlns:p14="http://schemas.microsoft.com/office/powerpoint/2010/main" val="4208297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23.4.1  PHP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MySQL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简介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1.PHP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2.MySQL</a:t>
            </a:r>
            <a:endParaRPr lang="zh-CN" altLang="en-US" b="0" i="0" u="none" strike="noStrike" baseline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3290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23.4.2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安装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MySQL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安装</a:t>
            </a:r>
            <a:r>
              <a:rPr lang="en-US" altLang="zh-CN" b="0" i="0" u="none" strike="noStrike" baseline="0" smtClean="0">
                <a:latin typeface="Times New Roman"/>
              </a:rPr>
              <a:t>MySQL</a:t>
            </a:r>
            <a:r>
              <a:rPr lang="zh-CN" altLang="en-US" b="0" i="0" u="none" strike="noStrike" baseline="0" smtClean="0">
                <a:latin typeface="Times New Roman"/>
              </a:rPr>
              <a:t>软件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登录</a:t>
            </a:r>
            <a:r>
              <a:rPr lang="en-US" altLang="zh-CN" b="0" i="0" u="none" strike="noStrike" baseline="0" smtClean="0">
                <a:latin typeface="Times New Roman"/>
              </a:rPr>
              <a:t>MySQL</a:t>
            </a:r>
            <a:r>
              <a:rPr lang="zh-CN" altLang="en-US" b="0" i="0" u="none" strike="noStrike" baseline="0" smtClean="0">
                <a:latin typeface="Times New Roman"/>
              </a:rPr>
              <a:t>服务</a:t>
            </a:r>
          </a:p>
        </p:txBody>
      </p:sp>
    </p:spTree>
    <p:extLst>
      <p:ext uri="{BB962C8B-B14F-4D97-AF65-F5344CB8AC3E}">
        <p14:creationId xmlns:p14="http://schemas.microsoft.com/office/powerpoint/2010/main" val="2644151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23.4.3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安装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PHP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下载</a:t>
            </a:r>
            <a:r>
              <a:rPr lang="en-US" altLang="zh-CN" b="0" i="0" u="none" strike="noStrike" baseline="0" smtClean="0">
                <a:latin typeface="Times New Roman"/>
              </a:rPr>
              <a:t>PHP</a:t>
            </a:r>
            <a:r>
              <a:rPr lang="zh-CN" altLang="en-US" b="0" i="0" u="none" strike="noStrike" baseline="0" smtClean="0">
                <a:latin typeface="Times New Roman"/>
              </a:rPr>
              <a:t>源码包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安装</a:t>
            </a:r>
            <a:r>
              <a:rPr lang="en-US" altLang="zh-CN" b="0" i="0" u="none" strike="noStrike" baseline="0" smtClean="0">
                <a:latin typeface="Times New Roman"/>
              </a:rPr>
              <a:t>PHP</a:t>
            </a:r>
            <a:r>
              <a:rPr lang="zh-CN" altLang="en-US" b="0" i="0" u="none" strike="noStrike" baseline="0" smtClean="0">
                <a:latin typeface="Times New Roman"/>
              </a:rPr>
              <a:t>软件</a:t>
            </a:r>
          </a:p>
        </p:txBody>
      </p:sp>
    </p:spTree>
    <p:extLst>
      <p:ext uri="{BB962C8B-B14F-4D97-AF65-F5344CB8AC3E}">
        <p14:creationId xmlns:p14="http://schemas.microsoft.com/office/powerpoint/2010/main" val="3308662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23.4.4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配置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Apache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修改</a:t>
            </a:r>
            <a:r>
              <a:rPr lang="en-US" altLang="zh-CN" b="0" i="0" u="none" strike="noStrike" baseline="0" smtClean="0">
                <a:latin typeface="Times New Roman"/>
              </a:rPr>
              <a:t>Apache</a:t>
            </a:r>
            <a:r>
              <a:rPr lang="zh-CN" altLang="en-US" b="0" i="0" u="none" strike="noStrike" baseline="0" smtClean="0">
                <a:latin typeface="Times New Roman"/>
              </a:rPr>
              <a:t>的配置文件使其“认识”</a:t>
            </a:r>
            <a:r>
              <a:rPr lang="en-US" altLang="zh-CN" b="0" i="0" u="none" strike="noStrike" baseline="0" smtClean="0">
                <a:latin typeface="Times New Roman"/>
              </a:rPr>
              <a:t>PHP</a:t>
            </a:r>
            <a:endParaRPr lang="zh-CN" altLang="en-US" b="0" i="0" u="none" strike="noStrike" baseline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681841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468</Words>
  <Application>Microsoft Office PowerPoint</Application>
  <PresentationFormat>全屏显示(4:3)</PresentationFormat>
  <Paragraphs>36</Paragraphs>
  <Slides>15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6" baseType="lpstr">
      <vt:lpstr>波形</vt:lpstr>
      <vt:lpstr>第23章  HTTP服务器——Apache</vt:lpstr>
      <vt:lpstr>23.1  快速上手：搭建一个HTTP服务器</vt:lpstr>
      <vt:lpstr>23.2  Apache基础</vt:lpstr>
      <vt:lpstr>23.2.1  HTTP工作原理</vt:lpstr>
      <vt:lpstr>23.2.2  获得并安装Apache服务器</vt:lpstr>
      <vt:lpstr>23.2.3  服务器的启动和关闭</vt:lpstr>
      <vt:lpstr>23.3  设置Apache服务器</vt:lpstr>
      <vt:lpstr>23.3.1  配置文件</vt:lpstr>
      <vt:lpstr>23.3.2  使用日志文件</vt:lpstr>
      <vt:lpstr>23.3.3  使用cgi </vt:lpstr>
      <vt:lpstr>23.4  使用PHP+MySQL</vt:lpstr>
      <vt:lpstr>23.4.1  PHP和MySQL简介</vt:lpstr>
      <vt:lpstr>23.4.2  安装MySQL</vt:lpstr>
      <vt:lpstr>23.4.3  安装PHP</vt:lpstr>
      <vt:lpstr>23.4.4  配置Apache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第23章  HTTP服务器——Apache</dc:title>
  <dc:creator>User</dc:creator>
  <cp:lastModifiedBy>User</cp:lastModifiedBy>
  <cp:revision>1</cp:revision>
  <dcterms:created xsi:type="dcterms:W3CDTF">2013-01-30T06:28:28Z</dcterms:created>
  <dcterms:modified xsi:type="dcterms:W3CDTF">2013-01-30T06:28:47Z</dcterms:modified>
</cp:coreProperties>
</file>